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7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88" r:id="rId12"/>
    <p:sldId id="289" r:id="rId13"/>
    <p:sldId id="290" r:id="rId14"/>
    <p:sldId id="268" r:id="rId15"/>
    <p:sldId id="271" r:id="rId16"/>
    <p:sldId id="272" r:id="rId17"/>
    <p:sldId id="273" r:id="rId18"/>
    <p:sldId id="276" r:id="rId19"/>
    <p:sldId id="275" r:id="rId20"/>
    <p:sldId id="291" r:id="rId21"/>
    <p:sldId id="283" r:id="rId22"/>
    <p:sldId id="284" r:id="rId23"/>
    <p:sldId id="292" r:id="rId24"/>
    <p:sldId id="293" r:id="rId25"/>
    <p:sldId id="287" r:id="rId26"/>
  </p:sldIdLst>
  <p:sldSz cx="9144000" cy="5143500" type="screen16x9"/>
  <p:notesSz cx="6858000" cy="9144000"/>
  <p:embeddedFontLst>
    <p:embeddedFont>
      <p:font typeface="Josefin Sans" panose="020B0604020202020204" charset="0"/>
      <p:regular r:id="rId28"/>
      <p:bold r:id="rId29"/>
      <p:italic r:id="rId30"/>
      <p:boldItalic r:id="rId31"/>
    </p:embeddedFont>
    <p:embeddedFont>
      <p:font typeface="Lilita One" panose="020B0604020202020204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unak Mahalik" initials="" lastIdx="2" clrIdx="0"/>
  <p:cmAuthor id="1" name="Srishti Singh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6F7116-FDB8-4EA4-BE58-80599C0B3370}">
  <a:tblStyle styleId="{596F7116-FDB8-4EA4-BE58-80599C0B33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70bd74de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70bd74de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a5cd693216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a5cd693216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aedca3ad14_0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aedca3ad14_0_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70bd74dec0_0_7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70bd74dec0_0_7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g9f348d7755_0_2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2" name="Google Shape;1722;g9f348d7755_0_2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aedca3ad14_0_8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aedca3ad14_0_8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9f13065c3a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9f13065c3a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ga672ec9219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4" name="Google Shape;2004;ga672ec9219_3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ga672ec9219_3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7" name="Google Shape;2047;ga672ec9219_3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a672ec9219_3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7" name="Google Shape;2067;ga672ec9219_3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ga672ec9219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4" name="Google Shape;2004;ga672ec9219_3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6719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ga672ec9219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4" name="Google Shape;2004;ga672ec9219_3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3904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ga672ec9219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4" name="Google Shape;2004;ga672ec9219_3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6563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ga672ec9219_3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9" name="Google Shape;2089;ga672ec9219_3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gaedca3ad14_0_8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5" name="Google Shape;2275;gaedca3ad14_0_8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ga672ec9219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2" name="Google Shape;2322;ga672ec9219_2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2" name="Google Shape;2462;ga65b7a819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3" name="Google Shape;2463;ga65b7a819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5" name="Google Shape;2715;gaedca3ad14_0_8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6" name="Google Shape;2716;gaedca3ad14_0_8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8" name="Google Shape;2708;g9f348d7755_0_3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9" name="Google Shape;2709;g9f348d7755_0_3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8" name="Google Shape;2708;g9f348d7755_0_3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9" name="Google Shape;2709;g9f348d7755_0_3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Lift: </a:t>
            </a:r>
            <a:r>
              <a:rPr lang="en" sz="1100" dirty="0">
                <a:latin typeface="Josefin Sans"/>
                <a:ea typeface="Josefin Sans"/>
                <a:cs typeface="Josefin Sans"/>
                <a:sym typeface="Josefin Sans"/>
              </a:rPr>
              <a:t>What percentage of positive labels are present in a data sample which has a high probability of having positive labels.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0632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Google Shape;3319;ga5cd693216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0" name="Google Shape;3320;ga5cd693216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5" name="Google Shape;3365;gaedca3ad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6" name="Google Shape;3366;gaedca3ad1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ga672ec9219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2" name="Google Shape;2322;ga672ec9219_2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4624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8" name="Google Shape;2708;g9f348d7755_0_3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9" name="Google Shape;2709;g9f348d7755_0_3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Lift: </a:t>
            </a:r>
            <a:r>
              <a:rPr lang="en" sz="1100" dirty="0">
                <a:latin typeface="Josefin Sans"/>
                <a:ea typeface="Josefin Sans"/>
                <a:cs typeface="Josefin Sans"/>
                <a:sym typeface="Josefin Sans"/>
              </a:rPr>
              <a:t>What percentage of positive labels are present in a data sample which has a high probability of having positive labels.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4445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2" name="Google Shape;3622;g70bd74dec0_0_7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3" name="Google Shape;3623;g70bd74dec0_0_7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731" y="4672701"/>
            <a:ext cx="9143833" cy="475558"/>
          </a:xfrm>
          <a:custGeom>
            <a:avLst/>
            <a:gdLst/>
            <a:ahLst/>
            <a:cxnLst/>
            <a:rect l="l" t="t" r="r" b="b"/>
            <a:pathLst>
              <a:path w="285299" h="14838" extrusionOk="0">
                <a:moveTo>
                  <a:pt x="0" y="1"/>
                </a:moveTo>
                <a:lnTo>
                  <a:pt x="0" y="14838"/>
                </a:lnTo>
                <a:lnTo>
                  <a:pt x="285299" y="14838"/>
                </a:lnTo>
                <a:lnTo>
                  <a:pt x="2852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0000" y="860400"/>
            <a:ext cx="3345000" cy="206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20000" y="2824325"/>
            <a:ext cx="33450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-731" y="4672701"/>
            <a:ext cx="9143833" cy="475558"/>
          </a:xfrm>
          <a:custGeom>
            <a:avLst/>
            <a:gdLst/>
            <a:ahLst/>
            <a:cxnLst/>
            <a:rect l="l" t="t" r="r" b="b"/>
            <a:pathLst>
              <a:path w="285299" h="14838" extrusionOk="0">
                <a:moveTo>
                  <a:pt x="0" y="1"/>
                </a:moveTo>
                <a:lnTo>
                  <a:pt x="0" y="14838"/>
                </a:lnTo>
                <a:lnTo>
                  <a:pt x="285299" y="14838"/>
                </a:lnTo>
                <a:lnTo>
                  <a:pt x="2852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20000" y="2150850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-731" y="4672701"/>
            <a:ext cx="9143833" cy="475558"/>
          </a:xfrm>
          <a:custGeom>
            <a:avLst/>
            <a:gdLst/>
            <a:ahLst/>
            <a:cxnLst/>
            <a:rect l="l" t="t" r="r" b="b"/>
            <a:pathLst>
              <a:path w="285299" h="14838" extrusionOk="0">
                <a:moveTo>
                  <a:pt x="0" y="1"/>
                </a:moveTo>
                <a:lnTo>
                  <a:pt x="0" y="14838"/>
                </a:lnTo>
                <a:lnTo>
                  <a:pt x="285299" y="14838"/>
                </a:lnTo>
                <a:lnTo>
                  <a:pt x="2852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/>
          <p:nvPr/>
        </p:nvSpPr>
        <p:spPr>
          <a:xfrm>
            <a:off x="-731" y="4672701"/>
            <a:ext cx="9143833" cy="475558"/>
          </a:xfrm>
          <a:custGeom>
            <a:avLst/>
            <a:gdLst/>
            <a:ahLst/>
            <a:cxnLst/>
            <a:rect l="l" t="t" r="r" b="b"/>
            <a:pathLst>
              <a:path w="285299" h="14838" extrusionOk="0">
                <a:moveTo>
                  <a:pt x="0" y="1"/>
                </a:moveTo>
                <a:lnTo>
                  <a:pt x="0" y="14838"/>
                </a:lnTo>
                <a:lnTo>
                  <a:pt x="285299" y="14838"/>
                </a:lnTo>
                <a:lnTo>
                  <a:pt x="2852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title"/>
          </p:nvPr>
        </p:nvSpPr>
        <p:spPr>
          <a:xfrm>
            <a:off x="1140950" y="2667600"/>
            <a:ext cx="3800400" cy="4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body" idx="1"/>
          </p:nvPr>
        </p:nvSpPr>
        <p:spPr>
          <a:xfrm>
            <a:off x="1140950" y="3212150"/>
            <a:ext cx="3800400" cy="13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200"/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grpSp>
        <p:nvGrpSpPr>
          <p:cNvPr id="81" name="Google Shape;81;p7"/>
          <p:cNvGrpSpPr/>
          <p:nvPr/>
        </p:nvGrpSpPr>
        <p:grpSpPr>
          <a:xfrm>
            <a:off x="5732681" y="1433144"/>
            <a:ext cx="623168" cy="481718"/>
            <a:chOff x="5732681" y="1433144"/>
            <a:chExt cx="623168" cy="481718"/>
          </a:xfrm>
        </p:grpSpPr>
        <p:sp>
          <p:nvSpPr>
            <p:cNvPr id="82" name="Google Shape;82;p7"/>
            <p:cNvSpPr/>
            <p:nvPr/>
          </p:nvSpPr>
          <p:spPr>
            <a:xfrm>
              <a:off x="5732681" y="1433144"/>
              <a:ext cx="623168" cy="481718"/>
            </a:xfrm>
            <a:custGeom>
              <a:avLst/>
              <a:gdLst/>
              <a:ahLst/>
              <a:cxnLst/>
              <a:rect l="l" t="t" r="r" b="b"/>
              <a:pathLst>
                <a:path w="19433" h="15022" extrusionOk="0">
                  <a:moveTo>
                    <a:pt x="1" y="1"/>
                  </a:moveTo>
                  <a:lnTo>
                    <a:pt x="1" y="15022"/>
                  </a:lnTo>
                  <a:lnTo>
                    <a:pt x="19433" y="15022"/>
                  </a:lnTo>
                  <a:lnTo>
                    <a:pt x="1943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5780910" y="1606758"/>
              <a:ext cx="526709" cy="264172"/>
            </a:xfrm>
            <a:custGeom>
              <a:avLst/>
              <a:gdLst/>
              <a:ahLst/>
              <a:cxnLst/>
              <a:rect l="l" t="t" r="r" b="b"/>
              <a:pathLst>
                <a:path w="16425" h="8238" extrusionOk="0">
                  <a:moveTo>
                    <a:pt x="11045" y="0"/>
                  </a:moveTo>
                  <a:lnTo>
                    <a:pt x="6650" y="5264"/>
                  </a:lnTo>
                  <a:lnTo>
                    <a:pt x="3977" y="2473"/>
                  </a:lnTo>
                  <a:lnTo>
                    <a:pt x="0" y="8238"/>
                  </a:lnTo>
                  <a:lnTo>
                    <a:pt x="16425" y="8238"/>
                  </a:lnTo>
                  <a:lnTo>
                    <a:pt x="1104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5967896" y="1584791"/>
              <a:ext cx="89500" cy="76417"/>
            </a:xfrm>
            <a:custGeom>
              <a:avLst/>
              <a:gdLst/>
              <a:ahLst/>
              <a:cxnLst/>
              <a:rect l="l" t="t" r="r" b="b"/>
              <a:pathLst>
                <a:path w="2791" h="2383" extrusionOk="0">
                  <a:moveTo>
                    <a:pt x="1187" y="0"/>
                  </a:moveTo>
                  <a:cubicBezTo>
                    <a:pt x="535" y="0"/>
                    <a:pt x="1" y="535"/>
                    <a:pt x="1" y="1187"/>
                  </a:cubicBezTo>
                  <a:cubicBezTo>
                    <a:pt x="1" y="1911"/>
                    <a:pt x="591" y="2383"/>
                    <a:pt x="1206" y="2383"/>
                  </a:cubicBezTo>
                  <a:cubicBezTo>
                    <a:pt x="1499" y="2383"/>
                    <a:pt x="1797" y="2276"/>
                    <a:pt x="2039" y="2039"/>
                  </a:cubicBezTo>
                  <a:cubicBezTo>
                    <a:pt x="2791" y="1287"/>
                    <a:pt x="2256" y="0"/>
                    <a:pt x="1187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" name="Google Shape;85;p7"/>
          <p:cNvGrpSpPr/>
          <p:nvPr/>
        </p:nvGrpSpPr>
        <p:grpSpPr>
          <a:xfrm>
            <a:off x="7529776" y="988432"/>
            <a:ext cx="845524" cy="1094143"/>
            <a:chOff x="7529776" y="988432"/>
            <a:chExt cx="845524" cy="1094143"/>
          </a:xfrm>
        </p:grpSpPr>
        <p:sp>
          <p:nvSpPr>
            <p:cNvPr id="86" name="Google Shape;86;p7"/>
            <p:cNvSpPr/>
            <p:nvPr/>
          </p:nvSpPr>
          <p:spPr>
            <a:xfrm>
              <a:off x="7529776" y="988432"/>
              <a:ext cx="845524" cy="1094143"/>
            </a:xfrm>
            <a:custGeom>
              <a:avLst/>
              <a:gdLst/>
              <a:ahLst/>
              <a:cxnLst/>
              <a:rect l="l" t="t" r="r" b="b"/>
              <a:pathLst>
                <a:path w="26367" h="34120" extrusionOk="0">
                  <a:moveTo>
                    <a:pt x="702" y="1"/>
                  </a:moveTo>
                  <a:lnTo>
                    <a:pt x="0" y="34120"/>
                  </a:lnTo>
                  <a:lnTo>
                    <a:pt x="25681" y="34003"/>
                  </a:lnTo>
                  <a:lnTo>
                    <a:pt x="26366" y="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7584964" y="1027554"/>
              <a:ext cx="741048" cy="998229"/>
            </a:xfrm>
            <a:custGeom>
              <a:avLst/>
              <a:gdLst/>
              <a:ahLst/>
              <a:cxnLst/>
              <a:rect l="l" t="t" r="r" b="b"/>
              <a:pathLst>
                <a:path w="23109" h="31129" extrusionOk="0">
                  <a:moveTo>
                    <a:pt x="635" y="0"/>
                  </a:moveTo>
                  <a:lnTo>
                    <a:pt x="0" y="31128"/>
                  </a:lnTo>
                  <a:lnTo>
                    <a:pt x="0" y="31128"/>
                  </a:lnTo>
                  <a:lnTo>
                    <a:pt x="22473" y="30828"/>
                  </a:lnTo>
                  <a:lnTo>
                    <a:pt x="23108" y="468"/>
                  </a:lnTo>
                  <a:lnTo>
                    <a:pt x="6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7714068" y="1199019"/>
              <a:ext cx="492461" cy="680504"/>
            </a:xfrm>
            <a:custGeom>
              <a:avLst/>
              <a:gdLst/>
              <a:ahLst/>
              <a:cxnLst/>
              <a:rect l="l" t="t" r="r" b="b"/>
              <a:pathLst>
                <a:path w="15357" h="21221" extrusionOk="0">
                  <a:moveTo>
                    <a:pt x="15356" y="0"/>
                  </a:moveTo>
                  <a:lnTo>
                    <a:pt x="435" y="251"/>
                  </a:lnTo>
                  <a:lnTo>
                    <a:pt x="1" y="20903"/>
                  </a:lnTo>
                  <a:lnTo>
                    <a:pt x="14922" y="21220"/>
                  </a:lnTo>
                  <a:lnTo>
                    <a:pt x="153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7721571" y="1199019"/>
              <a:ext cx="484957" cy="680504"/>
            </a:xfrm>
            <a:custGeom>
              <a:avLst/>
              <a:gdLst/>
              <a:ahLst/>
              <a:cxnLst/>
              <a:rect l="l" t="t" r="r" b="b"/>
              <a:pathLst>
                <a:path w="15123" h="21221" extrusionOk="0">
                  <a:moveTo>
                    <a:pt x="15122" y="0"/>
                  </a:moveTo>
                  <a:lnTo>
                    <a:pt x="1" y="10009"/>
                  </a:lnTo>
                  <a:lnTo>
                    <a:pt x="14688" y="21220"/>
                  </a:lnTo>
                  <a:lnTo>
                    <a:pt x="1512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" name="Google Shape;90;p7"/>
          <p:cNvGrpSpPr/>
          <p:nvPr/>
        </p:nvGrpSpPr>
        <p:grpSpPr>
          <a:xfrm>
            <a:off x="5334050" y="371742"/>
            <a:ext cx="608705" cy="787129"/>
            <a:chOff x="5334050" y="371742"/>
            <a:chExt cx="608705" cy="787129"/>
          </a:xfrm>
        </p:grpSpPr>
        <p:sp>
          <p:nvSpPr>
            <p:cNvPr id="91" name="Google Shape;91;p7"/>
            <p:cNvSpPr/>
            <p:nvPr/>
          </p:nvSpPr>
          <p:spPr>
            <a:xfrm>
              <a:off x="5334050" y="371742"/>
              <a:ext cx="608705" cy="787129"/>
            </a:xfrm>
            <a:custGeom>
              <a:avLst/>
              <a:gdLst/>
              <a:ahLst/>
              <a:cxnLst/>
              <a:rect l="l" t="t" r="r" b="b"/>
              <a:pathLst>
                <a:path w="18982" h="24546" extrusionOk="0">
                  <a:moveTo>
                    <a:pt x="518" y="0"/>
                  </a:moveTo>
                  <a:lnTo>
                    <a:pt x="0" y="24545"/>
                  </a:lnTo>
                  <a:lnTo>
                    <a:pt x="18480" y="24462"/>
                  </a:lnTo>
                  <a:lnTo>
                    <a:pt x="18981" y="38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5374230" y="400122"/>
              <a:ext cx="532609" cy="717478"/>
            </a:xfrm>
            <a:custGeom>
              <a:avLst/>
              <a:gdLst/>
              <a:ahLst/>
              <a:cxnLst/>
              <a:rect l="l" t="t" r="r" b="b"/>
              <a:pathLst>
                <a:path w="16609" h="22374" extrusionOk="0">
                  <a:moveTo>
                    <a:pt x="452" y="1"/>
                  </a:moveTo>
                  <a:lnTo>
                    <a:pt x="1" y="22374"/>
                  </a:lnTo>
                  <a:lnTo>
                    <a:pt x="16158" y="22173"/>
                  </a:lnTo>
                  <a:lnTo>
                    <a:pt x="16609" y="335"/>
                  </a:lnTo>
                  <a:lnTo>
                    <a:pt x="4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5466938" y="523357"/>
              <a:ext cx="354186" cy="489222"/>
            </a:xfrm>
            <a:custGeom>
              <a:avLst/>
              <a:gdLst/>
              <a:ahLst/>
              <a:cxnLst/>
              <a:rect l="l" t="t" r="r" b="b"/>
              <a:pathLst>
                <a:path w="11045" h="15256" extrusionOk="0">
                  <a:moveTo>
                    <a:pt x="11045" y="1"/>
                  </a:moveTo>
                  <a:lnTo>
                    <a:pt x="318" y="185"/>
                  </a:lnTo>
                  <a:lnTo>
                    <a:pt x="0" y="15038"/>
                  </a:lnTo>
                  <a:lnTo>
                    <a:pt x="10727" y="15256"/>
                  </a:lnTo>
                  <a:lnTo>
                    <a:pt x="110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5472293" y="523357"/>
              <a:ext cx="348830" cy="489222"/>
            </a:xfrm>
            <a:custGeom>
              <a:avLst/>
              <a:gdLst/>
              <a:ahLst/>
              <a:cxnLst/>
              <a:rect l="l" t="t" r="r" b="b"/>
              <a:pathLst>
                <a:path w="10878" h="15256" extrusionOk="0">
                  <a:moveTo>
                    <a:pt x="10878" y="1"/>
                  </a:moveTo>
                  <a:lnTo>
                    <a:pt x="0" y="7202"/>
                  </a:lnTo>
                  <a:lnTo>
                    <a:pt x="10560" y="15256"/>
                  </a:lnTo>
                  <a:lnTo>
                    <a:pt x="1087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Google Shape;95;p7"/>
          <p:cNvGrpSpPr/>
          <p:nvPr/>
        </p:nvGrpSpPr>
        <p:grpSpPr>
          <a:xfrm>
            <a:off x="7179887" y="2301692"/>
            <a:ext cx="608705" cy="786584"/>
            <a:chOff x="7179887" y="2301692"/>
            <a:chExt cx="608705" cy="786584"/>
          </a:xfrm>
        </p:grpSpPr>
        <p:sp>
          <p:nvSpPr>
            <p:cNvPr id="96" name="Google Shape;96;p7"/>
            <p:cNvSpPr/>
            <p:nvPr/>
          </p:nvSpPr>
          <p:spPr>
            <a:xfrm>
              <a:off x="7179887" y="2301692"/>
              <a:ext cx="608705" cy="786584"/>
            </a:xfrm>
            <a:custGeom>
              <a:avLst/>
              <a:gdLst/>
              <a:ahLst/>
              <a:cxnLst/>
              <a:rect l="l" t="t" r="r" b="b"/>
              <a:pathLst>
                <a:path w="18982" h="24529" extrusionOk="0">
                  <a:moveTo>
                    <a:pt x="518" y="0"/>
                  </a:moveTo>
                  <a:lnTo>
                    <a:pt x="0" y="24528"/>
                  </a:lnTo>
                  <a:lnTo>
                    <a:pt x="18480" y="24445"/>
                  </a:lnTo>
                  <a:lnTo>
                    <a:pt x="18981" y="368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7220068" y="2329559"/>
              <a:ext cx="532609" cy="717991"/>
            </a:xfrm>
            <a:custGeom>
              <a:avLst/>
              <a:gdLst/>
              <a:ahLst/>
              <a:cxnLst/>
              <a:rect l="l" t="t" r="r" b="b"/>
              <a:pathLst>
                <a:path w="16609" h="22390" extrusionOk="0">
                  <a:moveTo>
                    <a:pt x="452" y="0"/>
                  </a:moveTo>
                  <a:lnTo>
                    <a:pt x="1" y="22390"/>
                  </a:lnTo>
                  <a:lnTo>
                    <a:pt x="16158" y="22172"/>
                  </a:lnTo>
                  <a:lnTo>
                    <a:pt x="16609" y="334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7312775" y="2452794"/>
              <a:ext cx="354186" cy="489735"/>
            </a:xfrm>
            <a:custGeom>
              <a:avLst/>
              <a:gdLst/>
              <a:ahLst/>
              <a:cxnLst/>
              <a:rect l="l" t="t" r="r" b="b"/>
              <a:pathLst>
                <a:path w="11045" h="15272" extrusionOk="0">
                  <a:moveTo>
                    <a:pt x="11045" y="0"/>
                  </a:moveTo>
                  <a:lnTo>
                    <a:pt x="318" y="184"/>
                  </a:lnTo>
                  <a:lnTo>
                    <a:pt x="0" y="15038"/>
                  </a:lnTo>
                  <a:lnTo>
                    <a:pt x="10727" y="15272"/>
                  </a:lnTo>
                  <a:lnTo>
                    <a:pt x="1104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" name="Google Shape;99;p7"/>
          <p:cNvGrpSpPr/>
          <p:nvPr/>
        </p:nvGrpSpPr>
        <p:grpSpPr>
          <a:xfrm>
            <a:off x="4941319" y="2011289"/>
            <a:ext cx="363838" cy="471007"/>
            <a:chOff x="4941319" y="2011289"/>
            <a:chExt cx="363838" cy="471007"/>
          </a:xfrm>
        </p:grpSpPr>
        <p:sp>
          <p:nvSpPr>
            <p:cNvPr id="100" name="Google Shape;100;p7"/>
            <p:cNvSpPr/>
            <p:nvPr/>
          </p:nvSpPr>
          <p:spPr>
            <a:xfrm>
              <a:off x="4941319" y="2011289"/>
              <a:ext cx="363838" cy="471007"/>
            </a:xfrm>
            <a:custGeom>
              <a:avLst/>
              <a:gdLst/>
              <a:ahLst/>
              <a:cxnLst/>
              <a:rect l="l" t="t" r="r" b="b"/>
              <a:pathLst>
                <a:path w="11346" h="14688" extrusionOk="0">
                  <a:moveTo>
                    <a:pt x="301" y="0"/>
                  </a:moveTo>
                  <a:lnTo>
                    <a:pt x="0" y="14687"/>
                  </a:lnTo>
                  <a:lnTo>
                    <a:pt x="11044" y="14637"/>
                  </a:lnTo>
                  <a:lnTo>
                    <a:pt x="11345" y="234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4964889" y="2027900"/>
              <a:ext cx="318815" cy="429737"/>
            </a:xfrm>
            <a:custGeom>
              <a:avLst/>
              <a:gdLst/>
              <a:ahLst/>
              <a:cxnLst/>
              <a:rect l="l" t="t" r="r" b="b"/>
              <a:pathLst>
                <a:path w="9942" h="13401" extrusionOk="0">
                  <a:moveTo>
                    <a:pt x="284" y="0"/>
                  </a:moveTo>
                  <a:lnTo>
                    <a:pt x="0" y="13401"/>
                  </a:lnTo>
                  <a:lnTo>
                    <a:pt x="9674" y="13284"/>
                  </a:lnTo>
                  <a:lnTo>
                    <a:pt x="9942" y="201"/>
                  </a:lnTo>
                  <a:lnTo>
                    <a:pt x="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5020590" y="2101848"/>
              <a:ext cx="211678" cy="293097"/>
            </a:xfrm>
            <a:custGeom>
              <a:avLst/>
              <a:gdLst/>
              <a:ahLst/>
              <a:cxnLst/>
              <a:rect l="l" t="t" r="r" b="b"/>
              <a:pathLst>
                <a:path w="6601" h="9140" extrusionOk="0">
                  <a:moveTo>
                    <a:pt x="6601" y="0"/>
                  </a:moveTo>
                  <a:lnTo>
                    <a:pt x="185" y="117"/>
                  </a:lnTo>
                  <a:lnTo>
                    <a:pt x="1" y="9006"/>
                  </a:lnTo>
                  <a:lnTo>
                    <a:pt x="6417" y="9140"/>
                  </a:lnTo>
                  <a:lnTo>
                    <a:pt x="660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7"/>
            <p:cNvSpPr/>
            <p:nvPr/>
          </p:nvSpPr>
          <p:spPr>
            <a:xfrm>
              <a:off x="5023829" y="2101848"/>
              <a:ext cx="208439" cy="293097"/>
            </a:xfrm>
            <a:custGeom>
              <a:avLst/>
              <a:gdLst/>
              <a:ahLst/>
              <a:cxnLst/>
              <a:rect l="l" t="t" r="r" b="b"/>
              <a:pathLst>
                <a:path w="6500" h="9140" extrusionOk="0">
                  <a:moveTo>
                    <a:pt x="6500" y="0"/>
                  </a:moveTo>
                  <a:lnTo>
                    <a:pt x="0" y="4311"/>
                  </a:lnTo>
                  <a:lnTo>
                    <a:pt x="6316" y="9140"/>
                  </a:lnTo>
                  <a:lnTo>
                    <a:pt x="650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" name="Google Shape;104;p7"/>
          <p:cNvGrpSpPr/>
          <p:nvPr/>
        </p:nvGrpSpPr>
        <p:grpSpPr>
          <a:xfrm>
            <a:off x="6810181" y="513737"/>
            <a:ext cx="556211" cy="535271"/>
            <a:chOff x="6810181" y="513737"/>
            <a:chExt cx="556211" cy="535271"/>
          </a:xfrm>
        </p:grpSpPr>
        <p:sp>
          <p:nvSpPr>
            <p:cNvPr id="105" name="Google Shape;105;p7"/>
            <p:cNvSpPr/>
            <p:nvPr/>
          </p:nvSpPr>
          <p:spPr>
            <a:xfrm>
              <a:off x="6946821" y="513737"/>
              <a:ext cx="273279" cy="121119"/>
            </a:xfrm>
            <a:custGeom>
              <a:avLst/>
              <a:gdLst/>
              <a:ahLst/>
              <a:cxnLst/>
              <a:rect l="l" t="t" r="r" b="b"/>
              <a:pathLst>
                <a:path w="8522" h="3777" extrusionOk="0">
                  <a:moveTo>
                    <a:pt x="20" y="3578"/>
                  </a:moveTo>
                  <a:cubicBezTo>
                    <a:pt x="14" y="3583"/>
                    <a:pt x="7" y="3588"/>
                    <a:pt x="0" y="3592"/>
                  </a:cubicBezTo>
                  <a:lnTo>
                    <a:pt x="0" y="3609"/>
                  </a:lnTo>
                  <a:cubicBezTo>
                    <a:pt x="7" y="3598"/>
                    <a:pt x="14" y="3588"/>
                    <a:pt x="20" y="3578"/>
                  </a:cubicBezTo>
                  <a:close/>
                  <a:moveTo>
                    <a:pt x="4344" y="0"/>
                  </a:moveTo>
                  <a:cubicBezTo>
                    <a:pt x="4127" y="33"/>
                    <a:pt x="3943" y="117"/>
                    <a:pt x="3776" y="234"/>
                  </a:cubicBezTo>
                  <a:cubicBezTo>
                    <a:pt x="3609" y="351"/>
                    <a:pt x="3459" y="451"/>
                    <a:pt x="3309" y="568"/>
                  </a:cubicBezTo>
                  <a:cubicBezTo>
                    <a:pt x="3008" y="785"/>
                    <a:pt x="2740" y="1003"/>
                    <a:pt x="2473" y="1220"/>
                  </a:cubicBezTo>
                  <a:cubicBezTo>
                    <a:pt x="1972" y="1671"/>
                    <a:pt x="1521" y="2072"/>
                    <a:pt x="1153" y="2423"/>
                  </a:cubicBezTo>
                  <a:cubicBezTo>
                    <a:pt x="786" y="2774"/>
                    <a:pt x="485" y="3058"/>
                    <a:pt x="284" y="3275"/>
                  </a:cubicBezTo>
                  <a:cubicBezTo>
                    <a:pt x="192" y="3367"/>
                    <a:pt x="100" y="3460"/>
                    <a:pt x="20" y="3578"/>
                  </a:cubicBezTo>
                  <a:lnTo>
                    <a:pt x="20" y="3578"/>
                  </a:lnTo>
                  <a:cubicBezTo>
                    <a:pt x="131" y="3499"/>
                    <a:pt x="240" y="3420"/>
                    <a:pt x="334" y="3325"/>
                  </a:cubicBezTo>
                  <a:lnTo>
                    <a:pt x="1237" y="2506"/>
                  </a:lnTo>
                  <a:cubicBezTo>
                    <a:pt x="1604" y="2172"/>
                    <a:pt x="2072" y="1771"/>
                    <a:pt x="2573" y="1353"/>
                  </a:cubicBezTo>
                  <a:cubicBezTo>
                    <a:pt x="2841" y="1136"/>
                    <a:pt x="3108" y="919"/>
                    <a:pt x="3409" y="702"/>
                  </a:cubicBezTo>
                  <a:cubicBezTo>
                    <a:pt x="3559" y="585"/>
                    <a:pt x="3710" y="485"/>
                    <a:pt x="3860" y="384"/>
                  </a:cubicBezTo>
                  <a:cubicBezTo>
                    <a:pt x="4010" y="284"/>
                    <a:pt x="4161" y="217"/>
                    <a:pt x="4344" y="167"/>
                  </a:cubicBezTo>
                  <a:cubicBezTo>
                    <a:pt x="4512" y="217"/>
                    <a:pt x="4679" y="284"/>
                    <a:pt x="4812" y="384"/>
                  </a:cubicBezTo>
                  <a:cubicBezTo>
                    <a:pt x="4963" y="501"/>
                    <a:pt x="5113" y="602"/>
                    <a:pt x="5247" y="718"/>
                  </a:cubicBezTo>
                  <a:cubicBezTo>
                    <a:pt x="5531" y="952"/>
                    <a:pt x="5798" y="1186"/>
                    <a:pt x="6049" y="1404"/>
                  </a:cubicBezTo>
                  <a:cubicBezTo>
                    <a:pt x="6533" y="1855"/>
                    <a:pt x="6968" y="2272"/>
                    <a:pt x="7335" y="2640"/>
                  </a:cubicBezTo>
                  <a:lnTo>
                    <a:pt x="8204" y="3475"/>
                  </a:lnTo>
                  <a:cubicBezTo>
                    <a:pt x="8304" y="3592"/>
                    <a:pt x="8405" y="3693"/>
                    <a:pt x="8522" y="3776"/>
                  </a:cubicBezTo>
                  <a:cubicBezTo>
                    <a:pt x="8438" y="3642"/>
                    <a:pt x="8355" y="3542"/>
                    <a:pt x="8254" y="3425"/>
                  </a:cubicBezTo>
                  <a:cubicBezTo>
                    <a:pt x="8054" y="3225"/>
                    <a:pt x="7786" y="2907"/>
                    <a:pt x="7419" y="2540"/>
                  </a:cubicBezTo>
                  <a:cubicBezTo>
                    <a:pt x="7068" y="2189"/>
                    <a:pt x="6650" y="1754"/>
                    <a:pt x="6149" y="1287"/>
                  </a:cubicBezTo>
                  <a:cubicBezTo>
                    <a:pt x="5898" y="1053"/>
                    <a:pt x="5648" y="819"/>
                    <a:pt x="5364" y="585"/>
                  </a:cubicBezTo>
                  <a:cubicBezTo>
                    <a:pt x="5213" y="468"/>
                    <a:pt x="5063" y="351"/>
                    <a:pt x="4896" y="251"/>
                  </a:cubicBezTo>
                  <a:cubicBezTo>
                    <a:pt x="4745" y="117"/>
                    <a:pt x="4545" y="33"/>
                    <a:pt x="434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6810181" y="619271"/>
              <a:ext cx="556211" cy="429737"/>
            </a:xfrm>
            <a:custGeom>
              <a:avLst/>
              <a:gdLst/>
              <a:ahLst/>
              <a:cxnLst/>
              <a:rect l="l" t="t" r="r" b="b"/>
              <a:pathLst>
                <a:path w="17345" h="13401" extrusionOk="0">
                  <a:moveTo>
                    <a:pt x="1" y="1"/>
                  </a:moveTo>
                  <a:lnTo>
                    <a:pt x="67" y="13050"/>
                  </a:lnTo>
                  <a:lnTo>
                    <a:pt x="17077" y="13401"/>
                  </a:lnTo>
                  <a:lnTo>
                    <a:pt x="17344" y="3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7"/>
            <p:cNvSpPr/>
            <p:nvPr/>
          </p:nvSpPr>
          <p:spPr>
            <a:xfrm>
              <a:off x="6839106" y="647138"/>
              <a:ext cx="507436" cy="376697"/>
            </a:xfrm>
            <a:custGeom>
              <a:avLst/>
              <a:gdLst/>
              <a:ahLst/>
              <a:cxnLst/>
              <a:rect l="l" t="t" r="r" b="b"/>
              <a:pathLst>
                <a:path w="15824" h="11747" extrusionOk="0">
                  <a:moveTo>
                    <a:pt x="1" y="0"/>
                  </a:moveTo>
                  <a:lnTo>
                    <a:pt x="151" y="11429"/>
                  </a:lnTo>
                  <a:lnTo>
                    <a:pt x="15590" y="11747"/>
                  </a:lnTo>
                  <a:lnTo>
                    <a:pt x="15824" y="3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6913599" y="713036"/>
              <a:ext cx="346169" cy="249710"/>
            </a:xfrm>
            <a:custGeom>
              <a:avLst/>
              <a:gdLst/>
              <a:ahLst/>
              <a:cxnLst/>
              <a:rect l="l" t="t" r="r" b="b"/>
              <a:pathLst>
                <a:path w="10795" h="7787" extrusionOk="0">
                  <a:moveTo>
                    <a:pt x="151" y="1"/>
                  </a:moveTo>
                  <a:lnTo>
                    <a:pt x="0" y="7570"/>
                  </a:lnTo>
                  <a:lnTo>
                    <a:pt x="10794" y="7787"/>
                  </a:lnTo>
                  <a:lnTo>
                    <a:pt x="10660" y="218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6969300" y="779480"/>
              <a:ext cx="238999" cy="5932"/>
            </a:xfrm>
            <a:custGeom>
              <a:avLst/>
              <a:gdLst/>
              <a:ahLst/>
              <a:cxnLst/>
              <a:rect l="l" t="t" r="r" b="b"/>
              <a:pathLst>
                <a:path w="7453" h="185" extrusionOk="0">
                  <a:moveTo>
                    <a:pt x="3727" y="0"/>
                  </a:moveTo>
                  <a:cubicBezTo>
                    <a:pt x="1672" y="0"/>
                    <a:pt x="1" y="51"/>
                    <a:pt x="1" y="84"/>
                  </a:cubicBezTo>
                  <a:cubicBezTo>
                    <a:pt x="1" y="134"/>
                    <a:pt x="1672" y="184"/>
                    <a:pt x="3727" y="184"/>
                  </a:cubicBezTo>
                  <a:cubicBezTo>
                    <a:pt x="5782" y="184"/>
                    <a:pt x="7453" y="134"/>
                    <a:pt x="7453" y="84"/>
                  </a:cubicBezTo>
                  <a:cubicBezTo>
                    <a:pt x="7453" y="51"/>
                    <a:pt x="5782" y="0"/>
                    <a:pt x="37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7"/>
            <p:cNvSpPr/>
            <p:nvPr/>
          </p:nvSpPr>
          <p:spPr>
            <a:xfrm>
              <a:off x="6969300" y="817512"/>
              <a:ext cx="238999" cy="5387"/>
            </a:xfrm>
            <a:custGeom>
              <a:avLst/>
              <a:gdLst/>
              <a:ahLst/>
              <a:cxnLst/>
              <a:rect l="l" t="t" r="r" b="b"/>
              <a:pathLst>
                <a:path w="7453" h="168" extrusionOk="0">
                  <a:moveTo>
                    <a:pt x="3727" y="1"/>
                  </a:moveTo>
                  <a:cubicBezTo>
                    <a:pt x="1672" y="1"/>
                    <a:pt x="1" y="34"/>
                    <a:pt x="1" y="84"/>
                  </a:cubicBezTo>
                  <a:cubicBezTo>
                    <a:pt x="1" y="134"/>
                    <a:pt x="1672" y="168"/>
                    <a:pt x="3727" y="168"/>
                  </a:cubicBezTo>
                  <a:cubicBezTo>
                    <a:pt x="5782" y="168"/>
                    <a:pt x="7453" y="134"/>
                    <a:pt x="7453" y="84"/>
                  </a:cubicBezTo>
                  <a:cubicBezTo>
                    <a:pt x="7453" y="34"/>
                    <a:pt x="5782" y="1"/>
                    <a:pt x="372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6969300" y="855031"/>
              <a:ext cx="238999" cy="5932"/>
            </a:xfrm>
            <a:custGeom>
              <a:avLst/>
              <a:gdLst/>
              <a:ahLst/>
              <a:cxnLst/>
              <a:rect l="l" t="t" r="r" b="b"/>
              <a:pathLst>
                <a:path w="7453" h="185" extrusionOk="0">
                  <a:moveTo>
                    <a:pt x="3727" y="0"/>
                  </a:moveTo>
                  <a:cubicBezTo>
                    <a:pt x="1672" y="0"/>
                    <a:pt x="1" y="50"/>
                    <a:pt x="1" y="101"/>
                  </a:cubicBezTo>
                  <a:cubicBezTo>
                    <a:pt x="1" y="134"/>
                    <a:pt x="1672" y="184"/>
                    <a:pt x="3727" y="184"/>
                  </a:cubicBezTo>
                  <a:cubicBezTo>
                    <a:pt x="5782" y="184"/>
                    <a:pt x="7453" y="134"/>
                    <a:pt x="7453" y="101"/>
                  </a:cubicBezTo>
                  <a:cubicBezTo>
                    <a:pt x="7453" y="50"/>
                    <a:pt x="5782" y="0"/>
                    <a:pt x="37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7123641" y="893063"/>
              <a:ext cx="84658" cy="5387"/>
            </a:xfrm>
            <a:custGeom>
              <a:avLst/>
              <a:gdLst/>
              <a:ahLst/>
              <a:cxnLst/>
              <a:rect l="l" t="t" r="r" b="b"/>
              <a:pathLst>
                <a:path w="2640" h="168" extrusionOk="0">
                  <a:moveTo>
                    <a:pt x="1320" y="1"/>
                  </a:moveTo>
                  <a:cubicBezTo>
                    <a:pt x="585" y="1"/>
                    <a:pt x="0" y="34"/>
                    <a:pt x="0" y="84"/>
                  </a:cubicBezTo>
                  <a:cubicBezTo>
                    <a:pt x="0" y="134"/>
                    <a:pt x="585" y="168"/>
                    <a:pt x="1320" y="168"/>
                  </a:cubicBezTo>
                  <a:cubicBezTo>
                    <a:pt x="2055" y="168"/>
                    <a:pt x="2640" y="134"/>
                    <a:pt x="2640" y="84"/>
                  </a:cubicBezTo>
                  <a:cubicBezTo>
                    <a:pt x="2640" y="34"/>
                    <a:pt x="2055" y="1"/>
                    <a:pt x="13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7161128" y="723522"/>
              <a:ext cx="92194" cy="83536"/>
            </a:xfrm>
            <a:custGeom>
              <a:avLst/>
              <a:gdLst/>
              <a:ahLst/>
              <a:cxnLst/>
              <a:rect l="l" t="t" r="r" b="b"/>
              <a:pathLst>
                <a:path w="2875" h="2605" extrusionOk="0">
                  <a:moveTo>
                    <a:pt x="1281" y="0"/>
                  </a:moveTo>
                  <a:cubicBezTo>
                    <a:pt x="998" y="0"/>
                    <a:pt x="719" y="97"/>
                    <a:pt x="485" y="275"/>
                  </a:cubicBezTo>
                  <a:cubicBezTo>
                    <a:pt x="251" y="459"/>
                    <a:pt x="101" y="710"/>
                    <a:pt x="34" y="994"/>
                  </a:cubicBezTo>
                  <a:cubicBezTo>
                    <a:pt x="17" y="1094"/>
                    <a:pt x="1" y="1194"/>
                    <a:pt x="34" y="1294"/>
                  </a:cubicBezTo>
                  <a:cubicBezTo>
                    <a:pt x="51" y="1294"/>
                    <a:pt x="51" y="1194"/>
                    <a:pt x="101" y="1010"/>
                  </a:cubicBezTo>
                  <a:cubicBezTo>
                    <a:pt x="184" y="760"/>
                    <a:pt x="335" y="526"/>
                    <a:pt x="552" y="375"/>
                  </a:cubicBezTo>
                  <a:cubicBezTo>
                    <a:pt x="769" y="215"/>
                    <a:pt x="1011" y="142"/>
                    <a:pt x="1247" y="142"/>
                  </a:cubicBezTo>
                  <a:cubicBezTo>
                    <a:pt x="1847" y="142"/>
                    <a:pt x="2407" y="611"/>
                    <a:pt x="2407" y="1294"/>
                  </a:cubicBezTo>
                  <a:cubicBezTo>
                    <a:pt x="2407" y="1981"/>
                    <a:pt x="1842" y="2460"/>
                    <a:pt x="1238" y="2460"/>
                  </a:cubicBezTo>
                  <a:cubicBezTo>
                    <a:pt x="1005" y="2460"/>
                    <a:pt x="766" y="2388"/>
                    <a:pt x="552" y="2230"/>
                  </a:cubicBezTo>
                  <a:cubicBezTo>
                    <a:pt x="335" y="2080"/>
                    <a:pt x="184" y="1846"/>
                    <a:pt x="101" y="1595"/>
                  </a:cubicBezTo>
                  <a:cubicBezTo>
                    <a:pt x="51" y="1411"/>
                    <a:pt x="51" y="1294"/>
                    <a:pt x="34" y="1294"/>
                  </a:cubicBezTo>
                  <a:cubicBezTo>
                    <a:pt x="1" y="1411"/>
                    <a:pt x="17" y="1512"/>
                    <a:pt x="34" y="1612"/>
                  </a:cubicBezTo>
                  <a:cubicBezTo>
                    <a:pt x="101" y="1896"/>
                    <a:pt x="251" y="2146"/>
                    <a:pt x="485" y="2330"/>
                  </a:cubicBezTo>
                  <a:cubicBezTo>
                    <a:pt x="719" y="2508"/>
                    <a:pt x="998" y="2605"/>
                    <a:pt x="1281" y="2605"/>
                  </a:cubicBezTo>
                  <a:cubicBezTo>
                    <a:pt x="1423" y="2605"/>
                    <a:pt x="1566" y="2581"/>
                    <a:pt x="1705" y="2531"/>
                  </a:cubicBezTo>
                  <a:cubicBezTo>
                    <a:pt x="2875" y="2130"/>
                    <a:pt x="2875" y="476"/>
                    <a:pt x="1705" y="75"/>
                  </a:cubicBezTo>
                  <a:cubicBezTo>
                    <a:pt x="1566" y="24"/>
                    <a:pt x="1423" y="0"/>
                    <a:pt x="12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6952721" y="886073"/>
              <a:ext cx="70196" cy="43580"/>
            </a:xfrm>
            <a:custGeom>
              <a:avLst/>
              <a:gdLst/>
              <a:ahLst/>
              <a:cxnLst/>
              <a:rect l="l" t="t" r="r" b="b"/>
              <a:pathLst>
                <a:path w="2189" h="1359" extrusionOk="0">
                  <a:moveTo>
                    <a:pt x="1089" y="155"/>
                  </a:moveTo>
                  <a:cubicBezTo>
                    <a:pt x="1128" y="155"/>
                    <a:pt x="1183" y="186"/>
                    <a:pt x="1220" y="235"/>
                  </a:cubicBezTo>
                  <a:cubicBezTo>
                    <a:pt x="1303" y="369"/>
                    <a:pt x="1270" y="553"/>
                    <a:pt x="1136" y="653"/>
                  </a:cubicBezTo>
                  <a:cubicBezTo>
                    <a:pt x="1109" y="673"/>
                    <a:pt x="1079" y="690"/>
                    <a:pt x="1049" y="703"/>
                  </a:cubicBezTo>
                  <a:lnTo>
                    <a:pt x="1049" y="703"/>
                  </a:lnTo>
                  <a:cubicBezTo>
                    <a:pt x="1014" y="608"/>
                    <a:pt x="994" y="507"/>
                    <a:pt x="986" y="402"/>
                  </a:cubicBezTo>
                  <a:cubicBezTo>
                    <a:pt x="969" y="319"/>
                    <a:pt x="1003" y="235"/>
                    <a:pt x="1053" y="169"/>
                  </a:cubicBezTo>
                  <a:cubicBezTo>
                    <a:pt x="1062" y="160"/>
                    <a:pt x="1074" y="155"/>
                    <a:pt x="1089" y="155"/>
                  </a:cubicBezTo>
                  <a:close/>
                  <a:moveTo>
                    <a:pt x="1874" y="166"/>
                  </a:moveTo>
                  <a:cubicBezTo>
                    <a:pt x="1890" y="166"/>
                    <a:pt x="1904" y="183"/>
                    <a:pt x="1922" y="219"/>
                  </a:cubicBezTo>
                  <a:cubicBezTo>
                    <a:pt x="2005" y="369"/>
                    <a:pt x="2038" y="553"/>
                    <a:pt x="2022" y="737"/>
                  </a:cubicBezTo>
                  <a:cubicBezTo>
                    <a:pt x="2022" y="840"/>
                    <a:pt x="1985" y="938"/>
                    <a:pt x="1922" y="1019"/>
                  </a:cubicBezTo>
                  <a:lnTo>
                    <a:pt x="1922" y="1019"/>
                  </a:lnTo>
                  <a:cubicBezTo>
                    <a:pt x="1783" y="854"/>
                    <a:pt x="1722" y="628"/>
                    <a:pt x="1754" y="402"/>
                  </a:cubicBezTo>
                  <a:cubicBezTo>
                    <a:pt x="1754" y="336"/>
                    <a:pt x="1788" y="269"/>
                    <a:pt x="1821" y="202"/>
                  </a:cubicBezTo>
                  <a:cubicBezTo>
                    <a:pt x="1845" y="179"/>
                    <a:pt x="1861" y="166"/>
                    <a:pt x="1874" y="166"/>
                  </a:cubicBezTo>
                  <a:close/>
                  <a:moveTo>
                    <a:pt x="1106" y="1"/>
                  </a:moveTo>
                  <a:cubicBezTo>
                    <a:pt x="1053" y="1"/>
                    <a:pt x="996" y="19"/>
                    <a:pt x="952" y="52"/>
                  </a:cubicBezTo>
                  <a:cubicBezTo>
                    <a:pt x="852" y="135"/>
                    <a:pt x="802" y="285"/>
                    <a:pt x="819" y="419"/>
                  </a:cubicBezTo>
                  <a:cubicBezTo>
                    <a:pt x="826" y="532"/>
                    <a:pt x="847" y="642"/>
                    <a:pt x="884" y="747"/>
                  </a:cubicBezTo>
                  <a:lnTo>
                    <a:pt x="884" y="747"/>
                  </a:lnTo>
                  <a:cubicBezTo>
                    <a:pt x="868" y="749"/>
                    <a:pt x="851" y="749"/>
                    <a:pt x="834" y="749"/>
                  </a:cubicBezTo>
                  <a:cubicBezTo>
                    <a:pt x="796" y="749"/>
                    <a:pt x="757" y="745"/>
                    <a:pt x="718" y="737"/>
                  </a:cubicBezTo>
                  <a:cubicBezTo>
                    <a:pt x="501" y="653"/>
                    <a:pt x="301" y="503"/>
                    <a:pt x="167" y="302"/>
                  </a:cubicBezTo>
                  <a:cubicBezTo>
                    <a:pt x="67" y="169"/>
                    <a:pt x="17" y="102"/>
                    <a:pt x="0" y="102"/>
                  </a:cubicBezTo>
                  <a:lnTo>
                    <a:pt x="0" y="102"/>
                  </a:lnTo>
                  <a:cubicBezTo>
                    <a:pt x="17" y="185"/>
                    <a:pt x="67" y="269"/>
                    <a:pt x="117" y="352"/>
                  </a:cubicBezTo>
                  <a:cubicBezTo>
                    <a:pt x="234" y="570"/>
                    <a:pt x="434" y="753"/>
                    <a:pt x="685" y="854"/>
                  </a:cubicBezTo>
                  <a:cubicBezTo>
                    <a:pt x="742" y="869"/>
                    <a:pt x="800" y="877"/>
                    <a:pt x="859" y="877"/>
                  </a:cubicBezTo>
                  <a:cubicBezTo>
                    <a:pt x="884" y="877"/>
                    <a:pt x="910" y="875"/>
                    <a:pt x="936" y="872"/>
                  </a:cubicBezTo>
                  <a:lnTo>
                    <a:pt x="936" y="872"/>
                  </a:lnTo>
                  <a:cubicBezTo>
                    <a:pt x="975" y="953"/>
                    <a:pt x="1025" y="1031"/>
                    <a:pt x="1086" y="1104"/>
                  </a:cubicBezTo>
                  <a:cubicBezTo>
                    <a:pt x="1186" y="1204"/>
                    <a:pt x="1287" y="1271"/>
                    <a:pt x="1404" y="1321"/>
                  </a:cubicBezTo>
                  <a:cubicBezTo>
                    <a:pt x="1470" y="1346"/>
                    <a:pt x="1537" y="1359"/>
                    <a:pt x="1604" y="1359"/>
                  </a:cubicBezTo>
                  <a:cubicBezTo>
                    <a:pt x="1671" y="1359"/>
                    <a:pt x="1738" y="1346"/>
                    <a:pt x="1805" y="1321"/>
                  </a:cubicBezTo>
                  <a:cubicBezTo>
                    <a:pt x="1878" y="1287"/>
                    <a:pt x="1944" y="1238"/>
                    <a:pt x="2000" y="1178"/>
                  </a:cubicBezTo>
                  <a:lnTo>
                    <a:pt x="2000" y="1178"/>
                  </a:lnTo>
                  <a:cubicBezTo>
                    <a:pt x="2058" y="1214"/>
                    <a:pt x="2104" y="1226"/>
                    <a:pt x="2125" y="1226"/>
                  </a:cubicBezTo>
                  <a:cubicBezTo>
                    <a:pt x="2134" y="1226"/>
                    <a:pt x="2139" y="1224"/>
                    <a:pt x="2139" y="1221"/>
                  </a:cubicBezTo>
                  <a:cubicBezTo>
                    <a:pt x="2139" y="1210"/>
                    <a:pt x="2099" y="1190"/>
                    <a:pt x="2036" y="1135"/>
                  </a:cubicBezTo>
                  <a:lnTo>
                    <a:pt x="2036" y="1135"/>
                  </a:lnTo>
                  <a:cubicBezTo>
                    <a:pt x="2124" y="1024"/>
                    <a:pt x="2179" y="883"/>
                    <a:pt x="2189" y="737"/>
                  </a:cubicBezTo>
                  <a:cubicBezTo>
                    <a:pt x="2189" y="536"/>
                    <a:pt x="2139" y="319"/>
                    <a:pt x="2038" y="135"/>
                  </a:cubicBezTo>
                  <a:cubicBezTo>
                    <a:pt x="2005" y="85"/>
                    <a:pt x="1955" y="35"/>
                    <a:pt x="1888" y="35"/>
                  </a:cubicBezTo>
                  <a:cubicBezTo>
                    <a:pt x="1805" y="35"/>
                    <a:pt x="1754" y="68"/>
                    <a:pt x="1721" y="118"/>
                  </a:cubicBezTo>
                  <a:cubicBezTo>
                    <a:pt x="1671" y="202"/>
                    <a:pt x="1637" y="285"/>
                    <a:pt x="1637" y="386"/>
                  </a:cubicBezTo>
                  <a:cubicBezTo>
                    <a:pt x="1605" y="646"/>
                    <a:pt x="1699" y="891"/>
                    <a:pt x="1874" y="1073"/>
                  </a:cubicBezTo>
                  <a:lnTo>
                    <a:pt x="1874" y="1073"/>
                  </a:lnTo>
                  <a:cubicBezTo>
                    <a:pt x="1835" y="1112"/>
                    <a:pt x="1789" y="1146"/>
                    <a:pt x="1738" y="1171"/>
                  </a:cubicBezTo>
                  <a:cubicBezTo>
                    <a:pt x="1694" y="1182"/>
                    <a:pt x="1650" y="1187"/>
                    <a:pt x="1608" y="1187"/>
                  </a:cubicBezTo>
                  <a:cubicBezTo>
                    <a:pt x="1454" y="1187"/>
                    <a:pt x="1311" y="1118"/>
                    <a:pt x="1220" y="987"/>
                  </a:cubicBezTo>
                  <a:cubicBezTo>
                    <a:pt x="1175" y="937"/>
                    <a:pt x="1137" y="885"/>
                    <a:pt x="1107" y="829"/>
                  </a:cubicBezTo>
                  <a:lnTo>
                    <a:pt x="1107" y="829"/>
                  </a:lnTo>
                  <a:cubicBezTo>
                    <a:pt x="1147" y="813"/>
                    <a:pt x="1185" y="794"/>
                    <a:pt x="1220" y="770"/>
                  </a:cubicBezTo>
                  <a:cubicBezTo>
                    <a:pt x="1420" y="620"/>
                    <a:pt x="1470" y="352"/>
                    <a:pt x="1337" y="152"/>
                  </a:cubicBezTo>
                  <a:cubicBezTo>
                    <a:pt x="1303" y="85"/>
                    <a:pt x="1253" y="52"/>
                    <a:pt x="1186" y="18"/>
                  </a:cubicBezTo>
                  <a:cubicBezTo>
                    <a:pt x="1163" y="6"/>
                    <a:pt x="1135" y="1"/>
                    <a:pt x="11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7"/>
          <p:cNvGrpSpPr/>
          <p:nvPr/>
        </p:nvGrpSpPr>
        <p:grpSpPr>
          <a:xfrm>
            <a:off x="4580175" y="1048462"/>
            <a:ext cx="853573" cy="820864"/>
            <a:chOff x="4580175" y="1048462"/>
            <a:chExt cx="853573" cy="820864"/>
          </a:xfrm>
        </p:grpSpPr>
        <p:sp>
          <p:nvSpPr>
            <p:cNvPr id="116" name="Google Shape;116;p7"/>
            <p:cNvSpPr/>
            <p:nvPr/>
          </p:nvSpPr>
          <p:spPr>
            <a:xfrm>
              <a:off x="4789672" y="1048462"/>
              <a:ext cx="419571" cy="185414"/>
            </a:xfrm>
            <a:custGeom>
              <a:avLst/>
              <a:gdLst/>
              <a:ahLst/>
              <a:cxnLst/>
              <a:rect l="l" t="t" r="r" b="b"/>
              <a:pathLst>
                <a:path w="13084" h="5782" extrusionOk="0">
                  <a:moveTo>
                    <a:pt x="6651" y="0"/>
                  </a:moveTo>
                  <a:cubicBezTo>
                    <a:pt x="6350" y="67"/>
                    <a:pt x="6049" y="184"/>
                    <a:pt x="5782" y="368"/>
                  </a:cubicBezTo>
                  <a:cubicBezTo>
                    <a:pt x="5531" y="518"/>
                    <a:pt x="5297" y="685"/>
                    <a:pt x="5080" y="852"/>
                  </a:cubicBezTo>
                  <a:cubicBezTo>
                    <a:pt x="4629" y="1203"/>
                    <a:pt x="4194" y="1537"/>
                    <a:pt x="3810" y="1871"/>
                  </a:cubicBezTo>
                  <a:cubicBezTo>
                    <a:pt x="3025" y="2557"/>
                    <a:pt x="2340" y="3175"/>
                    <a:pt x="1772" y="3709"/>
                  </a:cubicBezTo>
                  <a:cubicBezTo>
                    <a:pt x="1204" y="4261"/>
                    <a:pt x="752" y="4695"/>
                    <a:pt x="452" y="5013"/>
                  </a:cubicBezTo>
                  <a:cubicBezTo>
                    <a:pt x="285" y="5163"/>
                    <a:pt x="134" y="5330"/>
                    <a:pt x="1" y="5514"/>
                  </a:cubicBezTo>
                  <a:lnTo>
                    <a:pt x="1" y="5531"/>
                  </a:lnTo>
                  <a:cubicBezTo>
                    <a:pt x="184" y="5397"/>
                    <a:pt x="351" y="5247"/>
                    <a:pt x="518" y="5096"/>
                  </a:cubicBezTo>
                  <a:cubicBezTo>
                    <a:pt x="886" y="4762"/>
                    <a:pt x="1337" y="4344"/>
                    <a:pt x="1889" y="3860"/>
                  </a:cubicBezTo>
                  <a:cubicBezTo>
                    <a:pt x="2473" y="3342"/>
                    <a:pt x="3175" y="2724"/>
                    <a:pt x="3960" y="2055"/>
                  </a:cubicBezTo>
                  <a:cubicBezTo>
                    <a:pt x="4361" y="1738"/>
                    <a:pt x="4779" y="1404"/>
                    <a:pt x="5230" y="1069"/>
                  </a:cubicBezTo>
                  <a:cubicBezTo>
                    <a:pt x="5448" y="902"/>
                    <a:pt x="5681" y="735"/>
                    <a:pt x="5932" y="585"/>
                  </a:cubicBezTo>
                  <a:cubicBezTo>
                    <a:pt x="6149" y="435"/>
                    <a:pt x="6400" y="318"/>
                    <a:pt x="6667" y="267"/>
                  </a:cubicBezTo>
                  <a:cubicBezTo>
                    <a:pt x="6935" y="318"/>
                    <a:pt x="7168" y="435"/>
                    <a:pt x="7386" y="602"/>
                  </a:cubicBezTo>
                  <a:cubicBezTo>
                    <a:pt x="7620" y="752"/>
                    <a:pt x="7837" y="919"/>
                    <a:pt x="8054" y="1103"/>
                  </a:cubicBezTo>
                  <a:cubicBezTo>
                    <a:pt x="8488" y="1454"/>
                    <a:pt x="8906" y="1805"/>
                    <a:pt x="9274" y="2156"/>
                  </a:cubicBezTo>
                  <a:cubicBezTo>
                    <a:pt x="10042" y="2841"/>
                    <a:pt x="10711" y="3492"/>
                    <a:pt x="11262" y="4044"/>
                  </a:cubicBezTo>
                  <a:cubicBezTo>
                    <a:pt x="11797" y="4562"/>
                    <a:pt x="12231" y="4996"/>
                    <a:pt x="12582" y="5330"/>
                  </a:cubicBezTo>
                  <a:cubicBezTo>
                    <a:pt x="12732" y="5497"/>
                    <a:pt x="12900" y="5648"/>
                    <a:pt x="13083" y="5781"/>
                  </a:cubicBezTo>
                  <a:cubicBezTo>
                    <a:pt x="12966" y="5597"/>
                    <a:pt x="12816" y="5414"/>
                    <a:pt x="12666" y="5263"/>
                  </a:cubicBezTo>
                  <a:cubicBezTo>
                    <a:pt x="12365" y="4929"/>
                    <a:pt x="11947" y="4461"/>
                    <a:pt x="11396" y="3910"/>
                  </a:cubicBezTo>
                  <a:cubicBezTo>
                    <a:pt x="10861" y="3342"/>
                    <a:pt x="10209" y="2690"/>
                    <a:pt x="9441" y="1972"/>
                  </a:cubicBezTo>
                  <a:cubicBezTo>
                    <a:pt x="9073" y="1621"/>
                    <a:pt x="8656" y="1253"/>
                    <a:pt x="8221" y="902"/>
                  </a:cubicBezTo>
                  <a:cubicBezTo>
                    <a:pt x="8004" y="719"/>
                    <a:pt x="7770" y="551"/>
                    <a:pt x="7536" y="384"/>
                  </a:cubicBezTo>
                  <a:cubicBezTo>
                    <a:pt x="7269" y="234"/>
                    <a:pt x="7035" y="34"/>
                    <a:pt x="66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4580175" y="1210275"/>
              <a:ext cx="853573" cy="659051"/>
            </a:xfrm>
            <a:custGeom>
              <a:avLst/>
              <a:gdLst/>
              <a:ahLst/>
              <a:cxnLst/>
              <a:rect l="l" t="t" r="r" b="b"/>
              <a:pathLst>
                <a:path w="26618" h="20552" extrusionOk="0">
                  <a:moveTo>
                    <a:pt x="0" y="0"/>
                  </a:moveTo>
                  <a:lnTo>
                    <a:pt x="101" y="20034"/>
                  </a:lnTo>
                  <a:lnTo>
                    <a:pt x="26216" y="20552"/>
                  </a:lnTo>
                  <a:lnTo>
                    <a:pt x="26617" y="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4624653" y="1253117"/>
              <a:ext cx="778535" cy="577632"/>
            </a:xfrm>
            <a:custGeom>
              <a:avLst/>
              <a:gdLst/>
              <a:ahLst/>
              <a:cxnLst/>
              <a:rect l="l" t="t" r="r" b="b"/>
              <a:pathLst>
                <a:path w="24278" h="18013" extrusionOk="0">
                  <a:moveTo>
                    <a:pt x="0" y="1"/>
                  </a:moveTo>
                  <a:lnTo>
                    <a:pt x="234" y="17545"/>
                  </a:lnTo>
                  <a:lnTo>
                    <a:pt x="23927" y="18013"/>
                  </a:lnTo>
                  <a:lnTo>
                    <a:pt x="24278" y="50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4738781" y="1354386"/>
              <a:ext cx="531006" cy="383656"/>
            </a:xfrm>
            <a:custGeom>
              <a:avLst/>
              <a:gdLst/>
              <a:ahLst/>
              <a:cxnLst/>
              <a:rect l="l" t="t" r="r" b="b"/>
              <a:pathLst>
                <a:path w="16559" h="11964" extrusionOk="0">
                  <a:moveTo>
                    <a:pt x="234" y="1"/>
                  </a:moveTo>
                  <a:lnTo>
                    <a:pt x="0" y="11613"/>
                  </a:lnTo>
                  <a:lnTo>
                    <a:pt x="16558" y="11964"/>
                  </a:lnTo>
                  <a:lnTo>
                    <a:pt x="16358" y="318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4824497" y="1456746"/>
              <a:ext cx="366532" cy="8049"/>
            </a:xfrm>
            <a:custGeom>
              <a:avLst/>
              <a:gdLst/>
              <a:ahLst/>
              <a:cxnLst/>
              <a:rect l="l" t="t" r="r" b="b"/>
              <a:pathLst>
                <a:path w="11430" h="251" extrusionOk="0">
                  <a:moveTo>
                    <a:pt x="5715" y="0"/>
                  </a:moveTo>
                  <a:cubicBezTo>
                    <a:pt x="2557" y="0"/>
                    <a:pt x="1" y="50"/>
                    <a:pt x="1" y="134"/>
                  </a:cubicBezTo>
                  <a:cubicBezTo>
                    <a:pt x="1" y="201"/>
                    <a:pt x="2557" y="251"/>
                    <a:pt x="5715" y="251"/>
                  </a:cubicBezTo>
                  <a:cubicBezTo>
                    <a:pt x="8873" y="251"/>
                    <a:pt x="11429" y="201"/>
                    <a:pt x="11429" y="134"/>
                  </a:cubicBezTo>
                  <a:cubicBezTo>
                    <a:pt x="11429" y="50"/>
                    <a:pt x="8873" y="0"/>
                    <a:pt x="57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4824497" y="1514596"/>
              <a:ext cx="366532" cy="8081"/>
            </a:xfrm>
            <a:custGeom>
              <a:avLst/>
              <a:gdLst/>
              <a:ahLst/>
              <a:cxnLst/>
              <a:rect l="l" t="t" r="r" b="b"/>
              <a:pathLst>
                <a:path w="11430" h="252" extrusionOk="0">
                  <a:moveTo>
                    <a:pt x="5715" y="1"/>
                  </a:moveTo>
                  <a:cubicBezTo>
                    <a:pt x="2557" y="1"/>
                    <a:pt x="1" y="51"/>
                    <a:pt x="1" y="134"/>
                  </a:cubicBezTo>
                  <a:cubicBezTo>
                    <a:pt x="1" y="201"/>
                    <a:pt x="2557" y="251"/>
                    <a:pt x="5715" y="251"/>
                  </a:cubicBezTo>
                  <a:cubicBezTo>
                    <a:pt x="8873" y="251"/>
                    <a:pt x="11429" y="201"/>
                    <a:pt x="11429" y="134"/>
                  </a:cubicBezTo>
                  <a:cubicBezTo>
                    <a:pt x="11429" y="51"/>
                    <a:pt x="8873" y="1"/>
                    <a:pt x="571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4824497" y="1572477"/>
              <a:ext cx="366532" cy="8594"/>
            </a:xfrm>
            <a:custGeom>
              <a:avLst/>
              <a:gdLst/>
              <a:ahLst/>
              <a:cxnLst/>
              <a:rect l="l" t="t" r="r" b="b"/>
              <a:pathLst>
                <a:path w="11430" h="268" extrusionOk="0">
                  <a:moveTo>
                    <a:pt x="5715" y="0"/>
                  </a:moveTo>
                  <a:cubicBezTo>
                    <a:pt x="2557" y="0"/>
                    <a:pt x="1" y="67"/>
                    <a:pt x="1" y="134"/>
                  </a:cubicBezTo>
                  <a:cubicBezTo>
                    <a:pt x="1" y="201"/>
                    <a:pt x="2557" y="267"/>
                    <a:pt x="5715" y="267"/>
                  </a:cubicBezTo>
                  <a:cubicBezTo>
                    <a:pt x="8873" y="267"/>
                    <a:pt x="11429" y="201"/>
                    <a:pt x="11429" y="134"/>
                  </a:cubicBezTo>
                  <a:cubicBezTo>
                    <a:pt x="11429" y="67"/>
                    <a:pt x="8873" y="0"/>
                    <a:pt x="57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5060803" y="1630327"/>
              <a:ext cx="130226" cy="8594"/>
            </a:xfrm>
            <a:custGeom>
              <a:avLst/>
              <a:gdLst/>
              <a:ahLst/>
              <a:cxnLst/>
              <a:rect l="l" t="t" r="r" b="b"/>
              <a:pathLst>
                <a:path w="4061" h="268" extrusionOk="0">
                  <a:moveTo>
                    <a:pt x="2038" y="1"/>
                  </a:moveTo>
                  <a:cubicBezTo>
                    <a:pt x="902" y="1"/>
                    <a:pt x="0" y="67"/>
                    <a:pt x="0" y="134"/>
                  </a:cubicBezTo>
                  <a:cubicBezTo>
                    <a:pt x="0" y="201"/>
                    <a:pt x="902" y="268"/>
                    <a:pt x="2038" y="268"/>
                  </a:cubicBezTo>
                  <a:cubicBezTo>
                    <a:pt x="3158" y="268"/>
                    <a:pt x="4060" y="201"/>
                    <a:pt x="4060" y="134"/>
                  </a:cubicBezTo>
                  <a:cubicBezTo>
                    <a:pt x="4060" y="67"/>
                    <a:pt x="3158" y="1"/>
                    <a:pt x="20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5119198" y="1370260"/>
              <a:ext cx="140937" cy="128366"/>
            </a:xfrm>
            <a:custGeom>
              <a:avLst/>
              <a:gdLst/>
              <a:ahLst/>
              <a:cxnLst/>
              <a:rect l="l" t="t" r="r" b="b"/>
              <a:pathLst>
                <a:path w="4395" h="4003" extrusionOk="0">
                  <a:moveTo>
                    <a:pt x="1960" y="0"/>
                  </a:moveTo>
                  <a:cubicBezTo>
                    <a:pt x="1517" y="0"/>
                    <a:pt x="1077" y="145"/>
                    <a:pt x="719" y="425"/>
                  </a:cubicBezTo>
                  <a:cubicBezTo>
                    <a:pt x="368" y="692"/>
                    <a:pt x="134" y="1093"/>
                    <a:pt x="34" y="1527"/>
                  </a:cubicBezTo>
                  <a:cubicBezTo>
                    <a:pt x="0" y="1678"/>
                    <a:pt x="0" y="1845"/>
                    <a:pt x="34" y="1995"/>
                  </a:cubicBezTo>
                  <a:cubicBezTo>
                    <a:pt x="50" y="1995"/>
                    <a:pt x="50" y="1828"/>
                    <a:pt x="134" y="1544"/>
                  </a:cubicBezTo>
                  <a:cubicBezTo>
                    <a:pt x="251" y="1160"/>
                    <a:pt x="502" y="809"/>
                    <a:pt x="836" y="575"/>
                  </a:cubicBezTo>
                  <a:cubicBezTo>
                    <a:pt x="1163" y="332"/>
                    <a:pt x="1530" y="222"/>
                    <a:pt x="1888" y="222"/>
                  </a:cubicBezTo>
                  <a:cubicBezTo>
                    <a:pt x="2810" y="222"/>
                    <a:pt x="3676" y="948"/>
                    <a:pt x="3676" y="1995"/>
                  </a:cubicBezTo>
                  <a:cubicBezTo>
                    <a:pt x="3676" y="3055"/>
                    <a:pt x="2809" y="3785"/>
                    <a:pt x="1886" y="3785"/>
                  </a:cubicBezTo>
                  <a:cubicBezTo>
                    <a:pt x="1528" y="3785"/>
                    <a:pt x="1162" y="3675"/>
                    <a:pt x="836" y="3432"/>
                  </a:cubicBezTo>
                  <a:cubicBezTo>
                    <a:pt x="502" y="3182"/>
                    <a:pt x="251" y="2847"/>
                    <a:pt x="134" y="2446"/>
                  </a:cubicBezTo>
                  <a:cubicBezTo>
                    <a:pt x="50" y="2162"/>
                    <a:pt x="50" y="1995"/>
                    <a:pt x="34" y="1995"/>
                  </a:cubicBezTo>
                  <a:cubicBezTo>
                    <a:pt x="0" y="2162"/>
                    <a:pt x="0" y="2313"/>
                    <a:pt x="34" y="2480"/>
                  </a:cubicBezTo>
                  <a:cubicBezTo>
                    <a:pt x="134" y="2914"/>
                    <a:pt x="368" y="3299"/>
                    <a:pt x="719" y="3583"/>
                  </a:cubicBezTo>
                  <a:cubicBezTo>
                    <a:pt x="1071" y="3858"/>
                    <a:pt x="1502" y="4002"/>
                    <a:pt x="1937" y="4002"/>
                  </a:cubicBezTo>
                  <a:cubicBezTo>
                    <a:pt x="2163" y="4002"/>
                    <a:pt x="2390" y="3963"/>
                    <a:pt x="2607" y="3883"/>
                  </a:cubicBezTo>
                  <a:cubicBezTo>
                    <a:pt x="4395" y="3265"/>
                    <a:pt x="4395" y="742"/>
                    <a:pt x="2607" y="107"/>
                  </a:cubicBezTo>
                  <a:cubicBezTo>
                    <a:pt x="2397" y="35"/>
                    <a:pt x="2178" y="0"/>
                    <a:pt x="19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4798779" y="1619777"/>
              <a:ext cx="108260" cy="67246"/>
            </a:xfrm>
            <a:custGeom>
              <a:avLst/>
              <a:gdLst/>
              <a:ahLst/>
              <a:cxnLst/>
              <a:rect l="l" t="t" r="r" b="b"/>
              <a:pathLst>
                <a:path w="3376" h="2097" extrusionOk="0">
                  <a:moveTo>
                    <a:pt x="1685" y="249"/>
                  </a:moveTo>
                  <a:cubicBezTo>
                    <a:pt x="1742" y="249"/>
                    <a:pt x="1815" y="294"/>
                    <a:pt x="1872" y="363"/>
                  </a:cubicBezTo>
                  <a:cubicBezTo>
                    <a:pt x="2006" y="580"/>
                    <a:pt x="1955" y="848"/>
                    <a:pt x="1755" y="1015"/>
                  </a:cubicBezTo>
                  <a:cubicBezTo>
                    <a:pt x="1712" y="1046"/>
                    <a:pt x="1665" y="1072"/>
                    <a:pt x="1616" y="1092"/>
                  </a:cubicBezTo>
                  <a:lnTo>
                    <a:pt x="1616" y="1092"/>
                  </a:lnTo>
                  <a:cubicBezTo>
                    <a:pt x="1561" y="947"/>
                    <a:pt x="1529" y="793"/>
                    <a:pt x="1521" y="630"/>
                  </a:cubicBezTo>
                  <a:cubicBezTo>
                    <a:pt x="1504" y="497"/>
                    <a:pt x="1538" y="380"/>
                    <a:pt x="1621" y="279"/>
                  </a:cubicBezTo>
                  <a:cubicBezTo>
                    <a:pt x="1637" y="258"/>
                    <a:pt x="1659" y="249"/>
                    <a:pt x="1685" y="249"/>
                  </a:cubicBezTo>
                  <a:close/>
                  <a:moveTo>
                    <a:pt x="2873" y="265"/>
                  </a:moveTo>
                  <a:cubicBezTo>
                    <a:pt x="2897" y="265"/>
                    <a:pt x="2923" y="285"/>
                    <a:pt x="2958" y="330"/>
                  </a:cubicBezTo>
                  <a:cubicBezTo>
                    <a:pt x="3075" y="580"/>
                    <a:pt x="3125" y="848"/>
                    <a:pt x="3108" y="1132"/>
                  </a:cubicBezTo>
                  <a:cubicBezTo>
                    <a:pt x="3108" y="1292"/>
                    <a:pt x="3049" y="1448"/>
                    <a:pt x="2953" y="1574"/>
                  </a:cubicBezTo>
                  <a:lnTo>
                    <a:pt x="2953" y="1574"/>
                  </a:lnTo>
                  <a:cubicBezTo>
                    <a:pt x="2735" y="1310"/>
                    <a:pt x="2642" y="970"/>
                    <a:pt x="2691" y="614"/>
                  </a:cubicBezTo>
                  <a:cubicBezTo>
                    <a:pt x="2707" y="513"/>
                    <a:pt x="2741" y="413"/>
                    <a:pt x="2808" y="313"/>
                  </a:cubicBezTo>
                  <a:cubicBezTo>
                    <a:pt x="2831" y="281"/>
                    <a:pt x="2851" y="265"/>
                    <a:pt x="2873" y="265"/>
                  </a:cubicBezTo>
                  <a:close/>
                  <a:moveTo>
                    <a:pt x="1686" y="1"/>
                  </a:moveTo>
                  <a:cubicBezTo>
                    <a:pt x="1609" y="1"/>
                    <a:pt x="1534" y="27"/>
                    <a:pt x="1471" y="79"/>
                  </a:cubicBezTo>
                  <a:cubicBezTo>
                    <a:pt x="1321" y="213"/>
                    <a:pt x="1237" y="430"/>
                    <a:pt x="1254" y="630"/>
                  </a:cubicBezTo>
                  <a:cubicBezTo>
                    <a:pt x="1261" y="811"/>
                    <a:pt x="1296" y="985"/>
                    <a:pt x="1355" y="1148"/>
                  </a:cubicBezTo>
                  <a:lnTo>
                    <a:pt x="1355" y="1148"/>
                  </a:lnTo>
                  <a:cubicBezTo>
                    <a:pt x="1346" y="1148"/>
                    <a:pt x="1337" y="1148"/>
                    <a:pt x="1328" y="1148"/>
                  </a:cubicBezTo>
                  <a:cubicBezTo>
                    <a:pt x="1252" y="1148"/>
                    <a:pt x="1176" y="1137"/>
                    <a:pt x="1103" y="1115"/>
                  </a:cubicBezTo>
                  <a:cubicBezTo>
                    <a:pt x="769" y="998"/>
                    <a:pt x="468" y="781"/>
                    <a:pt x="268" y="480"/>
                  </a:cubicBezTo>
                  <a:cubicBezTo>
                    <a:pt x="111" y="276"/>
                    <a:pt x="28" y="161"/>
                    <a:pt x="5" y="161"/>
                  </a:cubicBezTo>
                  <a:cubicBezTo>
                    <a:pt x="3" y="161"/>
                    <a:pt x="2" y="161"/>
                    <a:pt x="1" y="162"/>
                  </a:cubicBezTo>
                  <a:cubicBezTo>
                    <a:pt x="34" y="296"/>
                    <a:pt x="101" y="430"/>
                    <a:pt x="184" y="530"/>
                  </a:cubicBezTo>
                  <a:cubicBezTo>
                    <a:pt x="368" y="881"/>
                    <a:pt x="686" y="1165"/>
                    <a:pt x="1053" y="1299"/>
                  </a:cubicBezTo>
                  <a:cubicBezTo>
                    <a:pt x="1152" y="1333"/>
                    <a:pt x="1252" y="1350"/>
                    <a:pt x="1352" y="1350"/>
                  </a:cubicBezTo>
                  <a:cubicBezTo>
                    <a:pt x="1382" y="1350"/>
                    <a:pt x="1411" y="1349"/>
                    <a:pt x="1441" y="1346"/>
                  </a:cubicBezTo>
                  <a:lnTo>
                    <a:pt x="1441" y="1346"/>
                  </a:lnTo>
                  <a:cubicBezTo>
                    <a:pt x="1504" y="1467"/>
                    <a:pt x="1581" y="1581"/>
                    <a:pt x="1671" y="1683"/>
                  </a:cubicBezTo>
                  <a:cubicBezTo>
                    <a:pt x="1805" y="1833"/>
                    <a:pt x="1972" y="1950"/>
                    <a:pt x="2156" y="2034"/>
                  </a:cubicBezTo>
                  <a:cubicBezTo>
                    <a:pt x="2256" y="2076"/>
                    <a:pt x="2361" y="2096"/>
                    <a:pt x="2465" y="2096"/>
                  </a:cubicBezTo>
                  <a:cubicBezTo>
                    <a:pt x="2570" y="2096"/>
                    <a:pt x="2674" y="2076"/>
                    <a:pt x="2774" y="2034"/>
                  </a:cubicBezTo>
                  <a:cubicBezTo>
                    <a:pt x="2890" y="1976"/>
                    <a:pt x="2993" y="1898"/>
                    <a:pt x="3080" y="1806"/>
                  </a:cubicBezTo>
                  <a:lnTo>
                    <a:pt x="3080" y="1806"/>
                  </a:lnTo>
                  <a:cubicBezTo>
                    <a:pt x="3200" y="1875"/>
                    <a:pt x="3275" y="1883"/>
                    <a:pt x="3275" y="1883"/>
                  </a:cubicBezTo>
                  <a:cubicBezTo>
                    <a:pt x="3287" y="1861"/>
                    <a:pt x="3222" y="1831"/>
                    <a:pt x="3127" y="1752"/>
                  </a:cubicBezTo>
                  <a:lnTo>
                    <a:pt x="3127" y="1752"/>
                  </a:lnTo>
                  <a:cubicBezTo>
                    <a:pt x="3264" y="1584"/>
                    <a:pt x="3349" y="1375"/>
                    <a:pt x="3359" y="1148"/>
                  </a:cubicBezTo>
                  <a:cubicBezTo>
                    <a:pt x="3376" y="814"/>
                    <a:pt x="3292" y="497"/>
                    <a:pt x="3142" y="213"/>
                  </a:cubicBezTo>
                  <a:cubicBezTo>
                    <a:pt x="3075" y="129"/>
                    <a:pt x="2991" y="62"/>
                    <a:pt x="2891" y="46"/>
                  </a:cubicBezTo>
                  <a:cubicBezTo>
                    <a:pt x="2791" y="62"/>
                    <a:pt x="2691" y="112"/>
                    <a:pt x="2641" y="196"/>
                  </a:cubicBezTo>
                  <a:cubicBezTo>
                    <a:pt x="2557" y="313"/>
                    <a:pt x="2524" y="447"/>
                    <a:pt x="2507" y="597"/>
                  </a:cubicBezTo>
                  <a:cubicBezTo>
                    <a:pt x="2458" y="985"/>
                    <a:pt x="2598" y="1374"/>
                    <a:pt x="2880" y="1656"/>
                  </a:cubicBezTo>
                  <a:lnTo>
                    <a:pt x="2880" y="1656"/>
                  </a:lnTo>
                  <a:cubicBezTo>
                    <a:pt x="2820" y="1715"/>
                    <a:pt x="2750" y="1764"/>
                    <a:pt x="2674" y="1800"/>
                  </a:cubicBezTo>
                  <a:cubicBezTo>
                    <a:pt x="2611" y="1828"/>
                    <a:pt x="2545" y="1840"/>
                    <a:pt x="2478" y="1840"/>
                  </a:cubicBezTo>
                  <a:cubicBezTo>
                    <a:pt x="2262" y="1840"/>
                    <a:pt x="2038" y="1707"/>
                    <a:pt x="1872" y="1516"/>
                  </a:cubicBezTo>
                  <a:cubicBezTo>
                    <a:pt x="1807" y="1441"/>
                    <a:pt x="1752" y="1362"/>
                    <a:pt x="1705" y="1280"/>
                  </a:cubicBezTo>
                  <a:lnTo>
                    <a:pt x="1705" y="1280"/>
                  </a:lnTo>
                  <a:cubicBezTo>
                    <a:pt x="1768" y="1254"/>
                    <a:pt x="1830" y="1221"/>
                    <a:pt x="1889" y="1182"/>
                  </a:cubicBezTo>
                  <a:cubicBezTo>
                    <a:pt x="2189" y="964"/>
                    <a:pt x="2273" y="547"/>
                    <a:pt x="2056" y="229"/>
                  </a:cubicBezTo>
                  <a:cubicBezTo>
                    <a:pt x="2006" y="146"/>
                    <a:pt x="1922" y="79"/>
                    <a:pt x="1822" y="29"/>
                  </a:cubicBezTo>
                  <a:cubicBezTo>
                    <a:pt x="1778" y="10"/>
                    <a:pt x="1732" y="1"/>
                    <a:pt x="16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" name="Google Shape;126;p7"/>
          <p:cNvGrpSpPr/>
          <p:nvPr/>
        </p:nvGrpSpPr>
        <p:grpSpPr>
          <a:xfrm>
            <a:off x="2595036" y="1014695"/>
            <a:ext cx="1585449" cy="1152538"/>
            <a:chOff x="2595036" y="1014695"/>
            <a:chExt cx="1585449" cy="1152538"/>
          </a:xfrm>
        </p:grpSpPr>
        <p:sp>
          <p:nvSpPr>
            <p:cNvPr id="127" name="Google Shape;127;p7"/>
            <p:cNvSpPr/>
            <p:nvPr/>
          </p:nvSpPr>
          <p:spPr>
            <a:xfrm>
              <a:off x="2856483" y="1388410"/>
              <a:ext cx="139365" cy="297683"/>
            </a:xfrm>
            <a:custGeom>
              <a:avLst/>
              <a:gdLst/>
              <a:ahLst/>
              <a:cxnLst/>
              <a:rect l="l" t="t" r="r" b="b"/>
              <a:pathLst>
                <a:path w="4346" h="9283" extrusionOk="0">
                  <a:moveTo>
                    <a:pt x="193" y="1"/>
                  </a:moveTo>
                  <a:cubicBezTo>
                    <a:pt x="182" y="1"/>
                    <a:pt x="174" y="3"/>
                    <a:pt x="168" y="9"/>
                  </a:cubicBezTo>
                  <a:cubicBezTo>
                    <a:pt x="1" y="159"/>
                    <a:pt x="1538" y="1880"/>
                    <a:pt x="2624" y="4453"/>
                  </a:cubicBezTo>
                  <a:cubicBezTo>
                    <a:pt x="3740" y="6984"/>
                    <a:pt x="3943" y="9282"/>
                    <a:pt x="4176" y="9282"/>
                  </a:cubicBezTo>
                  <a:cubicBezTo>
                    <a:pt x="4176" y="9282"/>
                    <a:pt x="4177" y="9282"/>
                    <a:pt x="4178" y="9282"/>
                  </a:cubicBezTo>
                  <a:cubicBezTo>
                    <a:pt x="4278" y="9282"/>
                    <a:pt x="4345" y="8681"/>
                    <a:pt x="4262" y="7745"/>
                  </a:cubicBezTo>
                  <a:cubicBezTo>
                    <a:pt x="4212" y="7177"/>
                    <a:pt x="4111" y="6626"/>
                    <a:pt x="3978" y="6091"/>
                  </a:cubicBezTo>
                  <a:cubicBezTo>
                    <a:pt x="3643" y="4754"/>
                    <a:pt x="3092" y="3484"/>
                    <a:pt x="2357" y="2332"/>
                  </a:cubicBezTo>
                  <a:cubicBezTo>
                    <a:pt x="2056" y="1864"/>
                    <a:pt x="1722" y="1413"/>
                    <a:pt x="1354" y="995"/>
                  </a:cubicBezTo>
                  <a:cubicBezTo>
                    <a:pt x="772" y="336"/>
                    <a:pt x="317" y="1"/>
                    <a:pt x="1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2974363" y="1014695"/>
              <a:ext cx="43965" cy="732486"/>
            </a:xfrm>
            <a:custGeom>
              <a:avLst/>
              <a:gdLst/>
              <a:ahLst/>
              <a:cxnLst/>
              <a:rect l="l" t="t" r="r" b="b"/>
              <a:pathLst>
                <a:path w="1371" h="22842" extrusionOk="0">
                  <a:moveTo>
                    <a:pt x="352" y="0"/>
                  </a:moveTo>
                  <a:cubicBezTo>
                    <a:pt x="251" y="0"/>
                    <a:pt x="151" y="1287"/>
                    <a:pt x="84" y="3359"/>
                  </a:cubicBezTo>
                  <a:cubicBezTo>
                    <a:pt x="34" y="5414"/>
                    <a:pt x="1" y="8288"/>
                    <a:pt x="84" y="11446"/>
                  </a:cubicBezTo>
                  <a:cubicBezTo>
                    <a:pt x="168" y="14620"/>
                    <a:pt x="368" y="17478"/>
                    <a:pt x="636" y="19533"/>
                  </a:cubicBezTo>
                  <a:cubicBezTo>
                    <a:pt x="885" y="21591"/>
                    <a:pt x="1150" y="22841"/>
                    <a:pt x="1252" y="22841"/>
                  </a:cubicBezTo>
                  <a:cubicBezTo>
                    <a:pt x="1253" y="22841"/>
                    <a:pt x="1253" y="22841"/>
                    <a:pt x="1254" y="22841"/>
                  </a:cubicBezTo>
                  <a:cubicBezTo>
                    <a:pt x="1371" y="22824"/>
                    <a:pt x="1287" y="21554"/>
                    <a:pt x="1170" y="19483"/>
                  </a:cubicBezTo>
                  <a:cubicBezTo>
                    <a:pt x="1054" y="17427"/>
                    <a:pt x="920" y="14587"/>
                    <a:pt x="836" y="11429"/>
                  </a:cubicBezTo>
                  <a:cubicBezTo>
                    <a:pt x="753" y="8271"/>
                    <a:pt x="703" y="5414"/>
                    <a:pt x="636" y="3342"/>
                  </a:cubicBezTo>
                  <a:cubicBezTo>
                    <a:pt x="552" y="1287"/>
                    <a:pt x="469" y="0"/>
                    <a:pt x="3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3009188" y="1170543"/>
              <a:ext cx="155976" cy="533218"/>
            </a:xfrm>
            <a:custGeom>
              <a:avLst/>
              <a:gdLst/>
              <a:ahLst/>
              <a:cxnLst/>
              <a:rect l="l" t="t" r="r" b="b"/>
              <a:pathLst>
                <a:path w="4864" h="16628" extrusionOk="0">
                  <a:moveTo>
                    <a:pt x="4754" y="0"/>
                  </a:moveTo>
                  <a:cubicBezTo>
                    <a:pt x="4646" y="0"/>
                    <a:pt x="4092" y="797"/>
                    <a:pt x="3460" y="2208"/>
                  </a:cubicBezTo>
                  <a:cubicBezTo>
                    <a:pt x="1805" y="5984"/>
                    <a:pt x="703" y="9978"/>
                    <a:pt x="168" y="14055"/>
                  </a:cubicBezTo>
                  <a:cubicBezTo>
                    <a:pt x="1" y="15625"/>
                    <a:pt x="68" y="16628"/>
                    <a:pt x="168" y="16628"/>
                  </a:cubicBezTo>
                  <a:cubicBezTo>
                    <a:pt x="285" y="16628"/>
                    <a:pt x="385" y="15659"/>
                    <a:pt x="703" y="14138"/>
                  </a:cubicBezTo>
                  <a:cubicBezTo>
                    <a:pt x="1003" y="12618"/>
                    <a:pt x="1488" y="10512"/>
                    <a:pt x="2123" y="8223"/>
                  </a:cubicBezTo>
                  <a:cubicBezTo>
                    <a:pt x="2758" y="5917"/>
                    <a:pt x="3409" y="3862"/>
                    <a:pt x="3944" y="2409"/>
                  </a:cubicBezTo>
                  <a:cubicBezTo>
                    <a:pt x="4462" y="938"/>
                    <a:pt x="4863" y="53"/>
                    <a:pt x="4763" y="3"/>
                  </a:cubicBezTo>
                  <a:cubicBezTo>
                    <a:pt x="4760" y="1"/>
                    <a:pt x="4758" y="0"/>
                    <a:pt x="47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2823806" y="1663004"/>
              <a:ext cx="345110" cy="254007"/>
            </a:xfrm>
            <a:custGeom>
              <a:avLst/>
              <a:gdLst/>
              <a:ahLst/>
              <a:cxnLst/>
              <a:rect l="l" t="t" r="r" b="b"/>
              <a:pathLst>
                <a:path w="10762" h="7921" extrusionOk="0">
                  <a:moveTo>
                    <a:pt x="34" y="1"/>
                  </a:moveTo>
                  <a:lnTo>
                    <a:pt x="34" y="2507"/>
                  </a:lnTo>
                  <a:cubicBezTo>
                    <a:pt x="1" y="5498"/>
                    <a:pt x="2407" y="7921"/>
                    <a:pt x="5381" y="7921"/>
                  </a:cubicBezTo>
                  <a:cubicBezTo>
                    <a:pt x="8355" y="7921"/>
                    <a:pt x="10761" y="5498"/>
                    <a:pt x="10744" y="2507"/>
                  </a:cubicBezTo>
                  <a:lnTo>
                    <a:pt x="1074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2824896" y="1728903"/>
              <a:ext cx="346682" cy="4874"/>
            </a:xfrm>
            <a:custGeom>
              <a:avLst/>
              <a:gdLst/>
              <a:ahLst/>
              <a:cxnLst/>
              <a:rect l="l" t="t" r="r" b="b"/>
              <a:pathLst>
                <a:path w="10811" h="152" extrusionOk="0">
                  <a:moveTo>
                    <a:pt x="5397" y="1"/>
                  </a:moveTo>
                  <a:cubicBezTo>
                    <a:pt x="2406" y="1"/>
                    <a:pt x="0" y="34"/>
                    <a:pt x="0" y="68"/>
                  </a:cubicBezTo>
                  <a:cubicBezTo>
                    <a:pt x="0" y="118"/>
                    <a:pt x="2406" y="151"/>
                    <a:pt x="5397" y="151"/>
                  </a:cubicBezTo>
                  <a:cubicBezTo>
                    <a:pt x="8388" y="151"/>
                    <a:pt x="10811" y="118"/>
                    <a:pt x="10811" y="68"/>
                  </a:cubicBezTo>
                  <a:cubicBezTo>
                    <a:pt x="10811" y="34"/>
                    <a:pt x="8388" y="1"/>
                    <a:pt x="53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2824896" y="1751414"/>
              <a:ext cx="346682" cy="4874"/>
            </a:xfrm>
            <a:custGeom>
              <a:avLst/>
              <a:gdLst/>
              <a:ahLst/>
              <a:cxnLst/>
              <a:rect l="l" t="t" r="r" b="b"/>
              <a:pathLst>
                <a:path w="10811" h="152" extrusionOk="0">
                  <a:moveTo>
                    <a:pt x="5397" y="1"/>
                  </a:moveTo>
                  <a:cubicBezTo>
                    <a:pt x="2406" y="1"/>
                    <a:pt x="0" y="34"/>
                    <a:pt x="0" y="68"/>
                  </a:cubicBezTo>
                  <a:cubicBezTo>
                    <a:pt x="0" y="118"/>
                    <a:pt x="2406" y="151"/>
                    <a:pt x="5397" y="151"/>
                  </a:cubicBezTo>
                  <a:cubicBezTo>
                    <a:pt x="8388" y="151"/>
                    <a:pt x="10811" y="118"/>
                    <a:pt x="10811" y="68"/>
                  </a:cubicBezTo>
                  <a:cubicBezTo>
                    <a:pt x="10811" y="34"/>
                    <a:pt x="8388" y="1"/>
                    <a:pt x="53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2595036" y="1915920"/>
              <a:ext cx="1585449" cy="92194"/>
            </a:xfrm>
            <a:custGeom>
              <a:avLst/>
              <a:gdLst/>
              <a:ahLst/>
              <a:cxnLst/>
              <a:rect l="l" t="t" r="r" b="b"/>
              <a:pathLst>
                <a:path w="49441" h="2875" extrusionOk="0">
                  <a:moveTo>
                    <a:pt x="0" y="0"/>
                  </a:moveTo>
                  <a:lnTo>
                    <a:pt x="0" y="2874"/>
                  </a:lnTo>
                  <a:lnTo>
                    <a:pt x="49441" y="2874"/>
                  </a:lnTo>
                  <a:lnTo>
                    <a:pt x="494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2895605" y="2008082"/>
              <a:ext cx="52559" cy="159151"/>
            </a:xfrm>
            <a:custGeom>
              <a:avLst/>
              <a:gdLst/>
              <a:ahLst/>
              <a:cxnLst/>
              <a:rect l="l" t="t" r="r" b="b"/>
              <a:pathLst>
                <a:path w="1639" h="4963" extrusionOk="0">
                  <a:moveTo>
                    <a:pt x="1" y="0"/>
                  </a:moveTo>
                  <a:lnTo>
                    <a:pt x="1" y="4963"/>
                  </a:lnTo>
                  <a:lnTo>
                    <a:pt x="1638" y="4963"/>
                  </a:lnTo>
                  <a:lnTo>
                    <a:pt x="163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3765212" y="2008082"/>
              <a:ext cx="52559" cy="159151"/>
            </a:xfrm>
            <a:custGeom>
              <a:avLst/>
              <a:gdLst/>
              <a:ahLst/>
              <a:cxnLst/>
              <a:rect l="l" t="t" r="r" b="b"/>
              <a:pathLst>
                <a:path w="1639" h="4963" extrusionOk="0">
                  <a:moveTo>
                    <a:pt x="1" y="0"/>
                  </a:moveTo>
                  <a:lnTo>
                    <a:pt x="1" y="4963"/>
                  </a:lnTo>
                  <a:lnTo>
                    <a:pt x="1638" y="4963"/>
                  </a:lnTo>
                  <a:lnTo>
                    <a:pt x="163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3465156" y="1579436"/>
              <a:ext cx="498329" cy="334368"/>
            </a:xfrm>
            <a:custGeom>
              <a:avLst/>
              <a:gdLst/>
              <a:ahLst/>
              <a:cxnLst/>
              <a:rect l="l" t="t" r="r" b="b"/>
              <a:pathLst>
                <a:path w="15540" h="10427" extrusionOk="0">
                  <a:moveTo>
                    <a:pt x="1120" y="0"/>
                  </a:moveTo>
                  <a:lnTo>
                    <a:pt x="1" y="10426"/>
                  </a:lnTo>
                  <a:lnTo>
                    <a:pt x="14354" y="10426"/>
                  </a:lnTo>
                  <a:lnTo>
                    <a:pt x="155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3485006" y="1603551"/>
              <a:ext cx="449009" cy="292552"/>
            </a:xfrm>
            <a:custGeom>
              <a:avLst/>
              <a:gdLst/>
              <a:ahLst/>
              <a:cxnLst/>
              <a:rect l="l" t="t" r="r" b="b"/>
              <a:pathLst>
                <a:path w="14002" h="9123" extrusionOk="0">
                  <a:moveTo>
                    <a:pt x="1086" y="0"/>
                  </a:moveTo>
                  <a:lnTo>
                    <a:pt x="0" y="9123"/>
                  </a:lnTo>
                  <a:lnTo>
                    <a:pt x="12949" y="9123"/>
                  </a:lnTo>
                  <a:lnTo>
                    <a:pt x="140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3568574" y="1652839"/>
              <a:ext cx="275428" cy="193976"/>
            </a:xfrm>
            <a:custGeom>
              <a:avLst/>
              <a:gdLst/>
              <a:ahLst/>
              <a:cxnLst/>
              <a:rect l="l" t="t" r="r" b="b"/>
              <a:pathLst>
                <a:path w="8589" h="6049" extrusionOk="0">
                  <a:moveTo>
                    <a:pt x="669" y="0"/>
                  </a:moveTo>
                  <a:lnTo>
                    <a:pt x="1" y="6049"/>
                  </a:lnTo>
                  <a:lnTo>
                    <a:pt x="8171" y="6049"/>
                  </a:lnTo>
                  <a:lnTo>
                    <a:pt x="85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3925421" y="1710688"/>
              <a:ext cx="116854" cy="204719"/>
            </a:xfrm>
            <a:custGeom>
              <a:avLst/>
              <a:gdLst/>
              <a:ahLst/>
              <a:cxnLst/>
              <a:rect l="l" t="t" r="r" b="b"/>
              <a:pathLst>
                <a:path w="3644" h="6384" extrusionOk="0">
                  <a:moveTo>
                    <a:pt x="719" y="1"/>
                  </a:moveTo>
                  <a:lnTo>
                    <a:pt x="669" y="402"/>
                  </a:lnTo>
                  <a:lnTo>
                    <a:pt x="673" y="409"/>
                  </a:lnTo>
                  <a:lnTo>
                    <a:pt x="719" y="1"/>
                  </a:lnTo>
                  <a:close/>
                  <a:moveTo>
                    <a:pt x="673" y="409"/>
                  </a:moveTo>
                  <a:lnTo>
                    <a:pt x="1" y="6333"/>
                  </a:lnTo>
                  <a:lnTo>
                    <a:pt x="3643" y="6383"/>
                  </a:lnTo>
                  <a:lnTo>
                    <a:pt x="673" y="40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" name="Google Shape;140;p7"/>
          <p:cNvGrpSpPr/>
          <p:nvPr/>
        </p:nvGrpSpPr>
        <p:grpSpPr>
          <a:xfrm>
            <a:off x="3922214" y="644989"/>
            <a:ext cx="381507" cy="581929"/>
            <a:chOff x="3922214" y="644989"/>
            <a:chExt cx="381507" cy="581929"/>
          </a:xfrm>
        </p:grpSpPr>
        <p:sp>
          <p:nvSpPr>
            <p:cNvPr id="141" name="Google Shape;141;p7"/>
            <p:cNvSpPr/>
            <p:nvPr/>
          </p:nvSpPr>
          <p:spPr>
            <a:xfrm>
              <a:off x="3922214" y="644989"/>
              <a:ext cx="381507" cy="581929"/>
            </a:xfrm>
            <a:custGeom>
              <a:avLst/>
              <a:gdLst/>
              <a:ahLst/>
              <a:cxnLst/>
              <a:rect l="l" t="t" r="r" b="b"/>
              <a:pathLst>
                <a:path w="11897" h="18147" extrusionOk="0">
                  <a:moveTo>
                    <a:pt x="0" y="1"/>
                  </a:moveTo>
                  <a:lnTo>
                    <a:pt x="0" y="18146"/>
                  </a:lnTo>
                  <a:lnTo>
                    <a:pt x="11897" y="18146"/>
                  </a:lnTo>
                  <a:lnTo>
                    <a:pt x="1189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3937735" y="665897"/>
              <a:ext cx="348862" cy="540658"/>
            </a:xfrm>
            <a:custGeom>
              <a:avLst/>
              <a:gdLst/>
              <a:ahLst/>
              <a:cxnLst/>
              <a:rect l="l" t="t" r="r" b="b"/>
              <a:pathLst>
                <a:path w="10879" h="16860" extrusionOk="0">
                  <a:moveTo>
                    <a:pt x="1" y="0"/>
                  </a:moveTo>
                  <a:lnTo>
                    <a:pt x="1" y="16859"/>
                  </a:lnTo>
                  <a:lnTo>
                    <a:pt x="10878" y="16859"/>
                  </a:lnTo>
                  <a:lnTo>
                    <a:pt x="108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4064722" y="848073"/>
              <a:ext cx="95946" cy="176307"/>
            </a:xfrm>
            <a:custGeom>
              <a:avLst/>
              <a:gdLst/>
              <a:ahLst/>
              <a:cxnLst/>
              <a:rect l="l" t="t" r="r" b="b"/>
              <a:pathLst>
                <a:path w="2992" h="5498" extrusionOk="0">
                  <a:moveTo>
                    <a:pt x="1" y="0"/>
                  </a:moveTo>
                  <a:lnTo>
                    <a:pt x="1" y="5497"/>
                  </a:lnTo>
                  <a:lnTo>
                    <a:pt x="2992" y="5497"/>
                  </a:lnTo>
                  <a:lnTo>
                    <a:pt x="299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" name="Google Shape;144;p7"/>
          <p:cNvGrpSpPr/>
          <p:nvPr/>
        </p:nvGrpSpPr>
        <p:grpSpPr>
          <a:xfrm>
            <a:off x="3459801" y="499787"/>
            <a:ext cx="219181" cy="334368"/>
            <a:chOff x="3459801" y="499787"/>
            <a:chExt cx="219181" cy="334368"/>
          </a:xfrm>
        </p:grpSpPr>
        <p:sp>
          <p:nvSpPr>
            <p:cNvPr id="145" name="Google Shape;145;p7"/>
            <p:cNvSpPr/>
            <p:nvPr/>
          </p:nvSpPr>
          <p:spPr>
            <a:xfrm>
              <a:off x="3459801" y="499787"/>
              <a:ext cx="219181" cy="334368"/>
            </a:xfrm>
            <a:custGeom>
              <a:avLst/>
              <a:gdLst/>
              <a:ahLst/>
              <a:cxnLst/>
              <a:rect l="l" t="t" r="r" b="b"/>
              <a:pathLst>
                <a:path w="6835" h="10427" extrusionOk="0">
                  <a:moveTo>
                    <a:pt x="1" y="1"/>
                  </a:moveTo>
                  <a:lnTo>
                    <a:pt x="1" y="10427"/>
                  </a:lnTo>
                  <a:lnTo>
                    <a:pt x="6835" y="10427"/>
                  </a:lnTo>
                  <a:lnTo>
                    <a:pt x="68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3468908" y="511588"/>
              <a:ext cx="200422" cy="310798"/>
            </a:xfrm>
            <a:custGeom>
              <a:avLst/>
              <a:gdLst/>
              <a:ahLst/>
              <a:cxnLst/>
              <a:rect l="l" t="t" r="r" b="b"/>
              <a:pathLst>
                <a:path w="6250" h="9692" extrusionOk="0">
                  <a:moveTo>
                    <a:pt x="1" y="0"/>
                  </a:moveTo>
                  <a:lnTo>
                    <a:pt x="1" y="9691"/>
                  </a:lnTo>
                  <a:lnTo>
                    <a:pt x="6250" y="9691"/>
                  </a:lnTo>
                  <a:lnTo>
                    <a:pt x="625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3541797" y="616064"/>
              <a:ext cx="55220" cy="101814"/>
            </a:xfrm>
            <a:custGeom>
              <a:avLst/>
              <a:gdLst/>
              <a:ahLst/>
              <a:cxnLst/>
              <a:rect l="l" t="t" r="r" b="b"/>
              <a:pathLst>
                <a:path w="1722" h="3175" extrusionOk="0">
                  <a:moveTo>
                    <a:pt x="0" y="0"/>
                  </a:moveTo>
                  <a:lnTo>
                    <a:pt x="0" y="3175"/>
                  </a:lnTo>
                  <a:lnTo>
                    <a:pt x="1721" y="3175"/>
                  </a:lnTo>
                  <a:lnTo>
                    <a:pt x="172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-731" y="4672701"/>
            <a:ext cx="9143833" cy="475558"/>
          </a:xfrm>
          <a:custGeom>
            <a:avLst/>
            <a:gdLst/>
            <a:ahLst/>
            <a:cxnLst/>
            <a:rect l="l" t="t" r="r" b="b"/>
            <a:pathLst>
              <a:path w="285299" h="14838" extrusionOk="0">
                <a:moveTo>
                  <a:pt x="0" y="1"/>
                </a:moveTo>
                <a:lnTo>
                  <a:pt x="0" y="14838"/>
                </a:lnTo>
                <a:lnTo>
                  <a:pt x="285299" y="14838"/>
                </a:lnTo>
                <a:lnTo>
                  <a:pt x="2852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"/>
          <p:cNvSpPr txBox="1">
            <a:spLocks noGrp="1"/>
          </p:cNvSpPr>
          <p:nvPr>
            <p:ph type="title"/>
          </p:nvPr>
        </p:nvSpPr>
        <p:spPr>
          <a:xfrm>
            <a:off x="720000" y="1233175"/>
            <a:ext cx="35907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80" name="Google Shape;180;p9"/>
          <p:cNvSpPr txBox="1">
            <a:spLocks noGrp="1"/>
          </p:cNvSpPr>
          <p:nvPr>
            <p:ph type="subTitle" idx="1"/>
          </p:nvPr>
        </p:nvSpPr>
        <p:spPr>
          <a:xfrm>
            <a:off x="720000" y="2803075"/>
            <a:ext cx="35907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1" name="Google Shape;18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4845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-731" y="4672701"/>
            <a:ext cx="9143833" cy="475558"/>
          </a:xfrm>
          <a:custGeom>
            <a:avLst/>
            <a:gdLst/>
            <a:ahLst/>
            <a:cxnLst/>
            <a:rect l="l" t="t" r="r" b="b"/>
            <a:pathLst>
              <a:path w="285299" h="14838" extrusionOk="0">
                <a:moveTo>
                  <a:pt x="0" y="1"/>
                </a:moveTo>
                <a:lnTo>
                  <a:pt x="0" y="14838"/>
                </a:lnTo>
                <a:lnTo>
                  <a:pt x="285299" y="14838"/>
                </a:lnTo>
                <a:lnTo>
                  <a:pt x="2852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0"/>
          <p:cNvSpPr txBox="1">
            <a:spLocks noGrp="1"/>
          </p:cNvSpPr>
          <p:nvPr>
            <p:ph type="body" idx="1"/>
          </p:nvPr>
        </p:nvSpPr>
        <p:spPr>
          <a:xfrm>
            <a:off x="726600" y="3995700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/>
          <p:nvPr/>
        </p:nvSpPr>
        <p:spPr>
          <a:xfrm>
            <a:off x="-731" y="4672701"/>
            <a:ext cx="9143833" cy="475558"/>
          </a:xfrm>
          <a:custGeom>
            <a:avLst/>
            <a:gdLst/>
            <a:ahLst/>
            <a:cxnLst/>
            <a:rect l="l" t="t" r="r" b="b"/>
            <a:pathLst>
              <a:path w="285299" h="14838" extrusionOk="0">
                <a:moveTo>
                  <a:pt x="0" y="1"/>
                </a:moveTo>
                <a:lnTo>
                  <a:pt x="0" y="14838"/>
                </a:lnTo>
                <a:lnTo>
                  <a:pt x="285299" y="14838"/>
                </a:lnTo>
                <a:lnTo>
                  <a:pt x="2852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1"/>
          <p:cNvSpPr txBox="1">
            <a:spLocks noGrp="1"/>
          </p:cNvSpPr>
          <p:nvPr>
            <p:ph type="title" hasCustomPrompt="1"/>
          </p:nvPr>
        </p:nvSpPr>
        <p:spPr>
          <a:xfrm>
            <a:off x="720000" y="1106125"/>
            <a:ext cx="77040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8" name="Google Shape;188;p11"/>
          <p:cNvSpPr txBox="1">
            <a:spLocks noGrp="1"/>
          </p:cNvSpPr>
          <p:nvPr>
            <p:ph type="body" idx="1"/>
          </p:nvPr>
        </p:nvSpPr>
        <p:spPr>
          <a:xfrm>
            <a:off x="720000" y="3152225"/>
            <a:ext cx="7704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ctr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ctr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7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/>
          <p:nvPr/>
        </p:nvSpPr>
        <p:spPr>
          <a:xfrm>
            <a:off x="-731" y="4672701"/>
            <a:ext cx="9143833" cy="475558"/>
          </a:xfrm>
          <a:custGeom>
            <a:avLst/>
            <a:gdLst/>
            <a:ahLst/>
            <a:cxnLst/>
            <a:rect l="l" t="t" r="r" b="b"/>
            <a:pathLst>
              <a:path w="285299" h="14838" extrusionOk="0">
                <a:moveTo>
                  <a:pt x="0" y="1"/>
                </a:moveTo>
                <a:lnTo>
                  <a:pt x="0" y="14838"/>
                </a:lnTo>
                <a:lnTo>
                  <a:pt x="285299" y="14838"/>
                </a:lnTo>
                <a:lnTo>
                  <a:pt x="2852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1"/>
          </p:nvPr>
        </p:nvSpPr>
        <p:spPr>
          <a:xfrm>
            <a:off x="2428325" y="1665600"/>
            <a:ext cx="2044800" cy="6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2"/>
          </p:nvPr>
        </p:nvSpPr>
        <p:spPr>
          <a:xfrm>
            <a:off x="2428314" y="2307150"/>
            <a:ext cx="2044800" cy="1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3"/>
          </p:nvPr>
        </p:nvSpPr>
        <p:spPr>
          <a:xfrm>
            <a:off x="2428325" y="2696549"/>
            <a:ext cx="2044800" cy="6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4"/>
          </p:nvPr>
        </p:nvSpPr>
        <p:spPr>
          <a:xfrm>
            <a:off x="2428314" y="3338140"/>
            <a:ext cx="2044800" cy="1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3"/>
          <p:cNvSpPr txBox="1">
            <a:spLocks noGrp="1"/>
          </p:cNvSpPr>
          <p:nvPr>
            <p:ph type="subTitle" idx="5"/>
          </p:nvPr>
        </p:nvSpPr>
        <p:spPr>
          <a:xfrm>
            <a:off x="2428321" y="3727550"/>
            <a:ext cx="2044800" cy="64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subTitle" idx="6"/>
          </p:nvPr>
        </p:nvSpPr>
        <p:spPr>
          <a:xfrm>
            <a:off x="2428314" y="4369150"/>
            <a:ext cx="2044800" cy="1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7"/>
          </p:nvPr>
        </p:nvSpPr>
        <p:spPr>
          <a:xfrm>
            <a:off x="4670975" y="1665600"/>
            <a:ext cx="2044800" cy="6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subTitle" idx="8"/>
          </p:nvPr>
        </p:nvSpPr>
        <p:spPr>
          <a:xfrm>
            <a:off x="4670964" y="2307150"/>
            <a:ext cx="2044800" cy="1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subTitle" idx="9"/>
          </p:nvPr>
        </p:nvSpPr>
        <p:spPr>
          <a:xfrm>
            <a:off x="4670975" y="2696549"/>
            <a:ext cx="2044800" cy="6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subTitle" idx="13"/>
          </p:nvPr>
        </p:nvSpPr>
        <p:spPr>
          <a:xfrm>
            <a:off x="4670964" y="3338140"/>
            <a:ext cx="2044800" cy="1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subTitle" idx="14"/>
          </p:nvPr>
        </p:nvSpPr>
        <p:spPr>
          <a:xfrm>
            <a:off x="4670971" y="3727550"/>
            <a:ext cx="2044800" cy="64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3" name="Google Shape;203;p13"/>
          <p:cNvSpPr txBox="1">
            <a:spLocks noGrp="1"/>
          </p:cNvSpPr>
          <p:nvPr>
            <p:ph type="subTitle" idx="15"/>
          </p:nvPr>
        </p:nvSpPr>
        <p:spPr>
          <a:xfrm>
            <a:off x="4670964" y="4369150"/>
            <a:ext cx="2044800" cy="1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3"/>
          <p:cNvSpPr txBox="1">
            <a:spLocks noGrp="1"/>
          </p:cNvSpPr>
          <p:nvPr>
            <p:ph type="title" idx="16" hasCustomPrompt="1"/>
          </p:nvPr>
        </p:nvSpPr>
        <p:spPr>
          <a:xfrm>
            <a:off x="1768450" y="1665600"/>
            <a:ext cx="660000" cy="8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6" name="Google Shape;206;p13"/>
          <p:cNvSpPr txBox="1">
            <a:spLocks noGrp="1"/>
          </p:cNvSpPr>
          <p:nvPr>
            <p:ph type="title" idx="17" hasCustomPrompt="1"/>
          </p:nvPr>
        </p:nvSpPr>
        <p:spPr>
          <a:xfrm>
            <a:off x="1768325" y="2696550"/>
            <a:ext cx="660000" cy="8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7" name="Google Shape;207;p13"/>
          <p:cNvSpPr txBox="1">
            <a:spLocks noGrp="1"/>
          </p:cNvSpPr>
          <p:nvPr>
            <p:ph type="title" idx="18" hasCustomPrompt="1"/>
          </p:nvPr>
        </p:nvSpPr>
        <p:spPr>
          <a:xfrm>
            <a:off x="1768425" y="3727550"/>
            <a:ext cx="660000" cy="8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idx="19" hasCustomPrompt="1"/>
          </p:nvPr>
        </p:nvSpPr>
        <p:spPr>
          <a:xfrm flipH="1">
            <a:off x="6715925" y="1665475"/>
            <a:ext cx="660000" cy="8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9" name="Google Shape;209;p13"/>
          <p:cNvSpPr txBox="1">
            <a:spLocks noGrp="1"/>
          </p:cNvSpPr>
          <p:nvPr>
            <p:ph type="title" idx="20" hasCustomPrompt="1"/>
          </p:nvPr>
        </p:nvSpPr>
        <p:spPr>
          <a:xfrm flipH="1">
            <a:off x="6715775" y="2696560"/>
            <a:ext cx="660000" cy="8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21" hasCustomPrompt="1"/>
          </p:nvPr>
        </p:nvSpPr>
        <p:spPr>
          <a:xfrm flipH="1">
            <a:off x="6715775" y="3727550"/>
            <a:ext cx="660000" cy="8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CUSTOM_3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2"/>
          <p:cNvSpPr/>
          <p:nvPr/>
        </p:nvSpPr>
        <p:spPr>
          <a:xfrm>
            <a:off x="-731" y="4672701"/>
            <a:ext cx="9143833" cy="475558"/>
          </a:xfrm>
          <a:custGeom>
            <a:avLst/>
            <a:gdLst/>
            <a:ahLst/>
            <a:cxnLst/>
            <a:rect l="l" t="t" r="r" b="b"/>
            <a:pathLst>
              <a:path w="285299" h="14838" extrusionOk="0">
                <a:moveTo>
                  <a:pt x="0" y="1"/>
                </a:moveTo>
                <a:lnTo>
                  <a:pt x="0" y="14838"/>
                </a:lnTo>
                <a:lnTo>
                  <a:pt x="285299" y="14838"/>
                </a:lnTo>
                <a:lnTo>
                  <a:pt x="2852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1" name="Google Shape;541;p22"/>
          <p:cNvGrpSpPr/>
          <p:nvPr/>
        </p:nvGrpSpPr>
        <p:grpSpPr>
          <a:xfrm>
            <a:off x="7561488" y="2913763"/>
            <a:ext cx="1149234" cy="1756540"/>
            <a:chOff x="7561488" y="2913763"/>
            <a:chExt cx="1149234" cy="1756540"/>
          </a:xfrm>
        </p:grpSpPr>
        <p:sp>
          <p:nvSpPr>
            <p:cNvPr id="542" name="Google Shape;542;p22"/>
            <p:cNvSpPr/>
            <p:nvPr/>
          </p:nvSpPr>
          <p:spPr>
            <a:xfrm>
              <a:off x="7561488" y="4349214"/>
              <a:ext cx="99737" cy="321089"/>
            </a:xfrm>
            <a:custGeom>
              <a:avLst/>
              <a:gdLst/>
              <a:ahLst/>
              <a:cxnLst/>
              <a:rect l="l" t="t" r="r" b="b"/>
              <a:pathLst>
                <a:path w="3109" h="10009" extrusionOk="0">
                  <a:moveTo>
                    <a:pt x="3109" y="0"/>
                  </a:moveTo>
                  <a:lnTo>
                    <a:pt x="1" y="117"/>
                  </a:lnTo>
                  <a:lnTo>
                    <a:pt x="1" y="10009"/>
                  </a:lnTo>
                  <a:lnTo>
                    <a:pt x="1321" y="10009"/>
                  </a:lnTo>
                  <a:lnTo>
                    <a:pt x="31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7947955" y="4349214"/>
              <a:ext cx="99737" cy="321089"/>
            </a:xfrm>
            <a:custGeom>
              <a:avLst/>
              <a:gdLst/>
              <a:ahLst/>
              <a:cxnLst/>
              <a:rect l="l" t="t" r="r" b="b"/>
              <a:pathLst>
                <a:path w="3109" h="10009" extrusionOk="0">
                  <a:moveTo>
                    <a:pt x="3109" y="0"/>
                  </a:moveTo>
                  <a:lnTo>
                    <a:pt x="1" y="117"/>
                  </a:lnTo>
                  <a:lnTo>
                    <a:pt x="1" y="10009"/>
                  </a:lnTo>
                  <a:lnTo>
                    <a:pt x="1321" y="10009"/>
                  </a:lnTo>
                  <a:lnTo>
                    <a:pt x="31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8331761" y="4349214"/>
              <a:ext cx="99191" cy="321089"/>
            </a:xfrm>
            <a:custGeom>
              <a:avLst/>
              <a:gdLst/>
              <a:ahLst/>
              <a:cxnLst/>
              <a:rect l="l" t="t" r="r" b="b"/>
              <a:pathLst>
                <a:path w="3092" h="10009" extrusionOk="0">
                  <a:moveTo>
                    <a:pt x="0" y="0"/>
                  </a:moveTo>
                  <a:lnTo>
                    <a:pt x="1771" y="10009"/>
                  </a:lnTo>
                  <a:lnTo>
                    <a:pt x="3091" y="10009"/>
                  </a:lnTo>
                  <a:lnTo>
                    <a:pt x="3091" y="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8602965" y="4349214"/>
              <a:ext cx="99737" cy="321089"/>
            </a:xfrm>
            <a:custGeom>
              <a:avLst/>
              <a:gdLst/>
              <a:ahLst/>
              <a:cxnLst/>
              <a:rect l="l" t="t" r="r" b="b"/>
              <a:pathLst>
                <a:path w="3109" h="10009" extrusionOk="0">
                  <a:moveTo>
                    <a:pt x="1" y="0"/>
                  </a:moveTo>
                  <a:lnTo>
                    <a:pt x="1788" y="10009"/>
                  </a:lnTo>
                  <a:lnTo>
                    <a:pt x="3108" y="10009"/>
                  </a:lnTo>
                  <a:lnTo>
                    <a:pt x="3108" y="11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7561488" y="3637167"/>
              <a:ext cx="310919" cy="722506"/>
            </a:xfrm>
            <a:custGeom>
              <a:avLst/>
              <a:gdLst/>
              <a:ahLst/>
              <a:cxnLst/>
              <a:rect l="l" t="t" r="r" b="b"/>
              <a:pathLst>
                <a:path w="9692" h="22522" extrusionOk="0">
                  <a:moveTo>
                    <a:pt x="4572" y="1"/>
                  </a:moveTo>
                  <a:cubicBezTo>
                    <a:pt x="3361" y="1"/>
                    <a:pt x="2180" y="241"/>
                    <a:pt x="1605" y="1043"/>
                  </a:cubicBezTo>
                  <a:cubicBezTo>
                    <a:pt x="151" y="3048"/>
                    <a:pt x="1" y="22447"/>
                    <a:pt x="1" y="22447"/>
                  </a:cubicBezTo>
                  <a:cubicBezTo>
                    <a:pt x="1" y="22447"/>
                    <a:pt x="4152" y="22521"/>
                    <a:pt x="6974" y="22521"/>
                  </a:cubicBezTo>
                  <a:cubicBezTo>
                    <a:pt x="8385" y="22521"/>
                    <a:pt x="9463" y="22502"/>
                    <a:pt x="9525" y="22447"/>
                  </a:cubicBezTo>
                  <a:cubicBezTo>
                    <a:pt x="9692" y="22280"/>
                    <a:pt x="8272" y="542"/>
                    <a:pt x="8272" y="542"/>
                  </a:cubicBezTo>
                  <a:cubicBezTo>
                    <a:pt x="8272" y="542"/>
                    <a:pt x="6389" y="1"/>
                    <a:pt x="4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7804301" y="2913763"/>
              <a:ext cx="897855" cy="1329876"/>
            </a:xfrm>
            <a:custGeom>
              <a:avLst/>
              <a:gdLst/>
              <a:ahLst/>
              <a:cxnLst/>
              <a:rect l="l" t="t" r="r" b="b"/>
              <a:pathLst>
                <a:path w="27988" h="41455" extrusionOk="0">
                  <a:moveTo>
                    <a:pt x="20165" y="1"/>
                  </a:moveTo>
                  <a:cubicBezTo>
                    <a:pt x="20155" y="1"/>
                    <a:pt x="20145" y="1"/>
                    <a:pt x="20135" y="1"/>
                  </a:cubicBezTo>
                  <a:lnTo>
                    <a:pt x="7804" y="1"/>
                  </a:lnTo>
                  <a:cubicBezTo>
                    <a:pt x="3476" y="1"/>
                    <a:pt x="1" y="3560"/>
                    <a:pt x="101" y="7871"/>
                  </a:cubicBezTo>
                  <a:lnTo>
                    <a:pt x="903" y="41455"/>
                  </a:lnTo>
                  <a:lnTo>
                    <a:pt x="27737" y="41455"/>
                  </a:lnTo>
                  <a:lnTo>
                    <a:pt x="27971" y="7837"/>
                  </a:lnTo>
                  <a:cubicBezTo>
                    <a:pt x="27988" y="3520"/>
                    <a:pt x="24495" y="1"/>
                    <a:pt x="201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7612944" y="4008172"/>
              <a:ext cx="1081192" cy="346945"/>
            </a:xfrm>
            <a:custGeom>
              <a:avLst/>
              <a:gdLst/>
              <a:ahLst/>
              <a:cxnLst/>
              <a:rect l="l" t="t" r="r" b="b"/>
              <a:pathLst>
                <a:path w="33703" h="10815" extrusionOk="0">
                  <a:moveTo>
                    <a:pt x="16297" y="1"/>
                  </a:moveTo>
                  <a:cubicBezTo>
                    <a:pt x="11069" y="1"/>
                    <a:pt x="5715" y="105"/>
                    <a:pt x="5715" y="105"/>
                  </a:cubicBezTo>
                  <a:cubicBezTo>
                    <a:pt x="5715" y="105"/>
                    <a:pt x="368" y="305"/>
                    <a:pt x="1" y="6922"/>
                  </a:cubicBezTo>
                  <a:lnTo>
                    <a:pt x="1" y="10815"/>
                  </a:lnTo>
                  <a:lnTo>
                    <a:pt x="33702" y="10815"/>
                  </a:lnTo>
                  <a:lnTo>
                    <a:pt x="33702" y="7340"/>
                  </a:lnTo>
                  <a:cubicBezTo>
                    <a:pt x="33702" y="7340"/>
                    <a:pt x="28940" y="322"/>
                    <a:pt x="23359" y="105"/>
                  </a:cubicBezTo>
                  <a:cubicBezTo>
                    <a:pt x="21494" y="27"/>
                    <a:pt x="18911" y="1"/>
                    <a:pt x="162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2"/>
            <p:cNvSpPr/>
            <p:nvPr/>
          </p:nvSpPr>
          <p:spPr>
            <a:xfrm>
              <a:off x="7597963" y="4007659"/>
              <a:ext cx="749902" cy="341427"/>
            </a:xfrm>
            <a:custGeom>
              <a:avLst/>
              <a:gdLst/>
              <a:ahLst/>
              <a:cxnLst/>
              <a:rect l="l" t="t" r="r" b="b"/>
              <a:pathLst>
                <a:path w="23376" h="10643" extrusionOk="0">
                  <a:moveTo>
                    <a:pt x="7457" y="1"/>
                  </a:moveTo>
                  <a:cubicBezTo>
                    <a:pt x="5848" y="1"/>
                    <a:pt x="4284" y="116"/>
                    <a:pt x="2924" y="1173"/>
                  </a:cubicBezTo>
                  <a:cubicBezTo>
                    <a:pt x="317" y="3212"/>
                    <a:pt x="0" y="7489"/>
                    <a:pt x="267" y="10530"/>
                  </a:cubicBezTo>
                  <a:cubicBezTo>
                    <a:pt x="276" y="10605"/>
                    <a:pt x="338" y="10643"/>
                    <a:pt x="397" y="10643"/>
                  </a:cubicBezTo>
                  <a:cubicBezTo>
                    <a:pt x="455" y="10643"/>
                    <a:pt x="510" y="10605"/>
                    <a:pt x="501" y="10530"/>
                  </a:cubicBezTo>
                  <a:cubicBezTo>
                    <a:pt x="167" y="6904"/>
                    <a:pt x="785" y="1625"/>
                    <a:pt x="4912" y="455"/>
                  </a:cubicBezTo>
                  <a:cubicBezTo>
                    <a:pt x="5636" y="246"/>
                    <a:pt x="6432" y="196"/>
                    <a:pt x="7232" y="196"/>
                  </a:cubicBezTo>
                  <a:cubicBezTo>
                    <a:pt x="7966" y="196"/>
                    <a:pt x="8703" y="238"/>
                    <a:pt x="9390" y="238"/>
                  </a:cubicBezTo>
                  <a:lnTo>
                    <a:pt x="23225" y="305"/>
                  </a:lnTo>
                  <a:cubicBezTo>
                    <a:pt x="23375" y="305"/>
                    <a:pt x="23375" y="87"/>
                    <a:pt x="23225" y="87"/>
                  </a:cubicBezTo>
                  <a:cubicBezTo>
                    <a:pt x="18146" y="54"/>
                    <a:pt x="13066" y="21"/>
                    <a:pt x="7970" y="4"/>
                  </a:cubicBezTo>
                  <a:cubicBezTo>
                    <a:pt x="7799" y="2"/>
                    <a:pt x="7627" y="1"/>
                    <a:pt x="745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2"/>
            <p:cNvSpPr/>
            <p:nvPr/>
          </p:nvSpPr>
          <p:spPr>
            <a:xfrm>
              <a:off x="7929734" y="2934679"/>
              <a:ext cx="584818" cy="697900"/>
            </a:xfrm>
            <a:custGeom>
              <a:avLst/>
              <a:gdLst/>
              <a:ahLst/>
              <a:cxnLst/>
              <a:rect l="l" t="t" r="r" b="b"/>
              <a:pathLst>
                <a:path w="18230" h="21755" extrusionOk="0">
                  <a:moveTo>
                    <a:pt x="5314" y="1"/>
                  </a:moveTo>
                  <a:cubicBezTo>
                    <a:pt x="3660" y="17"/>
                    <a:pt x="2340" y="67"/>
                    <a:pt x="1421" y="151"/>
                  </a:cubicBezTo>
                  <a:cubicBezTo>
                    <a:pt x="1187" y="168"/>
                    <a:pt x="986" y="184"/>
                    <a:pt x="803" y="218"/>
                  </a:cubicBezTo>
                  <a:cubicBezTo>
                    <a:pt x="636" y="234"/>
                    <a:pt x="485" y="268"/>
                    <a:pt x="368" y="285"/>
                  </a:cubicBezTo>
                  <a:cubicBezTo>
                    <a:pt x="235" y="318"/>
                    <a:pt x="151" y="351"/>
                    <a:pt x="101" y="368"/>
                  </a:cubicBezTo>
                  <a:cubicBezTo>
                    <a:pt x="67" y="368"/>
                    <a:pt x="34" y="385"/>
                    <a:pt x="1" y="402"/>
                  </a:cubicBezTo>
                  <a:cubicBezTo>
                    <a:pt x="34" y="402"/>
                    <a:pt x="67" y="385"/>
                    <a:pt x="101" y="385"/>
                  </a:cubicBezTo>
                  <a:cubicBezTo>
                    <a:pt x="168" y="368"/>
                    <a:pt x="251" y="335"/>
                    <a:pt x="368" y="318"/>
                  </a:cubicBezTo>
                  <a:cubicBezTo>
                    <a:pt x="485" y="301"/>
                    <a:pt x="636" y="285"/>
                    <a:pt x="803" y="251"/>
                  </a:cubicBezTo>
                  <a:lnTo>
                    <a:pt x="1421" y="201"/>
                  </a:lnTo>
                  <a:cubicBezTo>
                    <a:pt x="2340" y="134"/>
                    <a:pt x="3660" y="101"/>
                    <a:pt x="5314" y="101"/>
                  </a:cubicBezTo>
                  <a:cubicBezTo>
                    <a:pt x="6133" y="101"/>
                    <a:pt x="7035" y="118"/>
                    <a:pt x="8004" y="134"/>
                  </a:cubicBezTo>
                  <a:cubicBezTo>
                    <a:pt x="9023" y="134"/>
                    <a:pt x="10059" y="184"/>
                    <a:pt x="11078" y="285"/>
                  </a:cubicBezTo>
                  <a:cubicBezTo>
                    <a:pt x="11630" y="351"/>
                    <a:pt x="12181" y="452"/>
                    <a:pt x="12716" y="585"/>
                  </a:cubicBezTo>
                  <a:cubicBezTo>
                    <a:pt x="13267" y="719"/>
                    <a:pt x="13819" y="903"/>
                    <a:pt x="14337" y="1170"/>
                  </a:cubicBezTo>
                  <a:cubicBezTo>
                    <a:pt x="14855" y="1454"/>
                    <a:pt x="15339" y="1805"/>
                    <a:pt x="15757" y="2239"/>
                  </a:cubicBezTo>
                  <a:cubicBezTo>
                    <a:pt x="16191" y="2657"/>
                    <a:pt x="16559" y="3158"/>
                    <a:pt x="16860" y="3693"/>
                  </a:cubicBezTo>
                  <a:cubicBezTo>
                    <a:pt x="16993" y="3977"/>
                    <a:pt x="17110" y="4261"/>
                    <a:pt x="17194" y="4562"/>
                  </a:cubicBezTo>
                  <a:cubicBezTo>
                    <a:pt x="17261" y="4846"/>
                    <a:pt x="17311" y="5147"/>
                    <a:pt x="17327" y="5464"/>
                  </a:cubicBezTo>
                  <a:cubicBezTo>
                    <a:pt x="17394" y="6066"/>
                    <a:pt x="17461" y="6667"/>
                    <a:pt x="17528" y="7252"/>
                  </a:cubicBezTo>
                  <a:cubicBezTo>
                    <a:pt x="17628" y="8422"/>
                    <a:pt x="17728" y="9574"/>
                    <a:pt x="17795" y="10661"/>
                  </a:cubicBezTo>
                  <a:cubicBezTo>
                    <a:pt x="17929" y="12816"/>
                    <a:pt x="18012" y="14788"/>
                    <a:pt x="18063" y="16425"/>
                  </a:cubicBezTo>
                  <a:cubicBezTo>
                    <a:pt x="18096" y="18062"/>
                    <a:pt x="18146" y="19399"/>
                    <a:pt x="18163" y="20318"/>
                  </a:cubicBezTo>
                  <a:cubicBezTo>
                    <a:pt x="18180" y="20769"/>
                    <a:pt x="18196" y="21137"/>
                    <a:pt x="18196" y="21387"/>
                  </a:cubicBezTo>
                  <a:cubicBezTo>
                    <a:pt x="18196" y="21504"/>
                    <a:pt x="18213" y="21588"/>
                    <a:pt x="18213" y="21655"/>
                  </a:cubicBezTo>
                  <a:cubicBezTo>
                    <a:pt x="18213" y="21688"/>
                    <a:pt x="18213" y="21722"/>
                    <a:pt x="18213" y="21755"/>
                  </a:cubicBezTo>
                  <a:cubicBezTo>
                    <a:pt x="18230" y="21722"/>
                    <a:pt x="18230" y="21688"/>
                    <a:pt x="18230" y="21655"/>
                  </a:cubicBezTo>
                  <a:cubicBezTo>
                    <a:pt x="18230" y="21588"/>
                    <a:pt x="18230" y="21504"/>
                    <a:pt x="18230" y="21387"/>
                  </a:cubicBezTo>
                  <a:cubicBezTo>
                    <a:pt x="18230" y="21137"/>
                    <a:pt x="18230" y="20769"/>
                    <a:pt x="18213" y="20318"/>
                  </a:cubicBezTo>
                  <a:cubicBezTo>
                    <a:pt x="18213" y="19399"/>
                    <a:pt x="18196" y="18062"/>
                    <a:pt x="18163" y="16425"/>
                  </a:cubicBezTo>
                  <a:cubicBezTo>
                    <a:pt x="18113" y="14771"/>
                    <a:pt x="18063" y="12816"/>
                    <a:pt x="17929" y="10644"/>
                  </a:cubicBezTo>
                  <a:cubicBezTo>
                    <a:pt x="17862" y="9558"/>
                    <a:pt x="17779" y="8422"/>
                    <a:pt x="17662" y="7235"/>
                  </a:cubicBezTo>
                  <a:cubicBezTo>
                    <a:pt x="17595" y="6651"/>
                    <a:pt x="17545" y="6049"/>
                    <a:pt x="17461" y="5447"/>
                  </a:cubicBezTo>
                  <a:cubicBezTo>
                    <a:pt x="17444" y="5130"/>
                    <a:pt x="17394" y="4829"/>
                    <a:pt x="17327" y="4512"/>
                  </a:cubicBezTo>
                  <a:cubicBezTo>
                    <a:pt x="17244" y="4211"/>
                    <a:pt x="17127" y="3910"/>
                    <a:pt x="16977" y="3626"/>
                  </a:cubicBezTo>
                  <a:cubicBezTo>
                    <a:pt x="16692" y="3075"/>
                    <a:pt x="16308" y="2574"/>
                    <a:pt x="15857" y="2139"/>
                  </a:cubicBezTo>
                  <a:cubicBezTo>
                    <a:pt x="15423" y="1705"/>
                    <a:pt x="14938" y="1337"/>
                    <a:pt x="14403" y="1036"/>
                  </a:cubicBezTo>
                  <a:cubicBezTo>
                    <a:pt x="13869" y="786"/>
                    <a:pt x="13317" y="585"/>
                    <a:pt x="12749" y="452"/>
                  </a:cubicBezTo>
                  <a:cubicBezTo>
                    <a:pt x="12198" y="318"/>
                    <a:pt x="11647" y="218"/>
                    <a:pt x="11095" y="151"/>
                  </a:cubicBezTo>
                  <a:cubicBezTo>
                    <a:pt x="10205" y="63"/>
                    <a:pt x="9303" y="14"/>
                    <a:pt x="8399" y="14"/>
                  </a:cubicBezTo>
                  <a:cubicBezTo>
                    <a:pt x="8267" y="14"/>
                    <a:pt x="8136" y="15"/>
                    <a:pt x="8004" y="17"/>
                  </a:cubicBezTo>
                  <a:cubicBezTo>
                    <a:pt x="7035" y="1"/>
                    <a:pt x="6133" y="1"/>
                    <a:pt x="53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2"/>
            <p:cNvSpPr/>
            <p:nvPr/>
          </p:nvSpPr>
          <p:spPr>
            <a:xfrm>
              <a:off x="8501111" y="3230906"/>
              <a:ext cx="62235" cy="21846"/>
            </a:xfrm>
            <a:custGeom>
              <a:avLst/>
              <a:gdLst/>
              <a:ahLst/>
              <a:cxnLst/>
              <a:rect l="l" t="t" r="r" b="b"/>
              <a:pathLst>
                <a:path w="1940" h="681" extrusionOk="0">
                  <a:moveTo>
                    <a:pt x="1901" y="1"/>
                  </a:moveTo>
                  <a:cubicBezTo>
                    <a:pt x="1805" y="1"/>
                    <a:pt x="1412" y="111"/>
                    <a:pt x="953" y="274"/>
                  </a:cubicBezTo>
                  <a:cubicBezTo>
                    <a:pt x="419" y="457"/>
                    <a:pt x="1" y="641"/>
                    <a:pt x="18" y="675"/>
                  </a:cubicBezTo>
                  <a:cubicBezTo>
                    <a:pt x="18" y="678"/>
                    <a:pt x="24" y="680"/>
                    <a:pt x="35" y="680"/>
                  </a:cubicBezTo>
                  <a:cubicBezTo>
                    <a:pt x="122" y="680"/>
                    <a:pt x="528" y="570"/>
                    <a:pt x="987" y="407"/>
                  </a:cubicBezTo>
                  <a:cubicBezTo>
                    <a:pt x="1521" y="224"/>
                    <a:pt x="1939" y="40"/>
                    <a:pt x="1922" y="6"/>
                  </a:cubicBezTo>
                  <a:cubicBezTo>
                    <a:pt x="1921" y="2"/>
                    <a:pt x="1913" y="1"/>
                    <a:pt x="19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8501111" y="3289901"/>
              <a:ext cx="28455" cy="4684"/>
            </a:xfrm>
            <a:custGeom>
              <a:avLst/>
              <a:gdLst/>
              <a:ahLst/>
              <a:cxnLst/>
              <a:rect l="l" t="t" r="r" b="b"/>
              <a:pathLst>
                <a:path w="887" h="146" extrusionOk="0">
                  <a:moveTo>
                    <a:pt x="322" y="1"/>
                  </a:moveTo>
                  <a:cubicBezTo>
                    <a:pt x="140" y="1"/>
                    <a:pt x="18" y="28"/>
                    <a:pt x="18" y="55"/>
                  </a:cubicBezTo>
                  <a:cubicBezTo>
                    <a:pt x="1" y="89"/>
                    <a:pt x="201" y="139"/>
                    <a:pt x="452" y="139"/>
                  </a:cubicBezTo>
                  <a:cubicBezTo>
                    <a:pt x="511" y="143"/>
                    <a:pt x="567" y="145"/>
                    <a:pt x="619" y="145"/>
                  </a:cubicBezTo>
                  <a:cubicBezTo>
                    <a:pt x="774" y="145"/>
                    <a:pt x="887" y="126"/>
                    <a:pt x="887" y="89"/>
                  </a:cubicBezTo>
                  <a:cubicBezTo>
                    <a:pt x="887" y="55"/>
                    <a:pt x="686" y="22"/>
                    <a:pt x="452" y="5"/>
                  </a:cubicBezTo>
                  <a:cubicBezTo>
                    <a:pt x="406" y="2"/>
                    <a:pt x="362" y="1"/>
                    <a:pt x="3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8258297" y="3268247"/>
              <a:ext cx="40260" cy="37951"/>
            </a:xfrm>
            <a:custGeom>
              <a:avLst/>
              <a:gdLst/>
              <a:ahLst/>
              <a:cxnLst/>
              <a:rect l="l" t="t" r="r" b="b"/>
              <a:pathLst>
                <a:path w="1255" h="1183" extrusionOk="0">
                  <a:moveTo>
                    <a:pt x="528" y="1"/>
                  </a:moveTo>
                  <a:cubicBezTo>
                    <a:pt x="505" y="1"/>
                    <a:pt x="468" y="9"/>
                    <a:pt x="419" y="29"/>
                  </a:cubicBezTo>
                  <a:cubicBezTo>
                    <a:pt x="302" y="79"/>
                    <a:pt x="201" y="162"/>
                    <a:pt x="135" y="263"/>
                  </a:cubicBezTo>
                  <a:cubicBezTo>
                    <a:pt x="18" y="430"/>
                    <a:pt x="1" y="647"/>
                    <a:pt x="85" y="831"/>
                  </a:cubicBezTo>
                  <a:cubicBezTo>
                    <a:pt x="196" y="1037"/>
                    <a:pt x="397" y="1183"/>
                    <a:pt x="631" y="1183"/>
                  </a:cubicBezTo>
                  <a:cubicBezTo>
                    <a:pt x="644" y="1183"/>
                    <a:pt x="657" y="1182"/>
                    <a:pt x="669" y="1182"/>
                  </a:cubicBezTo>
                  <a:cubicBezTo>
                    <a:pt x="920" y="1165"/>
                    <a:pt x="1137" y="981"/>
                    <a:pt x="1204" y="747"/>
                  </a:cubicBezTo>
                  <a:cubicBezTo>
                    <a:pt x="1254" y="547"/>
                    <a:pt x="1187" y="329"/>
                    <a:pt x="1020" y="212"/>
                  </a:cubicBezTo>
                  <a:cubicBezTo>
                    <a:pt x="920" y="129"/>
                    <a:pt x="803" y="79"/>
                    <a:pt x="669" y="79"/>
                  </a:cubicBezTo>
                  <a:cubicBezTo>
                    <a:pt x="586" y="95"/>
                    <a:pt x="536" y="112"/>
                    <a:pt x="536" y="129"/>
                  </a:cubicBezTo>
                  <a:cubicBezTo>
                    <a:pt x="686" y="129"/>
                    <a:pt x="836" y="179"/>
                    <a:pt x="953" y="279"/>
                  </a:cubicBezTo>
                  <a:cubicBezTo>
                    <a:pt x="1070" y="396"/>
                    <a:pt x="1120" y="563"/>
                    <a:pt x="1070" y="714"/>
                  </a:cubicBezTo>
                  <a:cubicBezTo>
                    <a:pt x="1020" y="897"/>
                    <a:pt x="853" y="1031"/>
                    <a:pt x="669" y="1048"/>
                  </a:cubicBezTo>
                  <a:cubicBezTo>
                    <a:pt x="469" y="1048"/>
                    <a:pt x="285" y="948"/>
                    <a:pt x="201" y="764"/>
                  </a:cubicBezTo>
                  <a:cubicBezTo>
                    <a:pt x="135" y="630"/>
                    <a:pt x="135" y="463"/>
                    <a:pt x="218" y="313"/>
                  </a:cubicBezTo>
                  <a:cubicBezTo>
                    <a:pt x="302" y="179"/>
                    <a:pt x="419" y="79"/>
                    <a:pt x="552" y="12"/>
                  </a:cubicBezTo>
                  <a:cubicBezTo>
                    <a:pt x="552" y="5"/>
                    <a:pt x="544" y="1"/>
                    <a:pt x="5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8251881" y="3172680"/>
              <a:ext cx="38624" cy="101854"/>
            </a:xfrm>
            <a:custGeom>
              <a:avLst/>
              <a:gdLst/>
              <a:ahLst/>
              <a:cxnLst/>
              <a:rect l="l" t="t" r="r" b="b"/>
              <a:pathLst>
                <a:path w="1204" h="3175" extrusionOk="0">
                  <a:moveTo>
                    <a:pt x="1187" y="0"/>
                  </a:moveTo>
                  <a:lnTo>
                    <a:pt x="1187" y="0"/>
                  </a:lnTo>
                  <a:cubicBezTo>
                    <a:pt x="1020" y="67"/>
                    <a:pt x="886" y="167"/>
                    <a:pt x="769" y="318"/>
                  </a:cubicBezTo>
                  <a:cubicBezTo>
                    <a:pt x="168" y="969"/>
                    <a:pt x="0" y="1905"/>
                    <a:pt x="335" y="2724"/>
                  </a:cubicBezTo>
                  <a:cubicBezTo>
                    <a:pt x="385" y="2891"/>
                    <a:pt x="485" y="3041"/>
                    <a:pt x="602" y="3175"/>
                  </a:cubicBezTo>
                  <a:cubicBezTo>
                    <a:pt x="635" y="3158"/>
                    <a:pt x="518" y="2991"/>
                    <a:pt x="418" y="2690"/>
                  </a:cubicBezTo>
                  <a:cubicBezTo>
                    <a:pt x="151" y="1905"/>
                    <a:pt x="318" y="1019"/>
                    <a:pt x="853" y="384"/>
                  </a:cubicBezTo>
                  <a:cubicBezTo>
                    <a:pt x="1036" y="134"/>
                    <a:pt x="1204" y="17"/>
                    <a:pt x="11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8254576" y="3302508"/>
              <a:ext cx="26274" cy="109778"/>
            </a:xfrm>
            <a:custGeom>
              <a:avLst/>
              <a:gdLst/>
              <a:ahLst/>
              <a:cxnLst/>
              <a:rect l="l" t="t" r="r" b="b"/>
              <a:pathLst>
                <a:path w="819" h="3422" extrusionOk="0">
                  <a:moveTo>
                    <a:pt x="764" y="1"/>
                  </a:moveTo>
                  <a:cubicBezTo>
                    <a:pt x="739" y="1"/>
                    <a:pt x="702" y="5"/>
                    <a:pt x="652" y="13"/>
                  </a:cubicBezTo>
                  <a:cubicBezTo>
                    <a:pt x="501" y="47"/>
                    <a:pt x="384" y="147"/>
                    <a:pt x="284" y="247"/>
                  </a:cubicBezTo>
                  <a:cubicBezTo>
                    <a:pt x="150" y="431"/>
                    <a:pt x="67" y="631"/>
                    <a:pt x="50" y="849"/>
                  </a:cubicBezTo>
                  <a:cubicBezTo>
                    <a:pt x="0" y="1116"/>
                    <a:pt x="0" y="1367"/>
                    <a:pt x="33" y="1634"/>
                  </a:cubicBezTo>
                  <a:cubicBezTo>
                    <a:pt x="67" y="2102"/>
                    <a:pt x="217" y="2553"/>
                    <a:pt x="451" y="2954"/>
                  </a:cubicBezTo>
                  <a:cubicBezTo>
                    <a:pt x="535" y="3138"/>
                    <a:pt x="652" y="3288"/>
                    <a:pt x="802" y="3422"/>
                  </a:cubicBezTo>
                  <a:cubicBezTo>
                    <a:pt x="819" y="3405"/>
                    <a:pt x="685" y="3221"/>
                    <a:pt x="535" y="2921"/>
                  </a:cubicBezTo>
                  <a:cubicBezTo>
                    <a:pt x="334" y="2503"/>
                    <a:pt x="217" y="2068"/>
                    <a:pt x="167" y="1617"/>
                  </a:cubicBezTo>
                  <a:cubicBezTo>
                    <a:pt x="117" y="1083"/>
                    <a:pt x="167" y="581"/>
                    <a:pt x="368" y="314"/>
                  </a:cubicBezTo>
                  <a:cubicBezTo>
                    <a:pt x="485" y="164"/>
                    <a:pt x="635" y="63"/>
                    <a:pt x="802" y="13"/>
                  </a:cubicBezTo>
                  <a:cubicBezTo>
                    <a:pt x="802" y="5"/>
                    <a:pt x="790" y="1"/>
                    <a:pt x="76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8218101" y="3277710"/>
              <a:ext cx="39170" cy="7731"/>
            </a:xfrm>
            <a:custGeom>
              <a:avLst/>
              <a:gdLst/>
              <a:ahLst/>
              <a:cxnLst/>
              <a:rect l="l" t="t" r="r" b="b"/>
              <a:pathLst>
                <a:path w="1221" h="241" extrusionOk="0">
                  <a:moveTo>
                    <a:pt x="619" y="1"/>
                  </a:moveTo>
                  <a:cubicBezTo>
                    <a:pt x="235" y="1"/>
                    <a:pt x="1" y="218"/>
                    <a:pt x="34" y="235"/>
                  </a:cubicBezTo>
                  <a:cubicBezTo>
                    <a:pt x="36" y="239"/>
                    <a:pt x="41" y="240"/>
                    <a:pt x="48" y="240"/>
                  </a:cubicBezTo>
                  <a:cubicBezTo>
                    <a:pt x="104" y="240"/>
                    <a:pt x="322" y="135"/>
                    <a:pt x="619" y="135"/>
                  </a:cubicBezTo>
                  <a:cubicBezTo>
                    <a:pt x="901" y="135"/>
                    <a:pt x="1117" y="240"/>
                    <a:pt x="1185" y="240"/>
                  </a:cubicBezTo>
                  <a:cubicBezTo>
                    <a:pt x="1194" y="240"/>
                    <a:pt x="1200" y="239"/>
                    <a:pt x="1204" y="235"/>
                  </a:cubicBezTo>
                  <a:cubicBezTo>
                    <a:pt x="1221" y="201"/>
                    <a:pt x="987" y="1"/>
                    <a:pt x="6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8006373" y="3268247"/>
              <a:ext cx="40260" cy="37951"/>
            </a:xfrm>
            <a:custGeom>
              <a:avLst/>
              <a:gdLst/>
              <a:ahLst/>
              <a:cxnLst/>
              <a:rect l="l" t="t" r="r" b="b"/>
              <a:pathLst>
                <a:path w="1255" h="1183" extrusionOk="0">
                  <a:moveTo>
                    <a:pt x="528" y="1"/>
                  </a:moveTo>
                  <a:cubicBezTo>
                    <a:pt x="505" y="1"/>
                    <a:pt x="468" y="9"/>
                    <a:pt x="419" y="29"/>
                  </a:cubicBezTo>
                  <a:cubicBezTo>
                    <a:pt x="302" y="79"/>
                    <a:pt x="201" y="162"/>
                    <a:pt x="135" y="263"/>
                  </a:cubicBezTo>
                  <a:cubicBezTo>
                    <a:pt x="18" y="430"/>
                    <a:pt x="1" y="647"/>
                    <a:pt x="84" y="831"/>
                  </a:cubicBezTo>
                  <a:cubicBezTo>
                    <a:pt x="196" y="1037"/>
                    <a:pt x="397" y="1183"/>
                    <a:pt x="631" y="1183"/>
                  </a:cubicBezTo>
                  <a:cubicBezTo>
                    <a:pt x="644" y="1183"/>
                    <a:pt x="657" y="1182"/>
                    <a:pt x="669" y="1182"/>
                  </a:cubicBezTo>
                  <a:cubicBezTo>
                    <a:pt x="920" y="1165"/>
                    <a:pt x="1137" y="981"/>
                    <a:pt x="1204" y="747"/>
                  </a:cubicBezTo>
                  <a:cubicBezTo>
                    <a:pt x="1254" y="547"/>
                    <a:pt x="1187" y="329"/>
                    <a:pt x="1020" y="212"/>
                  </a:cubicBezTo>
                  <a:cubicBezTo>
                    <a:pt x="920" y="129"/>
                    <a:pt x="803" y="79"/>
                    <a:pt x="669" y="79"/>
                  </a:cubicBezTo>
                  <a:cubicBezTo>
                    <a:pt x="586" y="95"/>
                    <a:pt x="536" y="112"/>
                    <a:pt x="536" y="129"/>
                  </a:cubicBezTo>
                  <a:cubicBezTo>
                    <a:pt x="686" y="129"/>
                    <a:pt x="836" y="179"/>
                    <a:pt x="953" y="279"/>
                  </a:cubicBezTo>
                  <a:cubicBezTo>
                    <a:pt x="1070" y="396"/>
                    <a:pt x="1120" y="563"/>
                    <a:pt x="1070" y="714"/>
                  </a:cubicBezTo>
                  <a:cubicBezTo>
                    <a:pt x="1020" y="897"/>
                    <a:pt x="853" y="1031"/>
                    <a:pt x="669" y="1048"/>
                  </a:cubicBezTo>
                  <a:cubicBezTo>
                    <a:pt x="469" y="1048"/>
                    <a:pt x="302" y="948"/>
                    <a:pt x="201" y="764"/>
                  </a:cubicBezTo>
                  <a:cubicBezTo>
                    <a:pt x="135" y="630"/>
                    <a:pt x="135" y="463"/>
                    <a:pt x="218" y="313"/>
                  </a:cubicBezTo>
                  <a:cubicBezTo>
                    <a:pt x="302" y="179"/>
                    <a:pt x="419" y="79"/>
                    <a:pt x="552" y="12"/>
                  </a:cubicBezTo>
                  <a:cubicBezTo>
                    <a:pt x="552" y="5"/>
                    <a:pt x="544" y="1"/>
                    <a:pt x="5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7999957" y="3172680"/>
              <a:ext cx="38624" cy="101854"/>
            </a:xfrm>
            <a:custGeom>
              <a:avLst/>
              <a:gdLst/>
              <a:ahLst/>
              <a:cxnLst/>
              <a:rect l="l" t="t" r="r" b="b"/>
              <a:pathLst>
                <a:path w="1204" h="3175" extrusionOk="0">
                  <a:moveTo>
                    <a:pt x="1187" y="0"/>
                  </a:moveTo>
                  <a:lnTo>
                    <a:pt x="1187" y="0"/>
                  </a:lnTo>
                  <a:cubicBezTo>
                    <a:pt x="1036" y="67"/>
                    <a:pt x="886" y="167"/>
                    <a:pt x="769" y="318"/>
                  </a:cubicBezTo>
                  <a:cubicBezTo>
                    <a:pt x="168" y="969"/>
                    <a:pt x="0" y="1905"/>
                    <a:pt x="335" y="2724"/>
                  </a:cubicBezTo>
                  <a:cubicBezTo>
                    <a:pt x="385" y="2891"/>
                    <a:pt x="485" y="3041"/>
                    <a:pt x="619" y="3175"/>
                  </a:cubicBezTo>
                  <a:cubicBezTo>
                    <a:pt x="635" y="3158"/>
                    <a:pt x="518" y="2991"/>
                    <a:pt x="435" y="2690"/>
                  </a:cubicBezTo>
                  <a:cubicBezTo>
                    <a:pt x="168" y="1905"/>
                    <a:pt x="318" y="1019"/>
                    <a:pt x="853" y="384"/>
                  </a:cubicBezTo>
                  <a:cubicBezTo>
                    <a:pt x="1053" y="134"/>
                    <a:pt x="1203" y="17"/>
                    <a:pt x="11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8002620" y="3302508"/>
              <a:ext cx="26306" cy="109778"/>
            </a:xfrm>
            <a:custGeom>
              <a:avLst/>
              <a:gdLst/>
              <a:ahLst/>
              <a:cxnLst/>
              <a:rect l="l" t="t" r="r" b="b"/>
              <a:pathLst>
                <a:path w="820" h="3422" extrusionOk="0">
                  <a:moveTo>
                    <a:pt x="772" y="1"/>
                  </a:moveTo>
                  <a:cubicBezTo>
                    <a:pt x="745" y="1"/>
                    <a:pt x="703" y="5"/>
                    <a:pt x="653" y="13"/>
                  </a:cubicBezTo>
                  <a:cubicBezTo>
                    <a:pt x="502" y="47"/>
                    <a:pt x="385" y="147"/>
                    <a:pt x="285" y="247"/>
                  </a:cubicBezTo>
                  <a:cubicBezTo>
                    <a:pt x="151" y="431"/>
                    <a:pt x="68" y="631"/>
                    <a:pt x="51" y="849"/>
                  </a:cubicBezTo>
                  <a:cubicBezTo>
                    <a:pt x="18" y="1116"/>
                    <a:pt x="1" y="1367"/>
                    <a:pt x="34" y="1634"/>
                  </a:cubicBezTo>
                  <a:cubicBezTo>
                    <a:pt x="85" y="2102"/>
                    <a:pt x="218" y="2553"/>
                    <a:pt x="452" y="2954"/>
                  </a:cubicBezTo>
                  <a:cubicBezTo>
                    <a:pt x="536" y="3138"/>
                    <a:pt x="653" y="3288"/>
                    <a:pt x="803" y="3422"/>
                  </a:cubicBezTo>
                  <a:cubicBezTo>
                    <a:pt x="820" y="3405"/>
                    <a:pt x="686" y="3221"/>
                    <a:pt x="536" y="2921"/>
                  </a:cubicBezTo>
                  <a:cubicBezTo>
                    <a:pt x="335" y="2503"/>
                    <a:pt x="218" y="2068"/>
                    <a:pt x="168" y="1617"/>
                  </a:cubicBezTo>
                  <a:cubicBezTo>
                    <a:pt x="118" y="1083"/>
                    <a:pt x="168" y="581"/>
                    <a:pt x="369" y="314"/>
                  </a:cubicBezTo>
                  <a:cubicBezTo>
                    <a:pt x="486" y="164"/>
                    <a:pt x="636" y="63"/>
                    <a:pt x="803" y="13"/>
                  </a:cubicBezTo>
                  <a:cubicBezTo>
                    <a:pt x="811" y="5"/>
                    <a:pt x="799" y="1"/>
                    <a:pt x="7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7966177" y="3277710"/>
              <a:ext cx="39170" cy="7731"/>
            </a:xfrm>
            <a:custGeom>
              <a:avLst/>
              <a:gdLst/>
              <a:ahLst/>
              <a:cxnLst/>
              <a:rect l="l" t="t" r="r" b="b"/>
              <a:pathLst>
                <a:path w="1221" h="241" extrusionOk="0">
                  <a:moveTo>
                    <a:pt x="619" y="1"/>
                  </a:moveTo>
                  <a:cubicBezTo>
                    <a:pt x="235" y="1"/>
                    <a:pt x="1" y="218"/>
                    <a:pt x="34" y="235"/>
                  </a:cubicBezTo>
                  <a:cubicBezTo>
                    <a:pt x="36" y="239"/>
                    <a:pt x="41" y="240"/>
                    <a:pt x="48" y="240"/>
                  </a:cubicBezTo>
                  <a:cubicBezTo>
                    <a:pt x="104" y="240"/>
                    <a:pt x="322" y="135"/>
                    <a:pt x="619" y="135"/>
                  </a:cubicBezTo>
                  <a:cubicBezTo>
                    <a:pt x="901" y="135"/>
                    <a:pt x="1117" y="240"/>
                    <a:pt x="1185" y="240"/>
                  </a:cubicBezTo>
                  <a:cubicBezTo>
                    <a:pt x="1194" y="240"/>
                    <a:pt x="1200" y="239"/>
                    <a:pt x="1204" y="235"/>
                  </a:cubicBezTo>
                  <a:cubicBezTo>
                    <a:pt x="1221" y="201"/>
                    <a:pt x="987" y="1"/>
                    <a:pt x="6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8331761" y="3623180"/>
              <a:ext cx="372545" cy="740246"/>
            </a:xfrm>
            <a:custGeom>
              <a:avLst/>
              <a:gdLst/>
              <a:ahLst/>
              <a:cxnLst/>
              <a:rect l="l" t="t" r="r" b="b"/>
              <a:pathLst>
                <a:path w="11613" h="23075" extrusionOk="0">
                  <a:moveTo>
                    <a:pt x="5629" y="1"/>
                  </a:moveTo>
                  <a:cubicBezTo>
                    <a:pt x="3893" y="1"/>
                    <a:pt x="2277" y="327"/>
                    <a:pt x="1704" y="1412"/>
                  </a:cubicBezTo>
                  <a:cubicBezTo>
                    <a:pt x="251" y="4136"/>
                    <a:pt x="0" y="22899"/>
                    <a:pt x="0" y="22899"/>
                  </a:cubicBezTo>
                  <a:cubicBezTo>
                    <a:pt x="0" y="22899"/>
                    <a:pt x="4650" y="23074"/>
                    <a:pt x="8056" y="23074"/>
                  </a:cubicBezTo>
                  <a:cubicBezTo>
                    <a:pt x="10022" y="23074"/>
                    <a:pt x="11573" y="23016"/>
                    <a:pt x="11579" y="22833"/>
                  </a:cubicBezTo>
                  <a:cubicBezTo>
                    <a:pt x="11613" y="22348"/>
                    <a:pt x="11145" y="744"/>
                    <a:pt x="11145" y="744"/>
                  </a:cubicBezTo>
                  <a:cubicBezTo>
                    <a:pt x="11145" y="744"/>
                    <a:pt x="8249" y="1"/>
                    <a:pt x="5629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8428770" y="3630013"/>
              <a:ext cx="281951" cy="735306"/>
            </a:xfrm>
            <a:custGeom>
              <a:avLst/>
              <a:gdLst/>
              <a:ahLst/>
              <a:cxnLst/>
              <a:rect l="l" t="t" r="r" b="b"/>
              <a:pathLst>
                <a:path w="8789" h="22921" extrusionOk="0">
                  <a:moveTo>
                    <a:pt x="5054" y="1"/>
                  </a:moveTo>
                  <a:cubicBezTo>
                    <a:pt x="3752" y="1"/>
                    <a:pt x="2440" y="246"/>
                    <a:pt x="1822" y="1099"/>
                  </a:cubicBezTo>
                  <a:cubicBezTo>
                    <a:pt x="385" y="3121"/>
                    <a:pt x="0" y="22787"/>
                    <a:pt x="0" y="22787"/>
                  </a:cubicBezTo>
                  <a:cubicBezTo>
                    <a:pt x="0" y="22787"/>
                    <a:pt x="4518" y="22921"/>
                    <a:pt x="7014" y="22921"/>
                  </a:cubicBezTo>
                  <a:cubicBezTo>
                    <a:pt x="7929" y="22921"/>
                    <a:pt x="8573" y="22903"/>
                    <a:pt x="8622" y="22854"/>
                  </a:cubicBezTo>
                  <a:cubicBezTo>
                    <a:pt x="8789" y="22686"/>
                    <a:pt x="8555" y="448"/>
                    <a:pt x="8555" y="448"/>
                  </a:cubicBezTo>
                  <a:cubicBezTo>
                    <a:pt x="8555" y="448"/>
                    <a:pt x="6813" y="1"/>
                    <a:pt x="50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8591705" y="3954470"/>
              <a:ext cx="26306" cy="33620"/>
            </a:xfrm>
            <a:custGeom>
              <a:avLst/>
              <a:gdLst/>
              <a:ahLst/>
              <a:cxnLst/>
              <a:rect l="l" t="t" r="r" b="b"/>
              <a:pathLst>
                <a:path w="820" h="1048" extrusionOk="0">
                  <a:moveTo>
                    <a:pt x="281" y="1"/>
                  </a:moveTo>
                  <a:cubicBezTo>
                    <a:pt x="272" y="1"/>
                    <a:pt x="268" y="3"/>
                    <a:pt x="268" y="8"/>
                  </a:cubicBezTo>
                  <a:cubicBezTo>
                    <a:pt x="255" y="8"/>
                    <a:pt x="283" y="28"/>
                    <a:pt x="336" y="53"/>
                  </a:cubicBezTo>
                  <a:lnTo>
                    <a:pt x="336" y="53"/>
                  </a:lnTo>
                  <a:cubicBezTo>
                    <a:pt x="209" y="134"/>
                    <a:pt x="108" y="243"/>
                    <a:pt x="34" y="392"/>
                  </a:cubicBezTo>
                  <a:cubicBezTo>
                    <a:pt x="1" y="509"/>
                    <a:pt x="1" y="643"/>
                    <a:pt x="34" y="760"/>
                  </a:cubicBezTo>
                  <a:cubicBezTo>
                    <a:pt x="84" y="910"/>
                    <a:pt x="201" y="1010"/>
                    <a:pt x="352" y="1044"/>
                  </a:cubicBezTo>
                  <a:cubicBezTo>
                    <a:pt x="372" y="1047"/>
                    <a:pt x="392" y="1048"/>
                    <a:pt x="412" y="1048"/>
                  </a:cubicBezTo>
                  <a:cubicBezTo>
                    <a:pt x="508" y="1048"/>
                    <a:pt x="600" y="1015"/>
                    <a:pt x="669" y="960"/>
                  </a:cubicBezTo>
                  <a:cubicBezTo>
                    <a:pt x="736" y="893"/>
                    <a:pt x="786" y="793"/>
                    <a:pt x="803" y="693"/>
                  </a:cubicBezTo>
                  <a:cubicBezTo>
                    <a:pt x="819" y="542"/>
                    <a:pt x="803" y="392"/>
                    <a:pt x="753" y="242"/>
                  </a:cubicBezTo>
                  <a:cubicBezTo>
                    <a:pt x="702" y="141"/>
                    <a:pt x="602" y="75"/>
                    <a:pt x="485" y="75"/>
                  </a:cubicBezTo>
                  <a:cubicBezTo>
                    <a:pt x="402" y="91"/>
                    <a:pt x="385" y="125"/>
                    <a:pt x="385" y="141"/>
                  </a:cubicBezTo>
                  <a:cubicBezTo>
                    <a:pt x="385" y="141"/>
                    <a:pt x="400" y="134"/>
                    <a:pt x="430" y="134"/>
                  </a:cubicBezTo>
                  <a:cubicBezTo>
                    <a:pt x="444" y="134"/>
                    <a:pt x="463" y="136"/>
                    <a:pt x="485" y="141"/>
                  </a:cubicBezTo>
                  <a:cubicBezTo>
                    <a:pt x="569" y="141"/>
                    <a:pt x="636" y="208"/>
                    <a:pt x="652" y="292"/>
                  </a:cubicBezTo>
                  <a:cubicBezTo>
                    <a:pt x="686" y="409"/>
                    <a:pt x="686" y="542"/>
                    <a:pt x="669" y="676"/>
                  </a:cubicBezTo>
                  <a:cubicBezTo>
                    <a:pt x="669" y="815"/>
                    <a:pt x="540" y="912"/>
                    <a:pt x="414" y="912"/>
                  </a:cubicBezTo>
                  <a:cubicBezTo>
                    <a:pt x="405" y="912"/>
                    <a:pt x="395" y="911"/>
                    <a:pt x="385" y="910"/>
                  </a:cubicBezTo>
                  <a:cubicBezTo>
                    <a:pt x="185" y="843"/>
                    <a:pt x="68" y="626"/>
                    <a:pt x="151" y="425"/>
                  </a:cubicBezTo>
                  <a:cubicBezTo>
                    <a:pt x="201" y="292"/>
                    <a:pt x="301" y="175"/>
                    <a:pt x="418" y="75"/>
                  </a:cubicBezTo>
                  <a:lnTo>
                    <a:pt x="469" y="41"/>
                  </a:lnTo>
                  <a:lnTo>
                    <a:pt x="418" y="24"/>
                  </a:lnTo>
                  <a:cubicBezTo>
                    <a:pt x="348" y="13"/>
                    <a:pt x="302" y="1"/>
                    <a:pt x="2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8554717" y="3844275"/>
              <a:ext cx="51488" cy="116354"/>
            </a:xfrm>
            <a:custGeom>
              <a:avLst/>
              <a:gdLst/>
              <a:ahLst/>
              <a:cxnLst/>
              <a:rect l="l" t="t" r="r" b="b"/>
              <a:pathLst>
                <a:path w="1605" h="3627" extrusionOk="0">
                  <a:moveTo>
                    <a:pt x="34" y="1"/>
                  </a:moveTo>
                  <a:cubicBezTo>
                    <a:pt x="1" y="34"/>
                    <a:pt x="452" y="786"/>
                    <a:pt x="886" y="1789"/>
                  </a:cubicBezTo>
                  <a:cubicBezTo>
                    <a:pt x="1321" y="2791"/>
                    <a:pt x="1555" y="3627"/>
                    <a:pt x="1605" y="3627"/>
                  </a:cubicBezTo>
                  <a:cubicBezTo>
                    <a:pt x="1588" y="3426"/>
                    <a:pt x="1555" y="3242"/>
                    <a:pt x="1488" y="3058"/>
                  </a:cubicBezTo>
                  <a:cubicBezTo>
                    <a:pt x="1221" y="2156"/>
                    <a:pt x="853" y="1287"/>
                    <a:pt x="368" y="485"/>
                  </a:cubicBezTo>
                  <a:cubicBezTo>
                    <a:pt x="285" y="302"/>
                    <a:pt x="168" y="151"/>
                    <a:pt x="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8609413" y="3854990"/>
              <a:ext cx="48794" cy="107243"/>
            </a:xfrm>
            <a:custGeom>
              <a:avLst/>
              <a:gdLst/>
              <a:ahLst/>
              <a:cxnLst/>
              <a:rect l="l" t="t" r="r" b="b"/>
              <a:pathLst>
                <a:path w="1521" h="3343" extrusionOk="0">
                  <a:moveTo>
                    <a:pt x="1486" y="1"/>
                  </a:moveTo>
                  <a:cubicBezTo>
                    <a:pt x="1444" y="1"/>
                    <a:pt x="1031" y="697"/>
                    <a:pt x="635" y="1622"/>
                  </a:cubicBezTo>
                  <a:cubicBezTo>
                    <a:pt x="234" y="2541"/>
                    <a:pt x="0" y="3326"/>
                    <a:pt x="34" y="3343"/>
                  </a:cubicBezTo>
                  <a:cubicBezTo>
                    <a:pt x="34" y="3343"/>
                    <a:pt x="35" y="3343"/>
                    <a:pt x="35" y="3343"/>
                  </a:cubicBezTo>
                  <a:cubicBezTo>
                    <a:pt x="90" y="3343"/>
                    <a:pt x="372" y="2581"/>
                    <a:pt x="769" y="1672"/>
                  </a:cubicBezTo>
                  <a:cubicBezTo>
                    <a:pt x="1170" y="753"/>
                    <a:pt x="1521" y="18"/>
                    <a:pt x="1487" y="1"/>
                  </a:cubicBezTo>
                  <a:cubicBezTo>
                    <a:pt x="1487" y="1"/>
                    <a:pt x="1486" y="1"/>
                    <a:pt x="14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8556866" y="3984176"/>
              <a:ext cx="40774" cy="180129"/>
            </a:xfrm>
            <a:custGeom>
              <a:avLst/>
              <a:gdLst/>
              <a:ahLst/>
              <a:cxnLst/>
              <a:rect l="l" t="t" r="r" b="b"/>
              <a:pathLst>
                <a:path w="1271" h="5615" extrusionOk="0">
                  <a:moveTo>
                    <a:pt x="1271" y="1"/>
                  </a:moveTo>
                  <a:lnTo>
                    <a:pt x="1271" y="1"/>
                  </a:lnTo>
                  <a:cubicBezTo>
                    <a:pt x="1154" y="251"/>
                    <a:pt x="1053" y="519"/>
                    <a:pt x="986" y="786"/>
                  </a:cubicBezTo>
                  <a:cubicBezTo>
                    <a:pt x="836" y="1287"/>
                    <a:pt x="652" y="1989"/>
                    <a:pt x="485" y="2774"/>
                  </a:cubicBezTo>
                  <a:cubicBezTo>
                    <a:pt x="301" y="3543"/>
                    <a:pt x="168" y="4261"/>
                    <a:pt x="101" y="4763"/>
                  </a:cubicBezTo>
                  <a:cubicBezTo>
                    <a:pt x="34" y="5047"/>
                    <a:pt x="1" y="5331"/>
                    <a:pt x="1" y="5615"/>
                  </a:cubicBezTo>
                  <a:cubicBezTo>
                    <a:pt x="84" y="5347"/>
                    <a:pt x="151" y="5063"/>
                    <a:pt x="184" y="4779"/>
                  </a:cubicBezTo>
                  <a:cubicBezTo>
                    <a:pt x="301" y="4278"/>
                    <a:pt x="435" y="3576"/>
                    <a:pt x="619" y="2791"/>
                  </a:cubicBezTo>
                  <a:cubicBezTo>
                    <a:pt x="786" y="2022"/>
                    <a:pt x="970" y="1321"/>
                    <a:pt x="1087" y="819"/>
                  </a:cubicBezTo>
                  <a:cubicBezTo>
                    <a:pt x="1170" y="552"/>
                    <a:pt x="1237" y="268"/>
                    <a:pt x="127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8610472" y="3984722"/>
              <a:ext cx="46131" cy="110451"/>
            </a:xfrm>
            <a:custGeom>
              <a:avLst/>
              <a:gdLst/>
              <a:ahLst/>
              <a:cxnLst/>
              <a:rect l="l" t="t" r="r" b="b"/>
              <a:pathLst>
                <a:path w="1438" h="3443" extrusionOk="0">
                  <a:moveTo>
                    <a:pt x="34" y="0"/>
                  </a:moveTo>
                  <a:cubicBezTo>
                    <a:pt x="1" y="17"/>
                    <a:pt x="402" y="752"/>
                    <a:pt x="786" y="1705"/>
                  </a:cubicBezTo>
                  <a:cubicBezTo>
                    <a:pt x="1170" y="2640"/>
                    <a:pt x="1404" y="3442"/>
                    <a:pt x="1437" y="3442"/>
                  </a:cubicBezTo>
                  <a:cubicBezTo>
                    <a:pt x="1437" y="3259"/>
                    <a:pt x="1404" y="3075"/>
                    <a:pt x="1337" y="2908"/>
                  </a:cubicBezTo>
                  <a:cubicBezTo>
                    <a:pt x="1103" y="2039"/>
                    <a:pt x="769" y="1220"/>
                    <a:pt x="351" y="452"/>
                  </a:cubicBezTo>
                  <a:cubicBezTo>
                    <a:pt x="268" y="284"/>
                    <a:pt x="168" y="134"/>
                    <a:pt x="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" name="Google Shape;568;p22"/>
          <p:cNvGrpSpPr/>
          <p:nvPr/>
        </p:nvGrpSpPr>
        <p:grpSpPr>
          <a:xfrm>
            <a:off x="827607" y="2640409"/>
            <a:ext cx="428300" cy="344700"/>
            <a:chOff x="827607" y="2640409"/>
            <a:chExt cx="428300" cy="344700"/>
          </a:xfrm>
        </p:grpSpPr>
        <p:sp>
          <p:nvSpPr>
            <p:cNvPr id="569" name="Google Shape;569;p22"/>
            <p:cNvSpPr/>
            <p:nvPr/>
          </p:nvSpPr>
          <p:spPr>
            <a:xfrm>
              <a:off x="827607" y="2640409"/>
              <a:ext cx="428300" cy="344700"/>
            </a:xfrm>
            <a:custGeom>
              <a:avLst/>
              <a:gdLst/>
              <a:ahLst/>
              <a:cxnLst/>
              <a:rect l="l" t="t" r="r" b="b"/>
              <a:pathLst>
                <a:path w="13351" h="10745" extrusionOk="0">
                  <a:moveTo>
                    <a:pt x="150" y="1"/>
                  </a:moveTo>
                  <a:lnTo>
                    <a:pt x="0" y="10560"/>
                  </a:lnTo>
                  <a:lnTo>
                    <a:pt x="13200" y="10744"/>
                  </a:lnTo>
                  <a:lnTo>
                    <a:pt x="13350" y="184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2"/>
            <p:cNvSpPr/>
            <p:nvPr/>
          </p:nvSpPr>
          <p:spPr>
            <a:xfrm>
              <a:off x="842075" y="2661839"/>
              <a:ext cx="398819" cy="301809"/>
            </a:xfrm>
            <a:custGeom>
              <a:avLst/>
              <a:gdLst/>
              <a:ahLst/>
              <a:cxnLst/>
              <a:rect l="l" t="t" r="r" b="b"/>
              <a:pathLst>
                <a:path w="12432" h="9408" extrusionOk="0">
                  <a:moveTo>
                    <a:pt x="134" y="1"/>
                  </a:moveTo>
                  <a:lnTo>
                    <a:pt x="0" y="9241"/>
                  </a:lnTo>
                  <a:lnTo>
                    <a:pt x="12298" y="9408"/>
                  </a:lnTo>
                  <a:lnTo>
                    <a:pt x="12431" y="185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2"/>
            <p:cNvSpPr/>
            <p:nvPr/>
          </p:nvSpPr>
          <p:spPr>
            <a:xfrm>
              <a:off x="842075" y="2776011"/>
              <a:ext cx="394520" cy="187636"/>
            </a:xfrm>
            <a:custGeom>
              <a:avLst/>
              <a:gdLst/>
              <a:ahLst/>
              <a:cxnLst/>
              <a:rect l="l" t="t" r="r" b="b"/>
              <a:pathLst>
                <a:path w="12298" h="5849" extrusionOk="0">
                  <a:moveTo>
                    <a:pt x="4378" y="1"/>
                  </a:moveTo>
                  <a:lnTo>
                    <a:pt x="0" y="5682"/>
                  </a:lnTo>
                  <a:lnTo>
                    <a:pt x="12298" y="5849"/>
                  </a:lnTo>
                  <a:lnTo>
                    <a:pt x="8822" y="1739"/>
                  </a:lnTo>
                  <a:lnTo>
                    <a:pt x="6984" y="3627"/>
                  </a:lnTo>
                  <a:lnTo>
                    <a:pt x="437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1031828" y="2723496"/>
              <a:ext cx="72918" cy="62556"/>
            </a:xfrm>
            <a:custGeom>
              <a:avLst/>
              <a:gdLst/>
              <a:ahLst/>
              <a:cxnLst/>
              <a:rect l="l" t="t" r="r" b="b"/>
              <a:pathLst>
                <a:path w="2273" h="1950" extrusionOk="0">
                  <a:moveTo>
                    <a:pt x="1303" y="0"/>
                  </a:moveTo>
                  <a:cubicBezTo>
                    <a:pt x="451" y="0"/>
                    <a:pt x="0" y="1036"/>
                    <a:pt x="602" y="1655"/>
                  </a:cubicBezTo>
                  <a:cubicBezTo>
                    <a:pt x="799" y="1858"/>
                    <a:pt x="1046" y="1949"/>
                    <a:pt x="1288" y="1949"/>
                  </a:cubicBezTo>
                  <a:cubicBezTo>
                    <a:pt x="1782" y="1949"/>
                    <a:pt x="2256" y="1569"/>
                    <a:pt x="2256" y="986"/>
                  </a:cubicBezTo>
                  <a:cubicBezTo>
                    <a:pt x="2272" y="452"/>
                    <a:pt x="1838" y="17"/>
                    <a:pt x="1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3" name="Google Shape;573;p22"/>
          <p:cNvGrpSpPr/>
          <p:nvPr/>
        </p:nvGrpSpPr>
        <p:grpSpPr>
          <a:xfrm>
            <a:off x="5461403" y="1884091"/>
            <a:ext cx="552129" cy="444404"/>
            <a:chOff x="5461403" y="1884091"/>
            <a:chExt cx="552129" cy="444404"/>
          </a:xfrm>
        </p:grpSpPr>
        <p:sp>
          <p:nvSpPr>
            <p:cNvPr id="574" name="Google Shape;574;p22"/>
            <p:cNvSpPr/>
            <p:nvPr/>
          </p:nvSpPr>
          <p:spPr>
            <a:xfrm>
              <a:off x="5461403" y="1884091"/>
              <a:ext cx="552129" cy="444404"/>
            </a:xfrm>
            <a:custGeom>
              <a:avLst/>
              <a:gdLst/>
              <a:ahLst/>
              <a:cxnLst/>
              <a:rect l="l" t="t" r="r" b="b"/>
              <a:pathLst>
                <a:path w="17211" h="13853" extrusionOk="0">
                  <a:moveTo>
                    <a:pt x="201" y="1"/>
                  </a:moveTo>
                  <a:lnTo>
                    <a:pt x="1" y="13602"/>
                  </a:lnTo>
                  <a:lnTo>
                    <a:pt x="17027" y="13852"/>
                  </a:lnTo>
                  <a:lnTo>
                    <a:pt x="17210" y="235"/>
                  </a:lnTo>
                  <a:lnTo>
                    <a:pt x="20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5480715" y="1911455"/>
              <a:ext cx="512991" cy="389162"/>
            </a:xfrm>
            <a:custGeom>
              <a:avLst/>
              <a:gdLst/>
              <a:ahLst/>
              <a:cxnLst/>
              <a:rect l="l" t="t" r="r" b="b"/>
              <a:pathLst>
                <a:path w="15991" h="12131" extrusionOk="0">
                  <a:moveTo>
                    <a:pt x="167" y="0"/>
                  </a:moveTo>
                  <a:lnTo>
                    <a:pt x="0" y="11897"/>
                  </a:lnTo>
                  <a:lnTo>
                    <a:pt x="15823" y="12130"/>
                  </a:lnTo>
                  <a:lnTo>
                    <a:pt x="15990" y="23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5480715" y="2058831"/>
              <a:ext cx="507634" cy="241787"/>
            </a:xfrm>
            <a:custGeom>
              <a:avLst/>
              <a:gdLst/>
              <a:ahLst/>
              <a:cxnLst/>
              <a:rect l="l" t="t" r="r" b="b"/>
              <a:pathLst>
                <a:path w="15824" h="7537" extrusionOk="0">
                  <a:moveTo>
                    <a:pt x="5631" y="1"/>
                  </a:moveTo>
                  <a:lnTo>
                    <a:pt x="0" y="7303"/>
                  </a:lnTo>
                  <a:lnTo>
                    <a:pt x="15823" y="7536"/>
                  </a:lnTo>
                  <a:lnTo>
                    <a:pt x="11345" y="2223"/>
                  </a:lnTo>
                  <a:lnTo>
                    <a:pt x="8989" y="4663"/>
                  </a:lnTo>
                  <a:lnTo>
                    <a:pt x="563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2"/>
            <p:cNvSpPr/>
            <p:nvPr/>
          </p:nvSpPr>
          <p:spPr>
            <a:xfrm>
              <a:off x="5724747" y="1991302"/>
              <a:ext cx="93674" cy="79911"/>
            </a:xfrm>
            <a:custGeom>
              <a:avLst/>
              <a:gdLst/>
              <a:ahLst/>
              <a:cxnLst/>
              <a:rect l="l" t="t" r="r" b="b"/>
              <a:pathLst>
                <a:path w="2920" h="2491" extrusionOk="0">
                  <a:moveTo>
                    <a:pt x="1663" y="1"/>
                  </a:moveTo>
                  <a:cubicBezTo>
                    <a:pt x="573" y="1"/>
                    <a:pt x="0" y="1325"/>
                    <a:pt x="781" y="2106"/>
                  </a:cubicBezTo>
                  <a:cubicBezTo>
                    <a:pt x="1036" y="2372"/>
                    <a:pt x="1355" y="2491"/>
                    <a:pt x="1668" y="2491"/>
                  </a:cubicBezTo>
                  <a:cubicBezTo>
                    <a:pt x="2300" y="2491"/>
                    <a:pt x="2908" y="2008"/>
                    <a:pt x="2920" y="1271"/>
                  </a:cubicBezTo>
                  <a:cubicBezTo>
                    <a:pt x="2920" y="569"/>
                    <a:pt x="2368" y="1"/>
                    <a:pt x="1683" y="1"/>
                  </a:cubicBezTo>
                  <a:cubicBezTo>
                    <a:pt x="1676" y="1"/>
                    <a:pt x="1669" y="1"/>
                    <a:pt x="16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22"/>
          <p:cNvGrpSpPr/>
          <p:nvPr/>
        </p:nvGrpSpPr>
        <p:grpSpPr>
          <a:xfrm>
            <a:off x="7328876" y="1596269"/>
            <a:ext cx="605702" cy="487263"/>
            <a:chOff x="7328876" y="1596269"/>
            <a:chExt cx="605702" cy="487263"/>
          </a:xfrm>
        </p:grpSpPr>
        <p:sp>
          <p:nvSpPr>
            <p:cNvPr id="579" name="Google Shape;579;p22"/>
            <p:cNvSpPr/>
            <p:nvPr/>
          </p:nvSpPr>
          <p:spPr>
            <a:xfrm>
              <a:off x="7328876" y="1596269"/>
              <a:ext cx="605702" cy="487263"/>
            </a:xfrm>
            <a:custGeom>
              <a:avLst/>
              <a:gdLst/>
              <a:ahLst/>
              <a:cxnLst/>
              <a:rect l="l" t="t" r="r" b="b"/>
              <a:pathLst>
                <a:path w="18881" h="15189" extrusionOk="0">
                  <a:moveTo>
                    <a:pt x="218" y="1"/>
                  </a:moveTo>
                  <a:lnTo>
                    <a:pt x="0" y="14938"/>
                  </a:lnTo>
                  <a:lnTo>
                    <a:pt x="18664" y="15189"/>
                  </a:lnTo>
                  <a:lnTo>
                    <a:pt x="18881" y="26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2"/>
            <p:cNvSpPr/>
            <p:nvPr/>
          </p:nvSpPr>
          <p:spPr>
            <a:xfrm>
              <a:off x="7349760" y="1626809"/>
              <a:ext cx="562844" cy="426696"/>
            </a:xfrm>
            <a:custGeom>
              <a:avLst/>
              <a:gdLst/>
              <a:ahLst/>
              <a:cxnLst/>
              <a:rect l="l" t="t" r="r" b="b"/>
              <a:pathLst>
                <a:path w="17545" h="13301" extrusionOk="0">
                  <a:moveTo>
                    <a:pt x="185" y="1"/>
                  </a:moveTo>
                  <a:lnTo>
                    <a:pt x="1" y="13050"/>
                  </a:lnTo>
                  <a:lnTo>
                    <a:pt x="17361" y="13301"/>
                  </a:lnTo>
                  <a:lnTo>
                    <a:pt x="17545" y="252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2"/>
            <p:cNvSpPr/>
            <p:nvPr/>
          </p:nvSpPr>
          <p:spPr>
            <a:xfrm>
              <a:off x="7349760" y="1788172"/>
              <a:ext cx="556973" cy="265334"/>
            </a:xfrm>
            <a:custGeom>
              <a:avLst/>
              <a:gdLst/>
              <a:ahLst/>
              <a:cxnLst/>
              <a:rect l="l" t="t" r="r" b="b"/>
              <a:pathLst>
                <a:path w="17362" h="8271" extrusionOk="0">
                  <a:moveTo>
                    <a:pt x="6183" y="0"/>
                  </a:moveTo>
                  <a:lnTo>
                    <a:pt x="1" y="8020"/>
                  </a:lnTo>
                  <a:lnTo>
                    <a:pt x="17361" y="8271"/>
                  </a:lnTo>
                  <a:lnTo>
                    <a:pt x="12449" y="2440"/>
                  </a:lnTo>
                  <a:lnTo>
                    <a:pt x="9859" y="5113"/>
                  </a:lnTo>
                  <a:lnTo>
                    <a:pt x="61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2"/>
            <p:cNvSpPr/>
            <p:nvPr/>
          </p:nvSpPr>
          <p:spPr>
            <a:xfrm>
              <a:off x="7617948" y="1714195"/>
              <a:ext cx="102784" cy="87835"/>
            </a:xfrm>
            <a:custGeom>
              <a:avLst/>
              <a:gdLst/>
              <a:ahLst/>
              <a:cxnLst/>
              <a:rect l="l" t="t" r="r" b="b"/>
              <a:pathLst>
                <a:path w="3204" h="2738" extrusionOk="0">
                  <a:moveTo>
                    <a:pt x="1813" y="0"/>
                  </a:moveTo>
                  <a:cubicBezTo>
                    <a:pt x="623" y="0"/>
                    <a:pt x="0" y="1442"/>
                    <a:pt x="847" y="2323"/>
                  </a:cubicBezTo>
                  <a:cubicBezTo>
                    <a:pt x="1123" y="2609"/>
                    <a:pt x="1468" y="2738"/>
                    <a:pt x="1809" y="2738"/>
                  </a:cubicBezTo>
                  <a:cubicBezTo>
                    <a:pt x="2503" y="2738"/>
                    <a:pt x="3175" y="2205"/>
                    <a:pt x="3187" y="1387"/>
                  </a:cubicBezTo>
                  <a:cubicBezTo>
                    <a:pt x="3203" y="619"/>
                    <a:pt x="2602" y="0"/>
                    <a:pt x="1833" y="0"/>
                  </a:cubicBezTo>
                  <a:cubicBezTo>
                    <a:pt x="1826" y="0"/>
                    <a:pt x="1819" y="0"/>
                    <a:pt x="18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22"/>
          <p:cNvGrpSpPr/>
          <p:nvPr/>
        </p:nvGrpSpPr>
        <p:grpSpPr>
          <a:xfrm>
            <a:off x="3013987" y="1385087"/>
            <a:ext cx="1010392" cy="812618"/>
            <a:chOff x="3013987" y="1385087"/>
            <a:chExt cx="1010392" cy="812618"/>
          </a:xfrm>
        </p:grpSpPr>
        <p:sp>
          <p:nvSpPr>
            <p:cNvPr id="584" name="Google Shape;584;p22"/>
            <p:cNvSpPr/>
            <p:nvPr/>
          </p:nvSpPr>
          <p:spPr>
            <a:xfrm>
              <a:off x="3013987" y="1385087"/>
              <a:ext cx="1010392" cy="812618"/>
            </a:xfrm>
            <a:custGeom>
              <a:avLst/>
              <a:gdLst/>
              <a:ahLst/>
              <a:cxnLst/>
              <a:rect l="l" t="t" r="r" b="b"/>
              <a:pathLst>
                <a:path w="31496" h="25331" extrusionOk="0">
                  <a:moveTo>
                    <a:pt x="351" y="0"/>
                  </a:moveTo>
                  <a:lnTo>
                    <a:pt x="0" y="24879"/>
                  </a:lnTo>
                  <a:lnTo>
                    <a:pt x="31128" y="25330"/>
                  </a:lnTo>
                  <a:lnTo>
                    <a:pt x="31496" y="435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2"/>
            <p:cNvSpPr/>
            <p:nvPr/>
          </p:nvSpPr>
          <p:spPr>
            <a:xfrm>
              <a:off x="3048826" y="1435452"/>
              <a:ext cx="939110" cy="711342"/>
            </a:xfrm>
            <a:custGeom>
              <a:avLst/>
              <a:gdLst/>
              <a:ahLst/>
              <a:cxnLst/>
              <a:rect l="l" t="t" r="r" b="b"/>
              <a:pathLst>
                <a:path w="29274" h="22174" extrusionOk="0">
                  <a:moveTo>
                    <a:pt x="318" y="1"/>
                  </a:moveTo>
                  <a:lnTo>
                    <a:pt x="0" y="21755"/>
                  </a:lnTo>
                  <a:lnTo>
                    <a:pt x="28956" y="22173"/>
                  </a:lnTo>
                  <a:lnTo>
                    <a:pt x="29274" y="419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2"/>
            <p:cNvSpPr/>
            <p:nvPr/>
          </p:nvSpPr>
          <p:spPr>
            <a:xfrm>
              <a:off x="3048826" y="1704539"/>
              <a:ext cx="928941" cy="442255"/>
            </a:xfrm>
            <a:custGeom>
              <a:avLst/>
              <a:gdLst/>
              <a:ahLst/>
              <a:cxnLst/>
              <a:rect l="l" t="t" r="r" b="b"/>
              <a:pathLst>
                <a:path w="28957" h="13786" extrusionOk="0">
                  <a:moveTo>
                    <a:pt x="10310" y="1"/>
                  </a:moveTo>
                  <a:lnTo>
                    <a:pt x="0" y="13367"/>
                  </a:lnTo>
                  <a:lnTo>
                    <a:pt x="28956" y="13785"/>
                  </a:lnTo>
                  <a:lnTo>
                    <a:pt x="20769" y="4078"/>
                  </a:lnTo>
                  <a:lnTo>
                    <a:pt x="16458" y="8539"/>
                  </a:lnTo>
                  <a:lnTo>
                    <a:pt x="103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2"/>
            <p:cNvSpPr/>
            <p:nvPr/>
          </p:nvSpPr>
          <p:spPr>
            <a:xfrm>
              <a:off x="3496150" y="1581256"/>
              <a:ext cx="171275" cy="146189"/>
            </a:xfrm>
            <a:custGeom>
              <a:avLst/>
              <a:gdLst/>
              <a:ahLst/>
              <a:cxnLst/>
              <a:rect l="l" t="t" r="r" b="b"/>
              <a:pathLst>
                <a:path w="5339" h="4557" extrusionOk="0">
                  <a:moveTo>
                    <a:pt x="3024" y="0"/>
                  </a:moveTo>
                  <a:cubicBezTo>
                    <a:pt x="1013" y="0"/>
                    <a:pt x="1" y="2417"/>
                    <a:pt x="1395" y="3860"/>
                  </a:cubicBezTo>
                  <a:cubicBezTo>
                    <a:pt x="1864" y="4341"/>
                    <a:pt x="2449" y="4557"/>
                    <a:pt x="3022" y="4557"/>
                  </a:cubicBezTo>
                  <a:cubicBezTo>
                    <a:pt x="4183" y="4557"/>
                    <a:pt x="5299" y="3671"/>
                    <a:pt x="5321" y="2306"/>
                  </a:cubicBezTo>
                  <a:cubicBezTo>
                    <a:pt x="5338" y="1053"/>
                    <a:pt x="4319" y="17"/>
                    <a:pt x="3066" y="1"/>
                  </a:cubicBezTo>
                  <a:cubicBezTo>
                    <a:pt x="3052" y="0"/>
                    <a:pt x="3038" y="0"/>
                    <a:pt x="30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8" name="Google Shape;588;p22"/>
          <p:cNvGrpSpPr/>
          <p:nvPr/>
        </p:nvGrpSpPr>
        <p:grpSpPr>
          <a:xfrm>
            <a:off x="2215869" y="2932016"/>
            <a:ext cx="581610" cy="467951"/>
            <a:chOff x="2215869" y="2932016"/>
            <a:chExt cx="581610" cy="467951"/>
          </a:xfrm>
        </p:grpSpPr>
        <p:sp>
          <p:nvSpPr>
            <p:cNvPr id="589" name="Google Shape;589;p22"/>
            <p:cNvSpPr/>
            <p:nvPr/>
          </p:nvSpPr>
          <p:spPr>
            <a:xfrm>
              <a:off x="2215869" y="2932016"/>
              <a:ext cx="581610" cy="467951"/>
            </a:xfrm>
            <a:custGeom>
              <a:avLst/>
              <a:gdLst/>
              <a:ahLst/>
              <a:cxnLst/>
              <a:rect l="l" t="t" r="r" b="b"/>
              <a:pathLst>
                <a:path w="18130" h="14587" extrusionOk="0">
                  <a:moveTo>
                    <a:pt x="201" y="0"/>
                  </a:moveTo>
                  <a:lnTo>
                    <a:pt x="0" y="14336"/>
                  </a:lnTo>
                  <a:lnTo>
                    <a:pt x="17929" y="14586"/>
                  </a:lnTo>
                  <a:lnTo>
                    <a:pt x="18129" y="251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2"/>
            <p:cNvSpPr/>
            <p:nvPr/>
          </p:nvSpPr>
          <p:spPr>
            <a:xfrm>
              <a:off x="2235694" y="2961466"/>
              <a:ext cx="540869" cy="409565"/>
            </a:xfrm>
            <a:custGeom>
              <a:avLst/>
              <a:gdLst/>
              <a:ahLst/>
              <a:cxnLst/>
              <a:rect l="l" t="t" r="r" b="b"/>
              <a:pathLst>
                <a:path w="16860" h="12767" extrusionOk="0">
                  <a:moveTo>
                    <a:pt x="184" y="1"/>
                  </a:moveTo>
                  <a:lnTo>
                    <a:pt x="0" y="12532"/>
                  </a:lnTo>
                  <a:lnTo>
                    <a:pt x="16676" y="12766"/>
                  </a:lnTo>
                  <a:lnTo>
                    <a:pt x="16859" y="235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2"/>
            <p:cNvSpPr/>
            <p:nvPr/>
          </p:nvSpPr>
          <p:spPr>
            <a:xfrm>
              <a:off x="2235694" y="3115867"/>
              <a:ext cx="534966" cy="255164"/>
            </a:xfrm>
            <a:custGeom>
              <a:avLst/>
              <a:gdLst/>
              <a:ahLst/>
              <a:cxnLst/>
              <a:rect l="l" t="t" r="r" b="b"/>
              <a:pathLst>
                <a:path w="16676" h="7954" extrusionOk="0">
                  <a:moveTo>
                    <a:pt x="5949" y="0"/>
                  </a:moveTo>
                  <a:lnTo>
                    <a:pt x="0" y="7719"/>
                  </a:lnTo>
                  <a:lnTo>
                    <a:pt x="16676" y="7953"/>
                  </a:lnTo>
                  <a:lnTo>
                    <a:pt x="11964" y="2356"/>
                  </a:lnTo>
                  <a:lnTo>
                    <a:pt x="9474" y="4929"/>
                  </a:lnTo>
                  <a:lnTo>
                    <a:pt x="59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2"/>
            <p:cNvSpPr/>
            <p:nvPr/>
          </p:nvSpPr>
          <p:spPr>
            <a:xfrm>
              <a:off x="2493136" y="3045098"/>
              <a:ext cx="99031" cy="84435"/>
            </a:xfrm>
            <a:custGeom>
              <a:avLst/>
              <a:gdLst/>
              <a:ahLst/>
              <a:cxnLst/>
              <a:rect l="l" t="t" r="r" b="b"/>
              <a:pathLst>
                <a:path w="3087" h="2632" extrusionOk="0">
                  <a:moveTo>
                    <a:pt x="1762" y="0"/>
                  </a:moveTo>
                  <a:cubicBezTo>
                    <a:pt x="590" y="0"/>
                    <a:pt x="0" y="1392"/>
                    <a:pt x="814" y="2223"/>
                  </a:cubicBezTo>
                  <a:cubicBezTo>
                    <a:pt x="1086" y="2505"/>
                    <a:pt x="1424" y="2632"/>
                    <a:pt x="1754" y="2632"/>
                  </a:cubicBezTo>
                  <a:cubicBezTo>
                    <a:pt x="2421" y="2632"/>
                    <a:pt x="3059" y="2119"/>
                    <a:pt x="3070" y="1337"/>
                  </a:cubicBezTo>
                  <a:cubicBezTo>
                    <a:pt x="3087" y="602"/>
                    <a:pt x="2502" y="17"/>
                    <a:pt x="1783" y="0"/>
                  </a:cubicBezTo>
                  <a:cubicBezTo>
                    <a:pt x="1776" y="0"/>
                    <a:pt x="1769" y="0"/>
                    <a:pt x="17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22"/>
          <p:cNvGrpSpPr/>
          <p:nvPr/>
        </p:nvGrpSpPr>
        <p:grpSpPr>
          <a:xfrm>
            <a:off x="6615448" y="2609324"/>
            <a:ext cx="726323" cy="586422"/>
            <a:chOff x="6615448" y="2609324"/>
            <a:chExt cx="726323" cy="586422"/>
          </a:xfrm>
        </p:grpSpPr>
        <p:sp>
          <p:nvSpPr>
            <p:cNvPr id="594" name="Google Shape;594;p22"/>
            <p:cNvSpPr/>
            <p:nvPr/>
          </p:nvSpPr>
          <p:spPr>
            <a:xfrm>
              <a:off x="6617598" y="2611473"/>
              <a:ext cx="724174" cy="582669"/>
            </a:xfrm>
            <a:custGeom>
              <a:avLst/>
              <a:gdLst/>
              <a:ahLst/>
              <a:cxnLst/>
              <a:rect l="l" t="t" r="r" b="b"/>
              <a:pathLst>
                <a:path w="22574" h="18163" extrusionOk="0">
                  <a:moveTo>
                    <a:pt x="267" y="0"/>
                  </a:moveTo>
                  <a:lnTo>
                    <a:pt x="0" y="17845"/>
                  </a:lnTo>
                  <a:lnTo>
                    <a:pt x="22323" y="18162"/>
                  </a:lnTo>
                  <a:lnTo>
                    <a:pt x="22573" y="318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2"/>
            <p:cNvSpPr/>
            <p:nvPr/>
          </p:nvSpPr>
          <p:spPr>
            <a:xfrm>
              <a:off x="6615448" y="2609324"/>
              <a:ext cx="726323" cy="586422"/>
            </a:xfrm>
            <a:custGeom>
              <a:avLst/>
              <a:gdLst/>
              <a:ahLst/>
              <a:cxnLst/>
              <a:rect l="l" t="t" r="r" b="b"/>
              <a:pathLst>
                <a:path w="22641" h="18280" extrusionOk="0">
                  <a:moveTo>
                    <a:pt x="268" y="1"/>
                  </a:moveTo>
                  <a:lnTo>
                    <a:pt x="268" y="67"/>
                  </a:lnTo>
                  <a:cubicBezTo>
                    <a:pt x="184" y="5381"/>
                    <a:pt x="100" y="11463"/>
                    <a:pt x="0" y="17895"/>
                  </a:cubicBezTo>
                  <a:lnTo>
                    <a:pt x="0" y="17912"/>
                  </a:lnTo>
                  <a:lnTo>
                    <a:pt x="0" y="17979"/>
                  </a:lnTo>
                  <a:lnTo>
                    <a:pt x="67" y="17979"/>
                  </a:lnTo>
                  <a:lnTo>
                    <a:pt x="22390" y="18280"/>
                  </a:lnTo>
                  <a:lnTo>
                    <a:pt x="22440" y="18280"/>
                  </a:lnTo>
                  <a:lnTo>
                    <a:pt x="22440" y="18229"/>
                  </a:lnTo>
                  <a:cubicBezTo>
                    <a:pt x="22507" y="12833"/>
                    <a:pt x="22557" y="8371"/>
                    <a:pt x="22607" y="5247"/>
                  </a:cubicBezTo>
                  <a:cubicBezTo>
                    <a:pt x="22607" y="3693"/>
                    <a:pt x="22624" y="2490"/>
                    <a:pt x="22640" y="1655"/>
                  </a:cubicBezTo>
                  <a:cubicBezTo>
                    <a:pt x="22640" y="1237"/>
                    <a:pt x="22640" y="919"/>
                    <a:pt x="22640" y="702"/>
                  </a:cubicBezTo>
                  <a:cubicBezTo>
                    <a:pt x="22640" y="502"/>
                    <a:pt x="22640" y="385"/>
                    <a:pt x="22640" y="385"/>
                  </a:cubicBezTo>
                  <a:cubicBezTo>
                    <a:pt x="22640" y="385"/>
                    <a:pt x="22640" y="502"/>
                    <a:pt x="22624" y="719"/>
                  </a:cubicBezTo>
                  <a:cubicBezTo>
                    <a:pt x="22624" y="936"/>
                    <a:pt x="22624" y="1254"/>
                    <a:pt x="22607" y="1671"/>
                  </a:cubicBezTo>
                  <a:cubicBezTo>
                    <a:pt x="22590" y="2507"/>
                    <a:pt x="22573" y="3726"/>
                    <a:pt x="22540" y="5297"/>
                  </a:cubicBezTo>
                  <a:cubicBezTo>
                    <a:pt x="22490" y="8392"/>
                    <a:pt x="22424" y="12812"/>
                    <a:pt x="22324" y="18162"/>
                  </a:cubicBezTo>
                  <a:lnTo>
                    <a:pt x="22324" y="18162"/>
                  </a:lnTo>
                  <a:cubicBezTo>
                    <a:pt x="15976" y="18079"/>
                    <a:pt x="8362" y="17962"/>
                    <a:pt x="152" y="17830"/>
                  </a:cubicBezTo>
                  <a:lnTo>
                    <a:pt x="152" y="17830"/>
                  </a:lnTo>
                  <a:cubicBezTo>
                    <a:pt x="234" y="11438"/>
                    <a:pt x="317" y="5409"/>
                    <a:pt x="384" y="135"/>
                  </a:cubicBezTo>
                  <a:lnTo>
                    <a:pt x="384" y="135"/>
                  </a:lnTo>
                  <a:lnTo>
                    <a:pt x="16441" y="335"/>
                  </a:lnTo>
                  <a:lnTo>
                    <a:pt x="21003" y="385"/>
                  </a:lnTo>
                  <a:lnTo>
                    <a:pt x="22540" y="385"/>
                  </a:lnTo>
                  <a:lnTo>
                    <a:pt x="22223" y="368"/>
                  </a:lnTo>
                  <a:lnTo>
                    <a:pt x="21036" y="351"/>
                  </a:lnTo>
                  <a:lnTo>
                    <a:pt x="16475" y="268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2"/>
            <p:cNvSpPr/>
            <p:nvPr/>
          </p:nvSpPr>
          <p:spPr>
            <a:xfrm>
              <a:off x="6642781" y="2647916"/>
              <a:ext cx="672718" cy="509783"/>
            </a:xfrm>
            <a:custGeom>
              <a:avLst/>
              <a:gdLst/>
              <a:ahLst/>
              <a:cxnLst/>
              <a:rect l="l" t="t" r="r" b="b"/>
              <a:pathLst>
                <a:path w="20970" h="15891" extrusionOk="0">
                  <a:moveTo>
                    <a:pt x="234" y="1"/>
                  </a:moveTo>
                  <a:lnTo>
                    <a:pt x="0" y="15590"/>
                  </a:lnTo>
                  <a:lnTo>
                    <a:pt x="20752" y="15890"/>
                  </a:lnTo>
                  <a:lnTo>
                    <a:pt x="20970" y="301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2"/>
            <p:cNvSpPr/>
            <p:nvPr/>
          </p:nvSpPr>
          <p:spPr>
            <a:xfrm>
              <a:off x="6642781" y="2840332"/>
              <a:ext cx="665756" cy="317367"/>
            </a:xfrm>
            <a:custGeom>
              <a:avLst/>
              <a:gdLst/>
              <a:ahLst/>
              <a:cxnLst/>
              <a:rect l="l" t="t" r="r" b="b"/>
              <a:pathLst>
                <a:path w="20753" h="9893" extrusionOk="0">
                  <a:moveTo>
                    <a:pt x="7386" y="1"/>
                  </a:moveTo>
                  <a:lnTo>
                    <a:pt x="0" y="9592"/>
                  </a:lnTo>
                  <a:lnTo>
                    <a:pt x="20752" y="9892"/>
                  </a:lnTo>
                  <a:lnTo>
                    <a:pt x="14888" y="2942"/>
                  </a:lnTo>
                  <a:lnTo>
                    <a:pt x="11797" y="6133"/>
                  </a:lnTo>
                  <a:lnTo>
                    <a:pt x="7386" y="1"/>
                  </a:ln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2"/>
            <p:cNvSpPr/>
            <p:nvPr/>
          </p:nvSpPr>
          <p:spPr>
            <a:xfrm>
              <a:off x="6962939" y="2751887"/>
              <a:ext cx="123155" cy="105222"/>
            </a:xfrm>
            <a:custGeom>
              <a:avLst/>
              <a:gdLst/>
              <a:ahLst/>
              <a:cxnLst/>
              <a:rect l="l" t="t" r="r" b="b"/>
              <a:pathLst>
                <a:path w="3839" h="3280" extrusionOk="0">
                  <a:moveTo>
                    <a:pt x="2197" y="1"/>
                  </a:moveTo>
                  <a:cubicBezTo>
                    <a:pt x="740" y="1"/>
                    <a:pt x="0" y="1744"/>
                    <a:pt x="1015" y="2775"/>
                  </a:cubicBezTo>
                  <a:cubicBezTo>
                    <a:pt x="1352" y="3123"/>
                    <a:pt x="1773" y="3280"/>
                    <a:pt x="2184" y="3280"/>
                  </a:cubicBezTo>
                  <a:cubicBezTo>
                    <a:pt x="3015" y="3280"/>
                    <a:pt x="3810" y="2644"/>
                    <a:pt x="3822" y="1672"/>
                  </a:cubicBezTo>
                  <a:cubicBezTo>
                    <a:pt x="3838" y="770"/>
                    <a:pt x="3120" y="18"/>
                    <a:pt x="2218" y="1"/>
                  </a:cubicBezTo>
                  <a:cubicBezTo>
                    <a:pt x="2211" y="1"/>
                    <a:pt x="2204" y="1"/>
                    <a:pt x="2197" y="1"/>
                  </a:cubicBez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9" name="Google Shape;599;p22"/>
          <p:cNvGrpSpPr/>
          <p:nvPr/>
        </p:nvGrpSpPr>
        <p:grpSpPr>
          <a:xfrm>
            <a:off x="5359581" y="922525"/>
            <a:ext cx="865133" cy="698446"/>
            <a:chOff x="5359581" y="922525"/>
            <a:chExt cx="865133" cy="698446"/>
          </a:xfrm>
        </p:grpSpPr>
        <p:sp>
          <p:nvSpPr>
            <p:cNvPr id="600" name="Google Shape;600;p22"/>
            <p:cNvSpPr/>
            <p:nvPr/>
          </p:nvSpPr>
          <p:spPr>
            <a:xfrm>
              <a:off x="5361698" y="924642"/>
              <a:ext cx="863016" cy="694179"/>
            </a:xfrm>
            <a:custGeom>
              <a:avLst/>
              <a:gdLst/>
              <a:ahLst/>
              <a:cxnLst/>
              <a:rect l="l" t="t" r="r" b="b"/>
              <a:pathLst>
                <a:path w="26902" h="21639" extrusionOk="0">
                  <a:moveTo>
                    <a:pt x="302" y="1"/>
                  </a:moveTo>
                  <a:lnTo>
                    <a:pt x="1" y="21254"/>
                  </a:lnTo>
                  <a:lnTo>
                    <a:pt x="26584" y="21638"/>
                  </a:lnTo>
                  <a:lnTo>
                    <a:pt x="26902" y="385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2"/>
            <p:cNvSpPr/>
            <p:nvPr/>
          </p:nvSpPr>
          <p:spPr>
            <a:xfrm>
              <a:off x="5359581" y="922525"/>
              <a:ext cx="865133" cy="698446"/>
            </a:xfrm>
            <a:custGeom>
              <a:avLst/>
              <a:gdLst/>
              <a:ahLst/>
              <a:cxnLst/>
              <a:rect l="l" t="t" r="r" b="b"/>
              <a:pathLst>
                <a:path w="26968" h="21772" extrusionOk="0">
                  <a:moveTo>
                    <a:pt x="301" y="0"/>
                  </a:moveTo>
                  <a:lnTo>
                    <a:pt x="301" y="67"/>
                  </a:lnTo>
                  <a:cubicBezTo>
                    <a:pt x="217" y="6399"/>
                    <a:pt x="100" y="13651"/>
                    <a:pt x="0" y="21320"/>
                  </a:cubicBezTo>
                  <a:lnTo>
                    <a:pt x="0" y="21387"/>
                  </a:lnTo>
                  <a:lnTo>
                    <a:pt x="67" y="21404"/>
                  </a:lnTo>
                  <a:cubicBezTo>
                    <a:pt x="9908" y="21537"/>
                    <a:pt x="19065" y="21654"/>
                    <a:pt x="26650" y="21771"/>
                  </a:cubicBezTo>
                  <a:lnTo>
                    <a:pt x="26717" y="21771"/>
                  </a:lnTo>
                  <a:lnTo>
                    <a:pt x="26717" y="21704"/>
                  </a:lnTo>
                  <a:cubicBezTo>
                    <a:pt x="26801" y="15288"/>
                    <a:pt x="26867" y="9975"/>
                    <a:pt x="26901" y="6249"/>
                  </a:cubicBezTo>
                  <a:cubicBezTo>
                    <a:pt x="26934" y="4394"/>
                    <a:pt x="26934" y="2941"/>
                    <a:pt x="26951" y="1955"/>
                  </a:cubicBezTo>
                  <a:cubicBezTo>
                    <a:pt x="26951" y="1454"/>
                    <a:pt x="26968" y="1086"/>
                    <a:pt x="26968" y="819"/>
                  </a:cubicBezTo>
                  <a:cubicBezTo>
                    <a:pt x="26968" y="568"/>
                    <a:pt x="26968" y="451"/>
                    <a:pt x="26968" y="451"/>
                  </a:cubicBezTo>
                  <a:cubicBezTo>
                    <a:pt x="26968" y="451"/>
                    <a:pt x="26951" y="585"/>
                    <a:pt x="26951" y="835"/>
                  </a:cubicBezTo>
                  <a:cubicBezTo>
                    <a:pt x="26951" y="1103"/>
                    <a:pt x="26934" y="1487"/>
                    <a:pt x="26934" y="1972"/>
                  </a:cubicBezTo>
                  <a:cubicBezTo>
                    <a:pt x="26901" y="2974"/>
                    <a:pt x="26884" y="4428"/>
                    <a:pt x="26851" y="6282"/>
                  </a:cubicBezTo>
                  <a:cubicBezTo>
                    <a:pt x="26784" y="9979"/>
                    <a:pt x="26701" y="15267"/>
                    <a:pt x="26601" y="21637"/>
                  </a:cubicBezTo>
                  <a:lnTo>
                    <a:pt x="26601" y="21637"/>
                  </a:lnTo>
                  <a:cubicBezTo>
                    <a:pt x="19029" y="21537"/>
                    <a:pt x="9922" y="21404"/>
                    <a:pt x="135" y="21254"/>
                  </a:cubicBezTo>
                  <a:lnTo>
                    <a:pt x="135" y="21254"/>
                  </a:lnTo>
                  <a:cubicBezTo>
                    <a:pt x="251" y="13637"/>
                    <a:pt x="350" y="6433"/>
                    <a:pt x="434" y="134"/>
                  </a:cubicBezTo>
                  <a:lnTo>
                    <a:pt x="434" y="134"/>
                  </a:lnTo>
                  <a:lnTo>
                    <a:pt x="19566" y="368"/>
                  </a:lnTo>
                  <a:lnTo>
                    <a:pt x="25013" y="434"/>
                  </a:lnTo>
                  <a:cubicBezTo>
                    <a:pt x="25648" y="434"/>
                    <a:pt x="26132" y="434"/>
                    <a:pt x="26466" y="451"/>
                  </a:cubicBezTo>
                  <a:lnTo>
                    <a:pt x="26968" y="451"/>
                  </a:lnTo>
                  <a:cubicBezTo>
                    <a:pt x="26968" y="451"/>
                    <a:pt x="26918" y="451"/>
                    <a:pt x="26834" y="434"/>
                  </a:cubicBezTo>
                  <a:lnTo>
                    <a:pt x="26466" y="434"/>
                  </a:lnTo>
                  <a:lnTo>
                    <a:pt x="25046" y="401"/>
                  </a:lnTo>
                  <a:lnTo>
                    <a:pt x="19616" y="317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2"/>
            <p:cNvSpPr/>
            <p:nvPr/>
          </p:nvSpPr>
          <p:spPr>
            <a:xfrm>
              <a:off x="5387426" y="968079"/>
              <a:ext cx="801904" cy="607306"/>
            </a:xfrm>
            <a:custGeom>
              <a:avLst/>
              <a:gdLst/>
              <a:ahLst/>
              <a:cxnLst/>
              <a:rect l="l" t="t" r="r" b="b"/>
              <a:pathLst>
                <a:path w="24997" h="18931" extrusionOk="0">
                  <a:moveTo>
                    <a:pt x="268" y="0"/>
                  </a:moveTo>
                  <a:lnTo>
                    <a:pt x="1" y="18580"/>
                  </a:lnTo>
                  <a:lnTo>
                    <a:pt x="24730" y="18931"/>
                  </a:lnTo>
                  <a:lnTo>
                    <a:pt x="24997" y="351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2"/>
            <p:cNvSpPr/>
            <p:nvPr/>
          </p:nvSpPr>
          <p:spPr>
            <a:xfrm>
              <a:off x="5391179" y="968079"/>
              <a:ext cx="801390" cy="607306"/>
            </a:xfrm>
            <a:custGeom>
              <a:avLst/>
              <a:gdLst/>
              <a:ahLst/>
              <a:cxnLst/>
              <a:rect l="l" t="t" r="r" b="b"/>
              <a:pathLst>
                <a:path w="24981" h="18931" extrusionOk="0">
                  <a:moveTo>
                    <a:pt x="251" y="0"/>
                  </a:moveTo>
                  <a:lnTo>
                    <a:pt x="1" y="18580"/>
                  </a:lnTo>
                  <a:lnTo>
                    <a:pt x="24713" y="18931"/>
                  </a:lnTo>
                  <a:lnTo>
                    <a:pt x="24980" y="351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chemeClr val="lt1">
                <a:alpha val="272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2"/>
            <p:cNvSpPr/>
            <p:nvPr/>
          </p:nvSpPr>
          <p:spPr>
            <a:xfrm>
              <a:off x="5391725" y="1197483"/>
              <a:ext cx="793338" cy="377902"/>
            </a:xfrm>
            <a:custGeom>
              <a:avLst/>
              <a:gdLst/>
              <a:ahLst/>
              <a:cxnLst/>
              <a:rect l="l" t="t" r="r" b="b"/>
              <a:pathLst>
                <a:path w="24730" h="11780" extrusionOk="0">
                  <a:moveTo>
                    <a:pt x="8806" y="0"/>
                  </a:moveTo>
                  <a:lnTo>
                    <a:pt x="1" y="11429"/>
                  </a:lnTo>
                  <a:lnTo>
                    <a:pt x="24729" y="11780"/>
                  </a:lnTo>
                  <a:lnTo>
                    <a:pt x="17728" y="3493"/>
                  </a:lnTo>
                  <a:lnTo>
                    <a:pt x="14052" y="7302"/>
                  </a:lnTo>
                  <a:lnTo>
                    <a:pt x="88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2"/>
            <p:cNvSpPr/>
            <p:nvPr/>
          </p:nvSpPr>
          <p:spPr>
            <a:xfrm>
              <a:off x="5773669" y="1092421"/>
              <a:ext cx="146060" cy="124920"/>
            </a:xfrm>
            <a:custGeom>
              <a:avLst/>
              <a:gdLst/>
              <a:ahLst/>
              <a:cxnLst/>
              <a:rect l="l" t="t" r="r" b="b"/>
              <a:pathLst>
                <a:path w="4553" h="3894" extrusionOk="0">
                  <a:moveTo>
                    <a:pt x="2573" y="0"/>
                  </a:moveTo>
                  <a:cubicBezTo>
                    <a:pt x="863" y="0"/>
                    <a:pt x="1" y="2066"/>
                    <a:pt x="1194" y="3292"/>
                  </a:cubicBezTo>
                  <a:cubicBezTo>
                    <a:pt x="1592" y="3707"/>
                    <a:pt x="2090" y="3893"/>
                    <a:pt x="2578" y="3893"/>
                  </a:cubicBezTo>
                  <a:cubicBezTo>
                    <a:pt x="3564" y="3893"/>
                    <a:pt x="4513" y="3134"/>
                    <a:pt x="4536" y="1972"/>
                  </a:cubicBezTo>
                  <a:cubicBezTo>
                    <a:pt x="4552" y="886"/>
                    <a:pt x="3684" y="17"/>
                    <a:pt x="2614" y="1"/>
                  </a:cubicBezTo>
                  <a:cubicBezTo>
                    <a:pt x="2601" y="0"/>
                    <a:pt x="2587" y="0"/>
                    <a:pt x="25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6" name="Google Shape;606;p22"/>
          <p:cNvGrpSpPr/>
          <p:nvPr/>
        </p:nvGrpSpPr>
        <p:grpSpPr>
          <a:xfrm>
            <a:off x="6614903" y="3328108"/>
            <a:ext cx="361830" cy="293243"/>
            <a:chOff x="6614903" y="3328108"/>
            <a:chExt cx="361830" cy="293243"/>
          </a:xfrm>
        </p:grpSpPr>
        <p:sp>
          <p:nvSpPr>
            <p:cNvPr id="607" name="Google Shape;607;p22"/>
            <p:cNvSpPr/>
            <p:nvPr/>
          </p:nvSpPr>
          <p:spPr>
            <a:xfrm>
              <a:off x="6617052" y="3330257"/>
              <a:ext cx="359681" cy="288945"/>
            </a:xfrm>
            <a:custGeom>
              <a:avLst/>
              <a:gdLst/>
              <a:ahLst/>
              <a:cxnLst/>
              <a:rect l="l" t="t" r="r" b="b"/>
              <a:pathLst>
                <a:path w="11212" h="9007" extrusionOk="0">
                  <a:moveTo>
                    <a:pt x="134" y="0"/>
                  </a:moveTo>
                  <a:lnTo>
                    <a:pt x="0" y="8856"/>
                  </a:lnTo>
                  <a:lnTo>
                    <a:pt x="11078" y="9006"/>
                  </a:lnTo>
                  <a:lnTo>
                    <a:pt x="11212" y="167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2"/>
            <p:cNvSpPr/>
            <p:nvPr/>
          </p:nvSpPr>
          <p:spPr>
            <a:xfrm>
              <a:off x="6614903" y="3328108"/>
              <a:ext cx="361830" cy="293243"/>
            </a:xfrm>
            <a:custGeom>
              <a:avLst/>
              <a:gdLst/>
              <a:ahLst/>
              <a:cxnLst/>
              <a:rect l="l" t="t" r="r" b="b"/>
              <a:pathLst>
                <a:path w="11279" h="9141" extrusionOk="0">
                  <a:moveTo>
                    <a:pt x="56" y="8839"/>
                  </a:moveTo>
                  <a:cubicBezTo>
                    <a:pt x="58" y="8839"/>
                    <a:pt x="65" y="8846"/>
                    <a:pt x="75" y="8856"/>
                  </a:cubicBezTo>
                  <a:lnTo>
                    <a:pt x="67" y="8856"/>
                  </a:lnTo>
                  <a:cubicBezTo>
                    <a:pt x="58" y="8844"/>
                    <a:pt x="55" y="8839"/>
                    <a:pt x="56" y="8839"/>
                  </a:cubicBezTo>
                  <a:close/>
                  <a:moveTo>
                    <a:pt x="134" y="8922"/>
                  </a:moveTo>
                  <a:cubicBezTo>
                    <a:pt x="135" y="8923"/>
                    <a:pt x="136" y="8924"/>
                    <a:pt x="136" y="8924"/>
                  </a:cubicBezTo>
                  <a:cubicBezTo>
                    <a:pt x="136" y="8924"/>
                    <a:pt x="135" y="8924"/>
                    <a:pt x="134" y="8923"/>
                  </a:cubicBezTo>
                  <a:cubicBezTo>
                    <a:pt x="134" y="8923"/>
                    <a:pt x="134" y="8922"/>
                    <a:pt x="134" y="8922"/>
                  </a:cubicBezTo>
                  <a:close/>
                  <a:moveTo>
                    <a:pt x="134" y="1"/>
                  </a:moveTo>
                  <a:lnTo>
                    <a:pt x="134" y="67"/>
                  </a:lnTo>
                  <a:cubicBezTo>
                    <a:pt x="101" y="2707"/>
                    <a:pt x="51" y="5732"/>
                    <a:pt x="0" y="8923"/>
                  </a:cubicBezTo>
                  <a:cubicBezTo>
                    <a:pt x="8" y="8930"/>
                    <a:pt x="45" y="8967"/>
                    <a:pt x="67" y="8990"/>
                  </a:cubicBezTo>
                  <a:lnTo>
                    <a:pt x="452" y="8990"/>
                  </a:lnTo>
                  <a:lnTo>
                    <a:pt x="836" y="9006"/>
                  </a:lnTo>
                  <a:lnTo>
                    <a:pt x="1588" y="9006"/>
                  </a:lnTo>
                  <a:cubicBezTo>
                    <a:pt x="2089" y="9023"/>
                    <a:pt x="2590" y="9023"/>
                    <a:pt x="3092" y="9040"/>
                  </a:cubicBezTo>
                  <a:cubicBezTo>
                    <a:pt x="4061" y="9040"/>
                    <a:pt x="5030" y="9057"/>
                    <a:pt x="5949" y="9073"/>
                  </a:cubicBezTo>
                  <a:lnTo>
                    <a:pt x="11145" y="9140"/>
                  </a:lnTo>
                  <a:lnTo>
                    <a:pt x="11195" y="9140"/>
                  </a:lnTo>
                  <a:lnTo>
                    <a:pt x="11195" y="9073"/>
                  </a:lnTo>
                  <a:cubicBezTo>
                    <a:pt x="11229" y="6400"/>
                    <a:pt x="11245" y="4194"/>
                    <a:pt x="11262" y="2624"/>
                  </a:cubicBezTo>
                  <a:cubicBezTo>
                    <a:pt x="11262" y="1872"/>
                    <a:pt x="11279" y="1270"/>
                    <a:pt x="11279" y="853"/>
                  </a:cubicBezTo>
                  <a:lnTo>
                    <a:pt x="11279" y="385"/>
                  </a:lnTo>
                  <a:cubicBezTo>
                    <a:pt x="11279" y="285"/>
                    <a:pt x="11262" y="218"/>
                    <a:pt x="11262" y="218"/>
                  </a:cubicBezTo>
                  <a:cubicBezTo>
                    <a:pt x="11262" y="218"/>
                    <a:pt x="11262" y="285"/>
                    <a:pt x="11262" y="385"/>
                  </a:cubicBezTo>
                  <a:cubicBezTo>
                    <a:pt x="11262" y="502"/>
                    <a:pt x="11245" y="669"/>
                    <a:pt x="11245" y="869"/>
                  </a:cubicBezTo>
                  <a:cubicBezTo>
                    <a:pt x="11245" y="1287"/>
                    <a:pt x="11229" y="1905"/>
                    <a:pt x="11212" y="2674"/>
                  </a:cubicBezTo>
                  <a:cubicBezTo>
                    <a:pt x="11179" y="4201"/>
                    <a:pt x="11129" y="6388"/>
                    <a:pt x="11079" y="9022"/>
                  </a:cubicBezTo>
                  <a:lnTo>
                    <a:pt x="11079" y="9022"/>
                  </a:lnTo>
                  <a:lnTo>
                    <a:pt x="5965" y="8940"/>
                  </a:lnTo>
                  <a:lnTo>
                    <a:pt x="3092" y="8889"/>
                  </a:lnTo>
                  <a:lnTo>
                    <a:pt x="1588" y="8873"/>
                  </a:lnTo>
                  <a:lnTo>
                    <a:pt x="836" y="8856"/>
                  </a:lnTo>
                  <a:lnTo>
                    <a:pt x="135" y="8856"/>
                  </a:lnTo>
                  <a:cubicBezTo>
                    <a:pt x="184" y="5716"/>
                    <a:pt x="217" y="2740"/>
                    <a:pt x="267" y="135"/>
                  </a:cubicBezTo>
                  <a:lnTo>
                    <a:pt x="267" y="135"/>
                  </a:lnTo>
                  <a:lnTo>
                    <a:pt x="8188" y="218"/>
                  </a:lnTo>
                  <a:lnTo>
                    <a:pt x="10443" y="234"/>
                  </a:lnTo>
                  <a:lnTo>
                    <a:pt x="11262" y="234"/>
                  </a:lnTo>
                  <a:cubicBezTo>
                    <a:pt x="11245" y="218"/>
                    <a:pt x="11229" y="218"/>
                    <a:pt x="11212" y="218"/>
                  </a:cubicBezTo>
                  <a:lnTo>
                    <a:pt x="11078" y="218"/>
                  </a:lnTo>
                  <a:lnTo>
                    <a:pt x="10477" y="201"/>
                  </a:lnTo>
                  <a:cubicBezTo>
                    <a:pt x="9942" y="184"/>
                    <a:pt x="9190" y="168"/>
                    <a:pt x="8221" y="151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2"/>
            <p:cNvSpPr/>
            <p:nvPr/>
          </p:nvSpPr>
          <p:spPr>
            <a:xfrm>
              <a:off x="6627767" y="3348479"/>
              <a:ext cx="333953" cy="253015"/>
            </a:xfrm>
            <a:custGeom>
              <a:avLst/>
              <a:gdLst/>
              <a:ahLst/>
              <a:cxnLst/>
              <a:rect l="l" t="t" r="r" b="b"/>
              <a:pathLst>
                <a:path w="10410" h="7887" extrusionOk="0">
                  <a:moveTo>
                    <a:pt x="117" y="0"/>
                  </a:moveTo>
                  <a:lnTo>
                    <a:pt x="1" y="7736"/>
                  </a:lnTo>
                  <a:lnTo>
                    <a:pt x="10293" y="7887"/>
                  </a:lnTo>
                  <a:lnTo>
                    <a:pt x="10410" y="13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2"/>
            <p:cNvSpPr/>
            <p:nvPr/>
          </p:nvSpPr>
          <p:spPr>
            <a:xfrm>
              <a:off x="6631521" y="3348479"/>
              <a:ext cx="333953" cy="253015"/>
            </a:xfrm>
            <a:custGeom>
              <a:avLst/>
              <a:gdLst/>
              <a:ahLst/>
              <a:cxnLst/>
              <a:rect l="l" t="t" r="r" b="b"/>
              <a:pathLst>
                <a:path w="10410" h="7887" extrusionOk="0">
                  <a:moveTo>
                    <a:pt x="101" y="0"/>
                  </a:moveTo>
                  <a:lnTo>
                    <a:pt x="0" y="7736"/>
                  </a:lnTo>
                  <a:lnTo>
                    <a:pt x="10293" y="7887"/>
                  </a:lnTo>
                  <a:lnTo>
                    <a:pt x="10410" y="1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lt1">
                <a:alpha val="272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2"/>
            <p:cNvSpPr/>
            <p:nvPr/>
          </p:nvSpPr>
          <p:spPr>
            <a:xfrm>
              <a:off x="6629917" y="3443885"/>
              <a:ext cx="330199" cy="157609"/>
            </a:xfrm>
            <a:custGeom>
              <a:avLst/>
              <a:gdLst/>
              <a:ahLst/>
              <a:cxnLst/>
              <a:rect l="l" t="t" r="r" b="b"/>
              <a:pathLst>
                <a:path w="10293" h="4913" extrusionOk="0">
                  <a:moveTo>
                    <a:pt x="3660" y="1"/>
                  </a:moveTo>
                  <a:lnTo>
                    <a:pt x="0" y="4762"/>
                  </a:lnTo>
                  <a:lnTo>
                    <a:pt x="10293" y="4913"/>
                  </a:lnTo>
                  <a:lnTo>
                    <a:pt x="7369" y="1454"/>
                  </a:lnTo>
                  <a:lnTo>
                    <a:pt x="5848" y="3042"/>
                  </a:lnTo>
                  <a:lnTo>
                    <a:pt x="36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2"/>
            <p:cNvSpPr/>
            <p:nvPr/>
          </p:nvSpPr>
          <p:spPr>
            <a:xfrm>
              <a:off x="6788584" y="3399935"/>
              <a:ext cx="61112" cy="52419"/>
            </a:xfrm>
            <a:custGeom>
              <a:avLst/>
              <a:gdLst/>
              <a:ahLst/>
              <a:cxnLst/>
              <a:rect l="l" t="t" r="r" b="b"/>
              <a:pathLst>
                <a:path w="1905" h="1634" extrusionOk="0">
                  <a:moveTo>
                    <a:pt x="1086" y="0"/>
                  </a:moveTo>
                  <a:cubicBezTo>
                    <a:pt x="368" y="0"/>
                    <a:pt x="0" y="869"/>
                    <a:pt x="501" y="1387"/>
                  </a:cubicBezTo>
                  <a:cubicBezTo>
                    <a:pt x="666" y="1557"/>
                    <a:pt x="872" y="1634"/>
                    <a:pt x="1074" y="1634"/>
                  </a:cubicBezTo>
                  <a:cubicBezTo>
                    <a:pt x="1488" y="1634"/>
                    <a:pt x="1888" y="1313"/>
                    <a:pt x="1888" y="819"/>
                  </a:cubicBezTo>
                  <a:cubicBezTo>
                    <a:pt x="1905" y="385"/>
                    <a:pt x="1537" y="17"/>
                    <a:pt x="10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22"/>
          <p:cNvGrpSpPr/>
          <p:nvPr/>
        </p:nvGrpSpPr>
        <p:grpSpPr>
          <a:xfrm>
            <a:off x="844738" y="1529254"/>
            <a:ext cx="501218" cy="404721"/>
            <a:chOff x="844738" y="1529254"/>
            <a:chExt cx="501218" cy="404721"/>
          </a:xfrm>
        </p:grpSpPr>
        <p:sp>
          <p:nvSpPr>
            <p:cNvPr id="614" name="Google Shape;614;p22"/>
            <p:cNvSpPr/>
            <p:nvPr/>
          </p:nvSpPr>
          <p:spPr>
            <a:xfrm>
              <a:off x="847432" y="1530890"/>
              <a:ext cx="498523" cy="401481"/>
            </a:xfrm>
            <a:custGeom>
              <a:avLst/>
              <a:gdLst/>
              <a:ahLst/>
              <a:cxnLst/>
              <a:rect l="l" t="t" r="r" b="b"/>
              <a:pathLst>
                <a:path w="15540" h="12515" extrusionOk="0">
                  <a:moveTo>
                    <a:pt x="167" y="0"/>
                  </a:moveTo>
                  <a:lnTo>
                    <a:pt x="0" y="12298"/>
                  </a:lnTo>
                  <a:lnTo>
                    <a:pt x="15355" y="12515"/>
                  </a:lnTo>
                  <a:lnTo>
                    <a:pt x="15539" y="23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2"/>
            <p:cNvSpPr/>
            <p:nvPr/>
          </p:nvSpPr>
          <p:spPr>
            <a:xfrm>
              <a:off x="844738" y="1529254"/>
              <a:ext cx="501218" cy="404721"/>
            </a:xfrm>
            <a:custGeom>
              <a:avLst/>
              <a:gdLst/>
              <a:ahLst/>
              <a:cxnLst/>
              <a:rect l="l" t="t" r="r" b="b"/>
              <a:pathLst>
                <a:path w="15624" h="12616" extrusionOk="0">
                  <a:moveTo>
                    <a:pt x="1" y="12348"/>
                  </a:moveTo>
                  <a:lnTo>
                    <a:pt x="1" y="12348"/>
                  </a:lnTo>
                  <a:cubicBezTo>
                    <a:pt x="1" y="12348"/>
                    <a:pt x="1" y="12348"/>
                    <a:pt x="1" y="12349"/>
                  </a:cubicBezTo>
                  <a:cubicBezTo>
                    <a:pt x="1" y="12348"/>
                    <a:pt x="1" y="12348"/>
                    <a:pt x="1" y="12348"/>
                  </a:cubicBezTo>
                  <a:close/>
                  <a:moveTo>
                    <a:pt x="185" y="1"/>
                  </a:moveTo>
                  <a:lnTo>
                    <a:pt x="185" y="51"/>
                  </a:lnTo>
                  <a:cubicBezTo>
                    <a:pt x="134" y="3710"/>
                    <a:pt x="68" y="7904"/>
                    <a:pt x="1" y="12348"/>
                  </a:cubicBezTo>
                  <a:lnTo>
                    <a:pt x="1" y="12348"/>
                  </a:lnTo>
                  <a:cubicBezTo>
                    <a:pt x="1" y="12348"/>
                    <a:pt x="1" y="12347"/>
                    <a:pt x="2" y="12347"/>
                  </a:cubicBezTo>
                  <a:cubicBezTo>
                    <a:pt x="13" y="12347"/>
                    <a:pt x="101" y="12433"/>
                    <a:pt x="101" y="12433"/>
                  </a:cubicBezTo>
                  <a:cubicBezTo>
                    <a:pt x="101" y="12433"/>
                    <a:pt x="97" y="12428"/>
                    <a:pt x="84" y="12415"/>
                  </a:cubicBezTo>
                  <a:lnTo>
                    <a:pt x="602" y="12415"/>
                  </a:lnTo>
                  <a:lnTo>
                    <a:pt x="1137" y="12432"/>
                  </a:lnTo>
                  <a:lnTo>
                    <a:pt x="2190" y="12449"/>
                  </a:lnTo>
                  <a:lnTo>
                    <a:pt x="4261" y="12465"/>
                  </a:lnTo>
                  <a:lnTo>
                    <a:pt x="8255" y="12532"/>
                  </a:lnTo>
                  <a:lnTo>
                    <a:pt x="15439" y="12616"/>
                  </a:lnTo>
                  <a:lnTo>
                    <a:pt x="15506" y="12616"/>
                  </a:lnTo>
                  <a:lnTo>
                    <a:pt x="15506" y="12566"/>
                  </a:lnTo>
                  <a:cubicBezTo>
                    <a:pt x="15540" y="8856"/>
                    <a:pt x="15573" y="5782"/>
                    <a:pt x="15607" y="3627"/>
                  </a:cubicBezTo>
                  <a:cubicBezTo>
                    <a:pt x="15607" y="2557"/>
                    <a:pt x="15623" y="1722"/>
                    <a:pt x="15623" y="1137"/>
                  </a:cubicBezTo>
                  <a:cubicBezTo>
                    <a:pt x="15623" y="870"/>
                    <a:pt x="15623" y="653"/>
                    <a:pt x="15623" y="502"/>
                  </a:cubicBezTo>
                  <a:cubicBezTo>
                    <a:pt x="15623" y="352"/>
                    <a:pt x="15623" y="285"/>
                    <a:pt x="15623" y="285"/>
                  </a:cubicBezTo>
                  <a:cubicBezTo>
                    <a:pt x="15623" y="285"/>
                    <a:pt x="15623" y="352"/>
                    <a:pt x="15607" y="502"/>
                  </a:cubicBezTo>
                  <a:cubicBezTo>
                    <a:pt x="15607" y="669"/>
                    <a:pt x="15607" y="887"/>
                    <a:pt x="15590" y="1171"/>
                  </a:cubicBezTo>
                  <a:cubicBezTo>
                    <a:pt x="15590" y="1739"/>
                    <a:pt x="15573" y="2591"/>
                    <a:pt x="15540" y="3660"/>
                  </a:cubicBezTo>
                  <a:cubicBezTo>
                    <a:pt x="15506" y="5786"/>
                    <a:pt x="15457" y="8836"/>
                    <a:pt x="15391" y="12498"/>
                  </a:cubicBezTo>
                  <a:lnTo>
                    <a:pt x="15391" y="12498"/>
                  </a:lnTo>
                  <a:cubicBezTo>
                    <a:pt x="13203" y="12465"/>
                    <a:pt x="10802" y="12432"/>
                    <a:pt x="8255" y="12399"/>
                  </a:cubicBezTo>
                  <a:lnTo>
                    <a:pt x="4261" y="12332"/>
                  </a:lnTo>
                  <a:lnTo>
                    <a:pt x="2190" y="12298"/>
                  </a:lnTo>
                  <a:lnTo>
                    <a:pt x="1137" y="12282"/>
                  </a:lnTo>
                  <a:lnTo>
                    <a:pt x="152" y="12282"/>
                  </a:lnTo>
                  <a:cubicBezTo>
                    <a:pt x="218" y="7883"/>
                    <a:pt x="268" y="3731"/>
                    <a:pt x="317" y="119"/>
                  </a:cubicBezTo>
                  <a:lnTo>
                    <a:pt x="317" y="119"/>
                  </a:lnTo>
                  <a:lnTo>
                    <a:pt x="11346" y="252"/>
                  </a:lnTo>
                  <a:lnTo>
                    <a:pt x="14487" y="268"/>
                  </a:lnTo>
                  <a:cubicBezTo>
                    <a:pt x="14855" y="285"/>
                    <a:pt x="15139" y="285"/>
                    <a:pt x="15322" y="285"/>
                  </a:cubicBezTo>
                  <a:lnTo>
                    <a:pt x="15623" y="285"/>
                  </a:lnTo>
                  <a:cubicBezTo>
                    <a:pt x="15607" y="268"/>
                    <a:pt x="15573" y="268"/>
                    <a:pt x="15556" y="268"/>
                  </a:cubicBezTo>
                  <a:lnTo>
                    <a:pt x="15339" y="268"/>
                  </a:lnTo>
                  <a:lnTo>
                    <a:pt x="14520" y="252"/>
                  </a:lnTo>
                  <a:cubicBezTo>
                    <a:pt x="13785" y="235"/>
                    <a:pt x="12733" y="218"/>
                    <a:pt x="11379" y="185"/>
                  </a:cubicBezTo>
                  <a:lnTo>
                    <a:pt x="2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2"/>
            <p:cNvSpPr/>
            <p:nvPr/>
          </p:nvSpPr>
          <p:spPr>
            <a:xfrm>
              <a:off x="864563" y="1556073"/>
              <a:ext cx="463171" cy="351116"/>
            </a:xfrm>
            <a:custGeom>
              <a:avLst/>
              <a:gdLst/>
              <a:ahLst/>
              <a:cxnLst/>
              <a:rect l="l" t="t" r="r" b="b"/>
              <a:pathLst>
                <a:path w="14438" h="10945" extrusionOk="0">
                  <a:moveTo>
                    <a:pt x="151" y="0"/>
                  </a:moveTo>
                  <a:lnTo>
                    <a:pt x="1" y="10744"/>
                  </a:lnTo>
                  <a:lnTo>
                    <a:pt x="14287" y="10944"/>
                  </a:lnTo>
                  <a:lnTo>
                    <a:pt x="14437" y="201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2"/>
            <p:cNvSpPr/>
            <p:nvPr/>
          </p:nvSpPr>
          <p:spPr>
            <a:xfrm>
              <a:off x="868316" y="1689013"/>
              <a:ext cx="458327" cy="218176"/>
            </a:xfrm>
            <a:custGeom>
              <a:avLst/>
              <a:gdLst/>
              <a:ahLst/>
              <a:cxnLst/>
              <a:rect l="l" t="t" r="r" b="b"/>
              <a:pathLst>
                <a:path w="14287" h="6801" extrusionOk="0">
                  <a:moveTo>
                    <a:pt x="5080" y="0"/>
                  </a:moveTo>
                  <a:lnTo>
                    <a:pt x="1" y="6600"/>
                  </a:lnTo>
                  <a:lnTo>
                    <a:pt x="14287" y="6800"/>
                  </a:lnTo>
                  <a:lnTo>
                    <a:pt x="10243" y="2005"/>
                  </a:lnTo>
                  <a:lnTo>
                    <a:pt x="8121" y="4211"/>
                  </a:lnTo>
                  <a:lnTo>
                    <a:pt x="5080" y="0"/>
                  </a:ln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2"/>
            <p:cNvSpPr/>
            <p:nvPr/>
          </p:nvSpPr>
          <p:spPr>
            <a:xfrm>
              <a:off x="1088770" y="1627900"/>
              <a:ext cx="84595" cy="72116"/>
            </a:xfrm>
            <a:custGeom>
              <a:avLst/>
              <a:gdLst/>
              <a:ahLst/>
              <a:cxnLst/>
              <a:rect l="l" t="t" r="r" b="b"/>
              <a:pathLst>
                <a:path w="2637" h="2248" extrusionOk="0">
                  <a:moveTo>
                    <a:pt x="1496" y="0"/>
                  </a:moveTo>
                  <a:cubicBezTo>
                    <a:pt x="507" y="0"/>
                    <a:pt x="1" y="1192"/>
                    <a:pt x="698" y="1905"/>
                  </a:cubicBezTo>
                  <a:cubicBezTo>
                    <a:pt x="924" y="2142"/>
                    <a:pt x="1207" y="2248"/>
                    <a:pt x="1487" y="2248"/>
                  </a:cubicBezTo>
                  <a:cubicBezTo>
                    <a:pt x="2056" y="2248"/>
                    <a:pt x="2608" y="1809"/>
                    <a:pt x="2619" y="1137"/>
                  </a:cubicBezTo>
                  <a:cubicBezTo>
                    <a:pt x="2636" y="518"/>
                    <a:pt x="2135" y="17"/>
                    <a:pt x="1517" y="0"/>
                  </a:cubicBezTo>
                  <a:cubicBezTo>
                    <a:pt x="1510" y="0"/>
                    <a:pt x="1503" y="0"/>
                    <a:pt x="1496" y="0"/>
                  </a:cubicBez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9" name="Google Shape;619;p22"/>
          <p:cNvGrpSpPr/>
          <p:nvPr/>
        </p:nvGrpSpPr>
        <p:grpSpPr>
          <a:xfrm>
            <a:off x="6640599" y="1903403"/>
            <a:ext cx="335621" cy="272327"/>
            <a:chOff x="6640599" y="1903403"/>
            <a:chExt cx="335621" cy="272327"/>
          </a:xfrm>
        </p:grpSpPr>
        <p:sp>
          <p:nvSpPr>
            <p:cNvPr id="620" name="Google Shape;620;p22"/>
            <p:cNvSpPr/>
            <p:nvPr/>
          </p:nvSpPr>
          <p:spPr>
            <a:xfrm>
              <a:off x="6642781" y="1905553"/>
              <a:ext cx="332894" cy="268028"/>
            </a:xfrm>
            <a:custGeom>
              <a:avLst/>
              <a:gdLst/>
              <a:ahLst/>
              <a:cxnLst/>
              <a:rect l="l" t="t" r="r" b="b"/>
              <a:pathLst>
                <a:path w="10377" h="8355" extrusionOk="0">
                  <a:moveTo>
                    <a:pt x="117" y="0"/>
                  </a:moveTo>
                  <a:lnTo>
                    <a:pt x="0" y="8204"/>
                  </a:lnTo>
                  <a:lnTo>
                    <a:pt x="10259" y="8355"/>
                  </a:lnTo>
                  <a:lnTo>
                    <a:pt x="10376" y="151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2"/>
            <p:cNvSpPr/>
            <p:nvPr/>
          </p:nvSpPr>
          <p:spPr>
            <a:xfrm>
              <a:off x="6640599" y="1903403"/>
              <a:ext cx="335621" cy="272327"/>
            </a:xfrm>
            <a:custGeom>
              <a:avLst/>
              <a:gdLst/>
              <a:ahLst/>
              <a:cxnLst/>
              <a:rect l="l" t="t" r="r" b="b"/>
              <a:pathLst>
                <a:path w="10462" h="8489" extrusionOk="0">
                  <a:moveTo>
                    <a:pt x="10444" y="218"/>
                  </a:moveTo>
                  <a:cubicBezTo>
                    <a:pt x="10444" y="218"/>
                    <a:pt x="10444" y="262"/>
                    <a:pt x="10444" y="351"/>
                  </a:cubicBezTo>
                  <a:cubicBezTo>
                    <a:pt x="10461" y="318"/>
                    <a:pt x="10444" y="268"/>
                    <a:pt x="10444" y="218"/>
                  </a:cubicBezTo>
                  <a:close/>
                  <a:moveTo>
                    <a:pt x="68" y="8355"/>
                  </a:moveTo>
                  <a:cubicBezTo>
                    <a:pt x="78" y="8362"/>
                    <a:pt x="83" y="8365"/>
                    <a:pt x="85" y="8365"/>
                  </a:cubicBezTo>
                  <a:cubicBezTo>
                    <a:pt x="87" y="8365"/>
                    <a:pt x="85" y="8361"/>
                    <a:pt x="80" y="8355"/>
                  </a:cubicBezTo>
                  <a:close/>
                  <a:moveTo>
                    <a:pt x="118" y="0"/>
                  </a:moveTo>
                  <a:lnTo>
                    <a:pt x="118" y="67"/>
                  </a:lnTo>
                  <a:cubicBezTo>
                    <a:pt x="85" y="2507"/>
                    <a:pt x="35" y="5314"/>
                    <a:pt x="2" y="8271"/>
                  </a:cubicBezTo>
                  <a:cubicBezTo>
                    <a:pt x="1" y="8270"/>
                    <a:pt x="0" y="8270"/>
                    <a:pt x="0" y="8270"/>
                  </a:cubicBezTo>
                  <a:lnTo>
                    <a:pt x="0" y="8270"/>
                  </a:lnTo>
                  <a:cubicBezTo>
                    <a:pt x="0" y="8270"/>
                    <a:pt x="60" y="8330"/>
                    <a:pt x="80" y="8355"/>
                  </a:cubicBezTo>
                  <a:lnTo>
                    <a:pt x="770" y="8355"/>
                  </a:lnTo>
                  <a:lnTo>
                    <a:pt x="1472" y="8371"/>
                  </a:lnTo>
                  <a:lnTo>
                    <a:pt x="2859" y="8388"/>
                  </a:lnTo>
                  <a:lnTo>
                    <a:pt x="5515" y="8422"/>
                  </a:lnTo>
                  <a:lnTo>
                    <a:pt x="10327" y="8488"/>
                  </a:lnTo>
                  <a:lnTo>
                    <a:pt x="10394" y="8488"/>
                  </a:lnTo>
                  <a:lnTo>
                    <a:pt x="10394" y="8422"/>
                  </a:lnTo>
                  <a:cubicBezTo>
                    <a:pt x="10411" y="5949"/>
                    <a:pt x="10428" y="3894"/>
                    <a:pt x="10444" y="2440"/>
                  </a:cubicBezTo>
                  <a:cubicBezTo>
                    <a:pt x="10444" y="1738"/>
                    <a:pt x="10444" y="1187"/>
                    <a:pt x="10444" y="786"/>
                  </a:cubicBezTo>
                  <a:lnTo>
                    <a:pt x="10444" y="368"/>
                  </a:lnTo>
                  <a:cubicBezTo>
                    <a:pt x="10428" y="485"/>
                    <a:pt x="10428" y="619"/>
                    <a:pt x="10428" y="819"/>
                  </a:cubicBezTo>
                  <a:cubicBezTo>
                    <a:pt x="10411" y="1203"/>
                    <a:pt x="10411" y="1772"/>
                    <a:pt x="10394" y="2473"/>
                  </a:cubicBezTo>
                  <a:cubicBezTo>
                    <a:pt x="10361" y="3897"/>
                    <a:pt x="10328" y="5928"/>
                    <a:pt x="10279" y="8354"/>
                  </a:cubicBezTo>
                  <a:lnTo>
                    <a:pt x="10279" y="8354"/>
                  </a:lnTo>
                  <a:lnTo>
                    <a:pt x="5532" y="8288"/>
                  </a:lnTo>
                  <a:cubicBezTo>
                    <a:pt x="4663" y="8271"/>
                    <a:pt x="3778" y="8254"/>
                    <a:pt x="2859" y="8238"/>
                  </a:cubicBezTo>
                  <a:lnTo>
                    <a:pt x="1472" y="8221"/>
                  </a:lnTo>
                  <a:lnTo>
                    <a:pt x="770" y="8221"/>
                  </a:lnTo>
                  <a:lnTo>
                    <a:pt x="419" y="8204"/>
                  </a:lnTo>
                  <a:lnTo>
                    <a:pt x="136" y="8204"/>
                  </a:lnTo>
                  <a:cubicBezTo>
                    <a:pt x="185" y="5299"/>
                    <a:pt x="218" y="2540"/>
                    <a:pt x="251" y="135"/>
                  </a:cubicBezTo>
                  <a:lnTo>
                    <a:pt x="251" y="135"/>
                  </a:lnTo>
                  <a:lnTo>
                    <a:pt x="7587" y="201"/>
                  </a:lnTo>
                  <a:lnTo>
                    <a:pt x="9692" y="218"/>
                  </a:lnTo>
                  <a:lnTo>
                    <a:pt x="10411" y="218"/>
                  </a:lnTo>
                  <a:lnTo>
                    <a:pt x="10261" y="201"/>
                  </a:lnTo>
                  <a:lnTo>
                    <a:pt x="9709" y="201"/>
                  </a:lnTo>
                  <a:lnTo>
                    <a:pt x="7621" y="151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2"/>
            <p:cNvSpPr/>
            <p:nvPr/>
          </p:nvSpPr>
          <p:spPr>
            <a:xfrm>
              <a:off x="6654554" y="1922170"/>
              <a:ext cx="309315" cy="234794"/>
            </a:xfrm>
            <a:custGeom>
              <a:avLst/>
              <a:gdLst/>
              <a:ahLst/>
              <a:cxnLst/>
              <a:rect l="l" t="t" r="r" b="b"/>
              <a:pathLst>
                <a:path w="9642" h="7319" extrusionOk="0">
                  <a:moveTo>
                    <a:pt x="101" y="0"/>
                  </a:moveTo>
                  <a:lnTo>
                    <a:pt x="1" y="7185"/>
                  </a:lnTo>
                  <a:lnTo>
                    <a:pt x="9542" y="7319"/>
                  </a:lnTo>
                  <a:lnTo>
                    <a:pt x="9642" y="151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2"/>
            <p:cNvSpPr/>
            <p:nvPr/>
          </p:nvSpPr>
          <p:spPr>
            <a:xfrm>
              <a:off x="6654554" y="2011128"/>
              <a:ext cx="306107" cy="145836"/>
            </a:xfrm>
            <a:custGeom>
              <a:avLst/>
              <a:gdLst/>
              <a:ahLst/>
              <a:cxnLst/>
              <a:rect l="l" t="t" r="r" b="b"/>
              <a:pathLst>
                <a:path w="9542" h="4546" extrusionOk="0">
                  <a:moveTo>
                    <a:pt x="3393" y="1"/>
                  </a:moveTo>
                  <a:lnTo>
                    <a:pt x="1" y="4412"/>
                  </a:lnTo>
                  <a:lnTo>
                    <a:pt x="9542" y="4546"/>
                  </a:lnTo>
                  <a:lnTo>
                    <a:pt x="6835" y="1338"/>
                  </a:lnTo>
                  <a:lnTo>
                    <a:pt x="5415" y="2808"/>
                  </a:lnTo>
                  <a:lnTo>
                    <a:pt x="3393" y="1"/>
                  </a:ln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2"/>
            <p:cNvSpPr/>
            <p:nvPr/>
          </p:nvSpPr>
          <p:spPr>
            <a:xfrm>
              <a:off x="6801577" y="1970386"/>
              <a:ext cx="56717" cy="48280"/>
            </a:xfrm>
            <a:custGeom>
              <a:avLst/>
              <a:gdLst/>
              <a:ahLst/>
              <a:cxnLst/>
              <a:rect l="l" t="t" r="r" b="b"/>
              <a:pathLst>
                <a:path w="1768" h="1505" extrusionOk="0">
                  <a:moveTo>
                    <a:pt x="995" y="1"/>
                  </a:moveTo>
                  <a:cubicBezTo>
                    <a:pt x="340" y="1"/>
                    <a:pt x="1" y="791"/>
                    <a:pt x="464" y="1271"/>
                  </a:cubicBezTo>
                  <a:cubicBezTo>
                    <a:pt x="619" y="1432"/>
                    <a:pt x="813" y="1504"/>
                    <a:pt x="1003" y="1504"/>
                  </a:cubicBezTo>
                  <a:cubicBezTo>
                    <a:pt x="1385" y="1504"/>
                    <a:pt x="1750" y="1211"/>
                    <a:pt x="1750" y="753"/>
                  </a:cubicBezTo>
                  <a:cubicBezTo>
                    <a:pt x="1767" y="352"/>
                    <a:pt x="1433" y="1"/>
                    <a:pt x="1015" y="1"/>
                  </a:cubicBezTo>
                  <a:cubicBezTo>
                    <a:pt x="1008" y="1"/>
                    <a:pt x="1002" y="1"/>
                    <a:pt x="995" y="1"/>
                  </a:cubicBez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5" name="Google Shape;625;p22"/>
          <p:cNvGrpSpPr/>
          <p:nvPr/>
        </p:nvGrpSpPr>
        <p:grpSpPr>
          <a:xfrm>
            <a:off x="1474019" y="1756541"/>
            <a:ext cx="1295583" cy="1044172"/>
            <a:chOff x="1474019" y="1756541"/>
            <a:chExt cx="1295583" cy="1044172"/>
          </a:xfrm>
        </p:grpSpPr>
        <p:sp>
          <p:nvSpPr>
            <p:cNvPr id="626" name="Google Shape;626;p22"/>
            <p:cNvSpPr/>
            <p:nvPr/>
          </p:nvSpPr>
          <p:spPr>
            <a:xfrm>
              <a:off x="1476714" y="1758145"/>
              <a:ext cx="1292888" cy="1040419"/>
            </a:xfrm>
            <a:custGeom>
              <a:avLst/>
              <a:gdLst/>
              <a:ahLst/>
              <a:cxnLst/>
              <a:rect l="l" t="t" r="r" b="b"/>
              <a:pathLst>
                <a:path w="40302" h="32432" extrusionOk="0">
                  <a:moveTo>
                    <a:pt x="451" y="0"/>
                  </a:moveTo>
                  <a:lnTo>
                    <a:pt x="0" y="31864"/>
                  </a:lnTo>
                  <a:lnTo>
                    <a:pt x="39850" y="32432"/>
                  </a:lnTo>
                  <a:lnTo>
                    <a:pt x="40301" y="569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2"/>
            <p:cNvSpPr/>
            <p:nvPr/>
          </p:nvSpPr>
          <p:spPr>
            <a:xfrm>
              <a:off x="1474019" y="1756541"/>
              <a:ext cx="1295583" cy="1044172"/>
            </a:xfrm>
            <a:custGeom>
              <a:avLst/>
              <a:gdLst/>
              <a:ahLst/>
              <a:cxnLst/>
              <a:rect l="l" t="t" r="r" b="b"/>
              <a:pathLst>
                <a:path w="40386" h="32549" extrusionOk="0">
                  <a:moveTo>
                    <a:pt x="601" y="118"/>
                  </a:moveTo>
                  <a:lnTo>
                    <a:pt x="29324" y="502"/>
                  </a:lnTo>
                  <a:lnTo>
                    <a:pt x="37478" y="602"/>
                  </a:lnTo>
                  <a:lnTo>
                    <a:pt x="39633" y="619"/>
                  </a:lnTo>
                  <a:lnTo>
                    <a:pt x="40185" y="619"/>
                  </a:lnTo>
                  <a:cubicBezTo>
                    <a:pt x="40229" y="624"/>
                    <a:pt x="40266" y="626"/>
                    <a:pt x="40296" y="626"/>
                  </a:cubicBezTo>
                  <a:cubicBezTo>
                    <a:pt x="40355" y="626"/>
                    <a:pt x="40385" y="619"/>
                    <a:pt x="40385" y="619"/>
                  </a:cubicBezTo>
                  <a:lnTo>
                    <a:pt x="40385" y="619"/>
                  </a:lnTo>
                  <a:cubicBezTo>
                    <a:pt x="40385" y="619"/>
                    <a:pt x="40368" y="819"/>
                    <a:pt x="40368" y="1203"/>
                  </a:cubicBezTo>
                  <a:cubicBezTo>
                    <a:pt x="40368" y="1604"/>
                    <a:pt x="40352" y="2172"/>
                    <a:pt x="40335" y="2908"/>
                  </a:cubicBezTo>
                  <a:cubicBezTo>
                    <a:pt x="40318" y="4395"/>
                    <a:pt x="40268" y="6583"/>
                    <a:pt x="40235" y="9374"/>
                  </a:cubicBezTo>
                  <a:cubicBezTo>
                    <a:pt x="40135" y="14911"/>
                    <a:pt x="40018" y="22846"/>
                    <a:pt x="39868" y="32431"/>
                  </a:cubicBezTo>
                  <a:lnTo>
                    <a:pt x="39868" y="32431"/>
                  </a:lnTo>
                  <a:lnTo>
                    <a:pt x="152" y="31848"/>
                  </a:lnTo>
                  <a:lnTo>
                    <a:pt x="152" y="31848"/>
                  </a:lnTo>
                  <a:cubicBezTo>
                    <a:pt x="318" y="20387"/>
                    <a:pt x="468" y="9574"/>
                    <a:pt x="601" y="118"/>
                  </a:cubicBezTo>
                  <a:close/>
                  <a:moveTo>
                    <a:pt x="468" y="0"/>
                  </a:moveTo>
                  <a:lnTo>
                    <a:pt x="468" y="50"/>
                  </a:lnTo>
                  <a:cubicBezTo>
                    <a:pt x="335" y="9541"/>
                    <a:pt x="184" y="20401"/>
                    <a:pt x="17" y="31914"/>
                  </a:cubicBezTo>
                  <a:lnTo>
                    <a:pt x="1" y="31980"/>
                  </a:lnTo>
                  <a:lnTo>
                    <a:pt x="84" y="31980"/>
                  </a:lnTo>
                  <a:cubicBezTo>
                    <a:pt x="14838" y="32198"/>
                    <a:pt x="28539" y="32381"/>
                    <a:pt x="39934" y="32548"/>
                  </a:cubicBezTo>
                  <a:lnTo>
                    <a:pt x="39984" y="32548"/>
                  </a:lnTo>
                  <a:lnTo>
                    <a:pt x="39984" y="32482"/>
                  </a:lnTo>
                  <a:cubicBezTo>
                    <a:pt x="40118" y="22874"/>
                    <a:pt x="40218" y="14904"/>
                    <a:pt x="40285" y="9324"/>
                  </a:cubicBezTo>
                  <a:cubicBezTo>
                    <a:pt x="40318" y="6550"/>
                    <a:pt x="40352" y="4378"/>
                    <a:pt x="40368" y="2891"/>
                  </a:cubicBezTo>
                  <a:cubicBezTo>
                    <a:pt x="40368" y="2156"/>
                    <a:pt x="40385" y="1588"/>
                    <a:pt x="40385" y="1203"/>
                  </a:cubicBezTo>
                  <a:cubicBezTo>
                    <a:pt x="40385" y="819"/>
                    <a:pt x="40385" y="619"/>
                    <a:pt x="40385" y="619"/>
                  </a:cubicBezTo>
                  <a:lnTo>
                    <a:pt x="40201" y="619"/>
                  </a:lnTo>
                  <a:lnTo>
                    <a:pt x="39650" y="602"/>
                  </a:lnTo>
                  <a:lnTo>
                    <a:pt x="37495" y="568"/>
                  </a:lnTo>
                  <a:lnTo>
                    <a:pt x="29358" y="435"/>
                  </a:lnTo>
                  <a:lnTo>
                    <a:pt x="5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2"/>
            <p:cNvSpPr/>
            <p:nvPr/>
          </p:nvSpPr>
          <p:spPr>
            <a:xfrm>
              <a:off x="1521722" y="1823524"/>
              <a:ext cx="1201236" cy="910174"/>
            </a:xfrm>
            <a:custGeom>
              <a:avLst/>
              <a:gdLst/>
              <a:ahLst/>
              <a:cxnLst/>
              <a:rect l="l" t="t" r="r" b="b"/>
              <a:pathLst>
                <a:path w="37445" h="28372" extrusionOk="0">
                  <a:moveTo>
                    <a:pt x="385" y="1"/>
                  </a:moveTo>
                  <a:lnTo>
                    <a:pt x="1" y="27837"/>
                  </a:lnTo>
                  <a:lnTo>
                    <a:pt x="37044" y="28372"/>
                  </a:lnTo>
                  <a:lnTo>
                    <a:pt x="37445" y="519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2"/>
            <p:cNvSpPr/>
            <p:nvPr/>
          </p:nvSpPr>
          <p:spPr>
            <a:xfrm>
              <a:off x="1521722" y="2167133"/>
              <a:ext cx="1188372" cy="566565"/>
            </a:xfrm>
            <a:custGeom>
              <a:avLst/>
              <a:gdLst/>
              <a:ahLst/>
              <a:cxnLst/>
              <a:rect l="l" t="t" r="r" b="b"/>
              <a:pathLst>
                <a:path w="37044" h="17661" extrusionOk="0">
                  <a:moveTo>
                    <a:pt x="13184" y="0"/>
                  </a:moveTo>
                  <a:lnTo>
                    <a:pt x="1" y="17126"/>
                  </a:lnTo>
                  <a:lnTo>
                    <a:pt x="37044" y="17661"/>
                  </a:lnTo>
                  <a:lnTo>
                    <a:pt x="26567" y="5230"/>
                  </a:lnTo>
                  <a:lnTo>
                    <a:pt x="21037" y="10944"/>
                  </a:lnTo>
                  <a:lnTo>
                    <a:pt x="13184" y="0"/>
                  </a:ln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2"/>
            <p:cNvSpPr/>
            <p:nvPr/>
          </p:nvSpPr>
          <p:spPr>
            <a:xfrm>
              <a:off x="2093420" y="2009524"/>
              <a:ext cx="218946" cy="187411"/>
            </a:xfrm>
            <a:custGeom>
              <a:avLst/>
              <a:gdLst/>
              <a:ahLst/>
              <a:cxnLst/>
              <a:rect l="l" t="t" r="r" b="b"/>
              <a:pathLst>
                <a:path w="6825" h="5842" extrusionOk="0">
                  <a:moveTo>
                    <a:pt x="3893" y="0"/>
                  </a:moveTo>
                  <a:cubicBezTo>
                    <a:pt x="1314" y="0"/>
                    <a:pt x="1" y="3102"/>
                    <a:pt x="1796" y="4946"/>
                  </a:cubicBezTo>
                  <a:cubicBezTo>
                    <a:pt x="2397" y="5565"/>
                    <a:pt x="3145" y="5842"/>
                    <a:pt x="3878" y="5842"/>
                  </a:cubicBezTo>
                  <a:cubicBezTo>
                    <a:pt x="5362" y="5842"/>
                    <a:pt x="6786" y="4703"/>
                    <a:pt x="6808" y="2958"/>
                  </a:cubicBezTo>
                  <a:cubicBezTo>
                    <a:pt x="6825" y="1354"/>
                    <a:pt x="5538" y="17"/>
                    <a:pt x="3934" y="1"/>
                  </a:cubicBezTo>
                  <a:cubicBezTo>
                    <a:pt x="3920" y="1"/>
                    <a:pt x="3907" y="0"/>
                    <a:pt x="3893" y="0"/>
                  </a:cubicBez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1" name="Google Shape;631;p22"/>
          <p:cNvSpPr txBox="1">
            <a:spLocks noGrp="1"/>
          </p:cNvSpPr>
          <p:nvPr>
            <p:ph type="title"/>
          </p:nvPr>
        </p:nvSpPr>
        <p:spPr>
          <a:xfrm>
            <a:off x="2867250" y="2937600"/>
            <a:ext cx="3409500" cy="6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632" name="Google Shape;632;p22"/>
          <p:cNvSpPr txBox="1">
            <a:spLocks noGrp="1"/>
          </p:cNvSpPr>
          <p:nvPr>
            <p:ph type="subTitle" idx="1"/>
          </p:nvPr>
        </p:nvSpPr>
        <p:spPr>
          <a:xfrm>
            <a:off x="2863575" y="3494775"/>
            <a:ext cx="3409500" cy="11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columns">
  <p:cSld name="CUSTOM_11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27"/>
          <p:cNvSpPr/>
          <p:nvPr/>
        </p:nvSpPr>
        <p:spPr>
          <a:xfrm>
            <a:off x="-731" y="4672701"/>
            <a:ext cx="9143833" cy="475558"/>
          </a:xfrm>
          <a:custGeom>
            <a:avLst/>
            <a:gdLst/>
            <a:ahLst/>
            <a:cxnLst/>
            <a:rect l="l" t="t" r="r" b="b"/>
            <a:pathLst>
              <a:path w="285299" h="14838" extrusionOk="0">
                <a:moveTo>
                  <a:pt x="0" y="1"/>
                </a:moveTo>
                <a:lnTo>
                  <a:pt x="0" y="14838"/>
                </a:lnTo>
                <a:lnTo>
                  <a:pt x="285299" y="14838"/>
                </a:lnTo>
                <a:lnTo>
                  <a:pt x="2852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2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27"/>
          <p:cNvSpPr txBox="1">
            <a:spLocks noGrp="1"/>
          </p:cNvSpPr>
          <p:nvPr>
            <p:ph type="subTitle" idx="1"/>
          </p:nvPr>
        </p:nvSpPr>
        <p:spPr>
          <a:xfrm>
            <a:off x="1492988" y="3667825"/>
            <a:ext cx="16956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47" name="Google Shape;747;p27"/>
          <p:cNvSpPr txBox="1">
            <a:spLocks noGrp="1"/>
          </p:cNvSpPr>
          <p:nvPr>
            <p:ph type="subTitle" idx="2"/>
          </p:nvPr>
        </p:nvSpPr>
        <p:spPr>
          <a:xfrm>
            <a:off x="1493000" y="4018042"/>
            <a:ext cx="1695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8" name="Google Shape;748;p27"/>
          <p:cNvSpPr txBox="1">
            <a:spLocks noGrp="1"/>
          </p:cNvSpPr>
          <p:nvPr>
            <p:ph type="subTitle" idx="3"/>
          </p:nvPr>
        </p:nvSpPr>
        <p:spPr>
          <a:xfrm>
            <a:off x="3724188" y="3667825"/>
            <a:ext cx="16956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49" name="Google Shape;749;p27"/>
          <p:cNvSpPr txBox="1">
            <a:spLocks noGrp="1"/>
          </p:cNvSpPr>
          <p:nvPr>
            <p:ph type="subTitle" idx="4"/>
          </p:nvPr>
        </p:nvSpPr>
        <p:spPr>
          <a:xfrm>
            <a:off x="3724200" y="4018042"/>
            <a:ext cx="1695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0" name="Google Shape;750;p27"/>
          <p:cNvSpPr txBox="1">
            <a:spLocks noGrp="1"/>
          </p:cNvSpPr>
          <p:nvPr>
            <p:ph type="subTitle" idx="5"/>
          </p:nvPr>
        </p:nvSpPr>
        <p:spPr>
          <a:xfrm>
            <a:off x="5955388" y="3667825"/>
            <a:ext cx="16956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51" name="Google Shape;751;p27"/>
          <p:cNvSpPr txBox="1">
            <a:spLocks noGrp="1"/>
          </p:cNvSpPr>
          <p:nvPr>
            <p:ph type="subTitle" idx="6"/>
          </p:nvPr>
        </p:nvSpPr>
        <p:spPr>
          <a:xfrm>
            <a:off x="5955400" y="4018042"/>
            <a:ext cx="1695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2" name="Google Shape;752;p27"/>
          <p:cNvSpPr txBox="1">
            <a:spLocks noGrp="1"/>
          </p:cNvSpPr>
          <p:nvPr>
            <p:ph type="subTitle" idx="7"/>
          </p:nvPr>
        </p:nvSpPr>
        <p:spPr>
          <a:xfrm>
            <a:off x="2591325" y="1677726"/>
            <a:ext cx="16956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53" name="Google Shape;753;p27"/>
          <p:cNvSpPr txBox="1">
            <a:spLocks noGrp="1"/>
          </p:cNvSpPr>
          <p:nvPr>
            <p:ph type="subTitle" idx="8"/>
          </p:nvPr>
        </p:nvSpPr>
        <p:spPr>
          <a:xfrm>
            <a:off x="2591350" y="1217625"/>
            <a:ext cx="1695600" cy="5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4" name="Google Shape;754;p27"/>
          <p:cNvSpPr txBox="1">
            <a:spLocks noGrp="1"/>
          </p:cNvSpPr>
          <p:nvPr>
            <p:ph type="subTitle" idx="9"/>
          </p:nvPr>
        </p:nvSpPr>
        <p:spPr>
          <a:xfrm>
            <a:off x="4839788" y="1677726"/>
            <a:ext cx="16956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55" name="Google Shape;755;p27"/>
          <p:cNvSpPr txBox="1">
            <a:spLocks noGrp="1"/>
          </p:cNvSpPr>
          <p:nvPr>
            <p:ph type="subTitle" idx="13"/>
          </p:nvPr>
        </p:nvSpPr>
        <p:spPr>
          <a:xfrm>
            <a:off x="4839825" y="1217863"/>
            <a:ext cx="1695600" cy="5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4 ">
  <p:cSld name="CUSTOM_13"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7" name="Google Shape;757;p28"/>
          <p:cNvGrpSpPr/>
          <p:nvPr/>
        </p:nvGrpSpPr>
        <p:grpSpPr>
          <a:xfrm>
            <a:off x="7000534" y="340657"/>
            <a:ext cx="1206554" cy="2111005"/>
            <a:chOff x="4052859" y="1076757"/>
            <a:chExt cx="1206554" cy="2111005"/>
          </a:xfrm>
        </p:grpSpPr>
        <p:sp>
          <p:nvSpPr>
            <p:cNvPr id="758" name="Google Shape;758;p28"/>
            <p:cNvSpPr/>
            <p:nvPr/>
          </p:nvSpPr>
          <p:spPr>
            <a:xfrm>
              <a:off x="4052859" y="1583884"/>
              <a:ext cx="256015" cy="548408"/>
            </a:xfrm>
            <a:custGeom>
              <a:avLst/>
              <a:gdLst/>
              <a:ahLst/>
              <a:cxnLst/>
              <a:rect l="l" t="t" r="r" b="b"/>
              <a:pathLst>
                <a:path w="7988" h="17111" extrusionOk="0">
                  <a:moveTo>
                    <a:pt x="1" y="1"/>
                  </a:moveTo>
                  <a:lnTo>
                    <a:pt x="1" y="17110"/>
                  </a:lnTo>
                  <a:lnTo>
                    <a:pt x="7987" y="17110"/>
                  </a:lnTo>
                  <a:lnTo>
                    <a:pt x="798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8"/>
            <p:cNvSpPr/>
            <p:nvPr/>
          </p:nvSpPr>
          <p:spPr>
            <a:xfrm>
              <a:off x="4319547" y="2170816"/>
              <a:ext cx="314923" cy="529626"/>
            </a:xfrm>
            <a:custGeom>
              <a:avLst/>
              <a:gdLst/>
              <a:ahLst/>
              <a:cxnLst/>
              <a:rect l="l" t="t" r="r" b="b"/>
              <a:pathLst>
                <a:path w="9826" h="16525" extrusionOk="0">
                  <a:moveTo>
                    <a:pt x="1" y="0"/>
                  </a:moveTo>
                  <a:lnTo>
                    <a:pt x="1" y="16525"/>
                  </a:lnTo>
                  <a:lnTo>
                    <a:pt x="9825" y="16525"/>
                  </a:lnTo>
                  <a:lnTo>
                    <a:pt x="982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8"/>
            <p:cNvSpPr/>
            <p:nvPr/>
          </p:nvSpPr>
          <p:spPr>
            <a:xfrm>
              <a:off x="4672994" y="1076757"/>
              <a:ext cx="586419" cy="497512"/>
            </a:xfrm>
            <a:custGeom>
              <a:avLst/>
              <a:gdLst/>
              <a:ahLst/>
              <a:cxnLst/>
              <a:rect l="l" t="t" r="r" b="b"/>
              <a:pathLst>
                <a:path w="18297" h="15523" extrusionOk="0">
                  <a:moveTo>
                    <a:pt x="0" y="1"/>
                  </a:moveTo>
                  <a:lnTo>
                    <a:pt x="0" y="15523"/>
                  </a:lnTo>
                  <a:lnTo>
                    <a:pt x="9324" y="15523"/>
                  </a:lnTo>
                  <a:lnTo>
                    <a:pt x="9324" y="335"/>
                  </a:lnTo>
                  <a:lnTo>
                    <a:pt x="9658" y="335"/>
                  </a:lnTo>
                  <a:lnTo>
                    <a:pt x="9658" y="15523"/>
                  </a:lnTo>
                  <a:lnTo>
                    <a:pt x="18296" y="15523"/>
                  </a:lnTo>
                  <a:lnTo>
                    <a:pt x="1829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8"/>
            <p:cNvSpPr/>
            <p:nvPr/>
          </p:nvSpPr>
          <p:spPr>
            <a:xfrm>
              <a:off x="4052859" y="2170816"/>
              <a:ext cx="256015" cy="529626"/>
            </a:xfrm>
            <a:custGeom>
              <a:avLst/>
              <a:gdLst/>
              <a:ahLst/>
              <a:cxnLst/>
              <a:rect l="l" t="t" r="r" b="b"/>
              <a:pathLst>
                <a:path w="7988" h="16525" extrusionOk="0">
                  <a:moveTo>
                    <a:pt x="1" y="0"/>
                  </a:moveTo>
                  <a:lnTo>
                    <a:pt x="1" y="16525"/>
                  </a:lnTo>
                  <a:lnTo>
                    <a:pt x="7987" y="16525"/>
                  </a:lnTo>
                  <a:lnTo>
                    <a:pt x="798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8"/>
            <p:cNvSpPr/>
            <p:nvPr/>
          </p:nvSpPr>
          <p:spPr>
            <a:xfrm>
              <a:off x="4982501" y="2170816"/>
              <a:ext cx="276912" cy="529626"/>
            </a:xfrm>
            <a:custGeom>
              <a:avLst/>
              <a:gdLst/>
              <a:ahLst/>
              <a:cxnLst/>
              <a:rect l="l" t="t" r="r" b="b"/>
              <a:pathLst>
                <a:path w="8640" h="16525" extrusionOk="0">
                  <a:moveTo>
                    <a:pt x="1" y="0"/>
                  </a:moveTo>
                  <a:lnTo>
                    <a:pt x="1" y="16525"/>
                  </a:lnTo>
                  <a:lnTo>
                    <a:pt x="8639" y="16525"/>
                  </a:lnTo>
                  <a:lnTo>
                    <a:pt x="8639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8"/>
            <p:cNvSpPr/>
            <p:nvPr/>
          </p:nvSpPr>
          <p:spPr>
            <a:xfrm>
              <a:off x="4319547" y="1583884"/>
              <a:ext cx="314923" cy="548408"/>
            </a:xfrm>
            <a:custGeom>
              <a:avLst/>
              <a:gdLst/>
              <a:ahLst/>
              <a:cxnLst/>
              <a:rect l="l" t="t" r="r" b="b"/>
              <a:pathLst>
                <a:path w="9826" h="17111" extrusionOk="0">
                  <a:moveTo>
                    <a:pt x="1" y="1"/>
                  </a:moveTo>
                  <a:lnTo>
                    <a:pt x="1" y="17110"/>
                  </a:lnTo>
                  <a:lnTo>
                    <a:pt x="9825" y="17110"/>
                  </a:lnTo>
                  <a:lnTo>
                    <a:pt x="982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8"/>
            <p:cNvSpPr/>
            <p:nvPr/>
          </p:nvSpPr>
          <p:spPr>
            <a:xfrm>
              <a:off x="4982501" y="1583884"/>
              <a:ext cx="276912" cy="548408"/>
            </a:xfrm>
            <a:custGeom>
              <a:avLst/>
              <a:gdLst/>
              <a:ahLst/>
              <a:cxnLst/>
              <a:rect l="l" t="t" r="r" b="b"/>
              <a:pathLst>
                <a:path w="8640" h="17111" extrusionOk="0">
                  <a:moveTo>
                    <a:pt x="1" y="1"/>
                  </a:moveTo>
                  <a:lnTo>
                    <a:pt x="1" y="17110"/>
                  </a:lnTo>
                  <a:lnTo>
                    <a:pt x="8639" y="17110"/>
                  </a:lnTo>
                  <a:lnTo>
                    <a:pt x="8639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8"/>
            <p:cNvSpPr/>
            <p:nvPr/>
          </p:nvSpPr>
          <p:spPr>
            <a:xfrm>
              <a:off x="4052859" y="2710057"/>
              <a:ext cx="256015" cy="477705"/>
            </a:xfrm>
            <a:custGeom>
              <a:avLst/>
              <a:gdLst/>
              <a:ahLst/>
              <a:cxnLst/>
              <a:rect l="l" t="t" r="r" b="b"/>
              <a:pathLst>
                <a:path w="7988" h="14905" extrusionOk="0">
                  <a:moveTo>
                    <a:pt x="1" y="1"/>
                  </a:moveTo>
                  <a:lnTo>
                    <a:pt x="1" y="14905"/>
                  </a:lnTo>
                  <a:lnTo>
                    <a:pt x="7987" y="14905"/>
                  </a:lnTo>
                  <a:lnTo>
                    <a:pt x="798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8"/>
            <p:cNvSpPr/>
            <p:nvPr/>
          </p:nvSpPr>
          <p:spPr>
            <a:xfrm>
              <a:off x="4052859" y="1076757"/>
              <a:ext cx="581611" cy="497512"/>
            </a:xfrm>
            <a:custGeom>
              <a:avLst/>
              <a:gdLst/>
              <a:ahLst/>
              <a:cxnLst/>
              <a:rect l="l" t="t" r="r" b="b"/>
              <a:pathLst>
                <a:path w="18147" h="15523" extrusionOk="0">
                  <a:moveTo>
                    <a:pt x="1" y="1"/>
                  </a:moveTo>
                  <a:lnTo>
                    <a:pt x="1" y="15523"/>
                  </a:lnTo>
                  <a:lnTo>
                    <a:pt x="7987" y="15523"/>
                  </a:lnTo>
                  <a:lnTo>
                    <a:pt x="7987" y="335"/>
                  </a:lnTo>
                  <a:lnTo>
                    <a:pt x="8322" y="335"/>
                  </a:lnTo>
                  <a:lnTo>
                    <a:pt x="8322" y="15523"/>
                  </a:lnTo>
                  <a:lnTo>
                    <a:pt x="18146" y="15523"/>
                  </a:lnTo>
                  <a:lnTo>
                    <a:pt x="1814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8"/>
            <p:cNvSpPr/>
            <p:nvPr/>
          </p:nvSpPr>
          <p:spPr>
            <a:xfrm>
              <a:off x="4319547" y="2710057"/>
              <a:ext cx="314923" cy="477705"/>
            </a:xfrm>
            <a:custGeom>
              <a:avLst/>
              <a:gdLst/>
              <a:ahLst/>
              <a:cxnLst/>
              <a:rect l="l" t="t" r="r" b="b"/>
              <a:pathLst>
                <a:path w="9826" h="14905" extrusionOk="0">
                  <a:moveTo>
                    <a:pt x="1" y="1"/>
                  </a:moveTo>
                  <a:lnTo>
                    <a:pt x="1" y="14905"/>
                  </a:lnTo>
                  <a:lnTo>
                    <a:pt x="9825" y="14905"/>
                  </a:lnTo>
                  <a:lnTo>
                    <a:pt x="982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8"/>
            <p:cNvSpPr/>
            <p:nvPr/>
          </p:nvSpPr>
          <p:spPr>
            <a:xfrm>
              <a:off x="4982501" y="2710057"/>
              <a:ext cx="276912" cy="477705"/>
            </a:xfrm>
            <a:custGeom>
              <a:avLst/>
              <a:gdLst/>
              <a:ahLst/>
              <a:cxnLst/>
              <a:rect l="l" t="t" r="r" b="b"/>
              <a:pathLst>
                <a:path w="8640" h="14905" extrusionOk="0">
                  <a:moveTo>
                    <a:pt x="1" y="1"/>
                  </a:moveTo>
                  <a:lnTo>
                    <a:pt x="1" y="14905"/>
                  </a:lnTo>
                  <a:lnTo>
                    <a:pt x="8639" y="14905"/>
                  </a:lnTo>
                  <a:lnTo>
                    <a:pt x="8639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8"/>
            <p:cNvSpPr/>
            <p:nvPr/>
          </p:nvSpPr>
          <p:spPr>
            <a:xfrm>
              <a:off x="4672994" y="1583884"/>
              <a:ext cx="298834" cy="548408"/>
            </a:xfrm>
            <a:custGeom>
              <a:avLst/>
              <a:gdLst/>
              <a:ahLst/>
              <a:cxnLst/>
              <a:rect l="l" t="t" r="r" b="b"/>
              <a:pathLst>
                <a:path w="9324" h="17111" extrusionOk="0">
                  <a:moveTo>
                    <a:pt x="0" y="1"/>
                  </a:moveTo>
                  <a:lnTo>
                    <a:pt x="0" y="17110"/>
                  </a:lnTo>
                  <a:lnTo>
                    <a:pt x="9324" y="17110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8"/>
            <p:cNvSpPr/>
            <p:nvPr/>
          </p:nvSpPr>
          <p:spPr>
            <a:xfrm>
              <a:off x="4672994" y="2710057"/>
              <a:ext cx="298834" cy="477705"/>
            </a:xfrm>
            <a:custGeom>
              <a:avLst/>
              <a:gdLst/>
              <a:ahLst/>
              <a:cxnLst/>
              <a:rect l="l" t="t" r="r" b="b"/>
              <a:pathLst>
                <a:path w="9324" h="14905" extrusionOk="0">
                  <a:moveTo>
                    <a:pt x="0" y="1"/>
                  </a:moveTo>
                  <a:lnTo>
                    <a:pt x="0" y="14905"/>
                  </a:lnTo>
                  <a:lnTo>
                    <a:pt x="9324" y="14905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8"/>
            <p:cNvSpPr/>
            <p:nvPr/>
          </p:nvSpPr>
          <p:spPr>
            <a:xfrm>
              <a:off x="4672994" y="2170816"/>
              <a:ext cx="298834" cy="529626"/>
            </a:xfrm>
            <a:custGeom>
              <a:avLst/>
              <a:gdLst/>
              <a:ahLst/>
              <a:cxnLst/>
              <a:rect l="l" t="t" r="r" b="b"/>
              <a:pathLst>
                <a:path w="9324" h="16525" extrusionOk="0">
                  <a:moveTo>
                    <a:pt x="0" y="0"/>
                  </a:moveTo>
                  <a:lnTo>
                    <a:pt x="0" y="16525"/>
                  </a:lnTo>
                  <a:lnTo>
                    <a:pt x="9324" y="16525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28"/>
          <p:cNvGrpSpPr/>
          <p:nvPr/>
        </p:nvGrpSpPr>
        <p:grpSpPr>
          <a:xfrm>
            <a:off x="936909" y="340657"/>
            <a:ext cx="1206554" cy="2111005"/>
            <a:chOff x="4052859" y="1076757"/>
            <a:chExt cx="1206554" cy="2111005"/>
          </a:xfrm>
        </p:grpSpPr>
        <p:sp>
          <p:nvSpPr>
            <p:cNvPr id="773" name="Google Shape;773;p28"/>
            <p:cNvSpPr/>
            <p:nvPr/>
          </p:nvSpPr>
          <p:spPr>
            <a:xfrm>
              <a:off x="4052859" y="1583884"/>
              <a:ext cx="256015" cy="548408"/>
            </a:xfrm>
            <a:custGeom>
              <a:avLst/>
              <a:gdLst/>
              <a:ahLst/>
              <a:cxnLst/>
              <a:rect l="l" t="t" r="r" b="b"/>
              <a:pathLst>
                <a:path w="7988" h="17111" extrusionOk="0">
                  <a:moveTo>
                    <a:pt x="1" y="1"/>
                  </a:moveTo>
                  <a:lnTo>
                    <a:pt x="1" y="17110"/>
                  </a:lnTo>
                  <a:lnTo>
                    <a:pt x="7987" y="17110"/>
                  </a:lnTo>
                  <a:lnTo>
                    <a:pt x="798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8"/>
            <p:cNvSpPr/>
            <p:nvPr/>
          </p:nvSpPr>
          <p:spPr>
            <a:xfrm>
              <a:off x="4319547" y="2170816"/>
              <a:ext cx="314923" cy="529626"/>
            </a:xfrm>
            <a:custGeom>
              <a:avLst/>
              <a:gdLst/>
              <a:ahLst/>
              <a:cxnLst/>
              <a:rect l="l" t="t" r="r" b="b"/>
              <a:pathLst>
                <a:path w="9826" h="16525" extrusionOk="0">
                  <a:moveTo>
                    <a:pt x="1" y="0"/>
                  </a:moveTo>
                  <a:lnTo>
                    <a:pt x="1" y="16525"/>
                  </a:lnTo>
                  <a:lnTo>
                    <a:pt x="9825" y="16525"/>
                  </a:lnTo>
                  <a:lnTo>
                    <a:pt x="982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8"/>
            <p:cNvSpPr/>
            <p:nvPr/>
          </p:nvSpPr>
          <p:spPr>
            <a:xfrm>
              <a:off x="4672994" y="1076757"/>
              <a:ext cx="586419" cy="497512"/>
            </a:xfrm>
            <a:custGeom>
              <a:avLst/>
              <a:gdLst/>
              <a:ahLst/>
              <a:cxnLst/>
              <a:rect l="l" t="t" r="r" b="b"/>
              <a:pathLst>
                <a:path w="18297" h="15523" extrusionOk="0">
                  <a:moveTo>
                    <a:pt x="0" y="1"/>
                  </a:moveTo>
                  <a:lnTo>
                    <a:pt x="0" y="15523"/>
                  </a:lnTo>
                  <a:lnTo>
                    <a:pt x="9324" y="15523"/>
                  </a:lnTo>
                  <a:lnTo>
                    <a:pt x="9324" y="335"/>
                  </a:lnTo>
                  <a:lnTo>
                    <a:pt x="9658" y="335"/>
                  </a:lnTo>
                  <a:lnTo>
                    <a:pt x="9658" y="15523"/>
                  </a:lnTo>
                  <a:lnTo>
                    <a:pt x="18296" y="15523"/>
                  </a:lnTo>
                  <a:lnTo>
                    <a:pt x="1829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8"/>
            <p:cNvSpPr/>
            <p:nvPr/>
          </p:nvSpPr>
          <p:spPr>
            <a:xfrm>
              <a:off x="4052859" y="2170816"/>
              <a:ext cx="256015" cy="529626"/>
            </a:xfrm>
            <a:custGeom>
              <a:avLst/>
              <a:gdLst/>
              <a:ahLst/>
              <a:cxnLst/>
              <a:rect l="l" t="t" r="r" b="b"/>
              <a:pathLst>
                <a:path w="7988" h="16525" extrusionOk="0">
                  <a:moveTo>
                    <a:pt x="1" y="0"/>
                  </a:moveTo>
                  <a:lnTo>
                    <a:pt x="1" y="16525"/>
                  </a:lnTo>
                  <a:lnTo>
                    <a:pt x="7987" y="16525"/>
                  </a:lnTo>
                  <a:lnTo>
                    <a:pt x="798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8"/>
            <p:cNvSpPr/>
            <p:nvPr/>
          </p:nvSpPr>
          <p:spPr>
            <a:xfrm>
              <a:off x="4982501" y="2170816"/>
              <a:ext cx="276912" cy="529626"/>
            </a:xfrm>
            <a:custGeom>
              <a:avLst/>
              <a:gdLst/>
              <a:ahLst/>
              <a:cxnLst/>
              <a:rect l="l" t="t" r="r" b="b"/>
              <a:pathLst>
                <a:path w="8640" h="16525" extrusionOk="0">
                  <a:moveTo>
                    <a:pt x="1" y="0"/>
                  </a:moveTo>
                  <a:lnTo>
                    <a:pt x="1" y="16525"/>
                  </a:lnTo>
                  <a:lnTo>
                    <a:pt x="8639" y="16525"/>
                  </a:lnTo>
                  <a:lnTo>
                    <a:pt x="8639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8"/>
            <p:cNvSpPr/>
            <p:nvPr/>
          </p:nvSpPr>
          <p:spPr>
            <a:xfrm>
              <a:off x="4319547" y="1583884"/>
              <a:ext cx="314923" cy="548408"/>
            </a:xfrm>
            <a:custGeom>
              <a:avLst/>
              <a:gdLst/>
              <a:ahLst/>
              <a:cxnLst/>
              <a:rect l="l" t="t" r="r" b="b"/>
              <a:pathLst>
                <a:path w="9826" h="17111" extrusionOk="0">
                  <a:moveTo>
                    <a:pt x="1" y="1"/>
                  </a:moveTo>
                  <a:lnTo>
                    <a:pt x="1" y="17110"/>
                  </a:lnTo>
                  <a:lnTo>
                    <a:pt x="9825" y="17110"/>
                  </a:lnTo>
                  <a:lnTo>
                    <a:pt x="982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8"/>
            <p:cNvSpPr/>
            <p:nvPr/>
          </p:nvSpPr>
          <p:spPr>
            <a:xfrm>
              <a:off x="4982501" y="1583884"/>
              <a:ext cx="276912" cy="548408"/>
            </a:xfrm>
            <a:custGeom>
              <a:avLst/>
              <a:gdLst/>
              <a:ahLst/>
              <a:cxnLst/>
              <a:rect l="l" t="t" r="r" b="b"/>
              <a:pathLst>
                <a:path w="8640" h="17111" extrusionOk="0">
                  <a:moveTo>
                    <a:pt x="1" y="1"/>
                  </a:moveTo>
                  <a:lnTo>
                    <a:pt x="1" y="17110"/>
                  </a:lnTo>
                  <a:lnTo>
                    <a:pt x="8639" y="17110"/>
                  </a:lnTo>
                  <a:lnTo>
                    <a:pt x="8639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8"/>
            <p:cNvSpPr/>
            <p:nvPr/>
          </p:nvSpPr>
          <p:spPr>
            <a:xfrm>
              <a:off x="4052859" y="2710057"/>
              <a:ext cx="256015" cy="477705"/>
            </a:xfrm>
            <a:custGeom>
              <a:avLst/>
              <a:gdLst/>
              <a:ahLst/>
              <a:cxnLst/>
              <a:rect l="l" t="t" r="r" b="b"/>
              <a:pathLst>
                <a:path w="7988" h="14905" extrusionOk="0">
                  <a:moveTo>
                    <a:pt x="1" y="1"/>
                  </a:moveTo>
                  <a:lnTo>
                    <a:pt x="1" y="14905"/>
                  </a:lnTo>
                  <a:lnTo>
                    <a:pt x="7987" y="14905"/>
                  </a:lnTo>
                  <a:lnTo>
                    <a:pt x="798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8"/>
            <p:cNvSpPr/>
            <p:nvPr/>
          </p:nvSpPr>
          <p:spPr>
            <a:xfrm>
              <a:off x="4052859" y="1076757"/>
              <a:ext cx="581611" cy="497512"/>
            </a:xfrm>
            <a:custGeom>
              <a:avLst/>
              <a:gdLst/>
              <a:ahLst/>
              <a:cxnLst/>
              <a:rect l="l" t="t" r="r" b="b"/>
              <a:pathLst>
                <a:path w="18147" h="15523" extrusionOk="0">
                  <a:moveTo>
                    <a:pt x="1" y="1"/>
                  </a:moveTo>
                  <a:lnTo>
                    <a:pt x="1" y="15523"/>
                  </a:lnTo>
                  <a:lnTo>
                    <a:pt x="7987" y="15523"/>
                  </a:lnTo>
                  <a:lnTo>
                    <a:pt x="7987" y="335"/>
                  </a:lnTo>
                  <a:lnTo>
                    <a:pt x="8322" y="335"/>
                  </a:lnTo>
                  <a:lnTo>
                    <a:pt x="8322" y="15523"/>
                  </a:lnTo>
                  <a:lnTo>
                    <a:pt x="18146" y="15523"/>
                  </a:lnTo>
                  <a:lnTo>
                    <a:pt x="1814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8"/>
            <p:cNvSpPr/>
            <p:nvPr/>
          </p:nvSpPr>
          <p:spPr>
            <a:xfrm>
              <a:off x="4319547" y="2710057"/>
              <a:ext cx="314923" cy="477705"/>
            </a:xfrm>
            <a:custGeom>
              <a:avLst/>
              <a:gdLst/>
              <a:ahLst/>
              <a:cxnLst/>
              <a:rect l="l" t="t" r="r" b="b"/>
              <a:pathLst>
                <a:path w="9826" h="14905" extrusionOk="0">
                  <a:moveTo>
                    <a:pt x="1" y="1"/>
                  </a:moveTo>
                  <a:lnTo>
                    <a:pt x="1" y="14905"/>
                  </a:lnTo>
                  <a:lnTo>
                    <a:pt x="9825" y="14905"/>
                  </a:lnTo>
                  <a:lnTo>
                    <a:pt x="982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8"/>
            <p:cNvSpPr/>
            <p:nvPr/>
          </p:nvSpPr>
          <p:spPr>
            <a:xfrm>
              <a:off x="4982501" y="2710057"/>
              <a:ext cx="276912" cy="477705"/>
            </a:xfrm>
            <a:custGeom>
              <a:avLst/>
              <a:gdLst/>
              <a:ahLst/>
              <a:cxnLst/>
              <a:rect l="l" t="t" r="r" b="b"/>
              <a:pathLst>
                <a:path w="8640" h="14905" extrusionOk="0">
                  <a:moveTo>
                    <a:pt x="1" y="1"/>
                  </a:moveTo>
                  <a:lnTo>
                    <a:pt x="1" y="14905"/>
                  </a:lnTo>
                  <a:lnTo>
                    <a:pt x="8639" y="14905"/>
                  </a:lnTo>
                  <a:lnTo>
                    <a:pt x="8639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8"/>
            <p:cNvSpPr/>
            <p:nvPr/>
          </p:nvSpPr>
          <p:spPr>
            <a:xfrm>
              <a:off x="4672994" y="1583884"/>
              <a:ext cx="298834" cy="548408"/>
            </a:xfrm>
            <a:custGeom>
              <a:avLst/>
              <a:gdLst/>
              <a:ahLst/>
              <a:cxnLst/>
              <a:rect l="l" t="t" r="r" b="b"/>
              <a:pathLst>
                <a:path w="9324" h="17111" extrusionOk="0">
                  <a:moveTo>
                    <a:pt x="0" y="1"/>
                  </a:moveTo>
                  <a:lnTo>
                    <a:pt x="0" y="17110"/>
                  </a:lnTo>
                  <a:lnTo>
                    <a:pt x="9324" y="17110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8"/>
            <p:cNvSpPr/>
            <p:nvPr/>
          </p:nvSpPr>
          <p:spPr>
            <a:xfrm>
              <a:off x="4672994" y="2710057"/>
              <a:ext cx="298834" cy="477705"/>
            </a:xfrm>
            <a:custGeom>
              <a:avLst/>
              <a:gdLst/>
              <a:ahLst/>
              <a:cxnLst/>
              <a:rect l="l" t="t" r="r" b="b"/>
              <a:pathLst>
                <a:path w="9324" h="14905" extrusionOk="0">
                  <a:moveTo>
                    <a:pt x="0" y="1"/>
                  </a:moveTo>
                  <a:lnTo>
                    <a:pt x="0" y="14905"/>
                  </a:lnTo>
                  <a:lnTo>
                    <a:pt x="9324" y="14905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8"/>
            <p:cNvSpPr/>
            <p:nvPr/>
          </p:nvSpPr>
          <p:spPr>
            <a:xfrm>
              <a:off x="4672994" y="2170816"/>
              <a:ext cx="298834" cy="529626"/>
            </a:xfrm>
            <a:custGeom>
              <a:avLst/>
              <a:gdLst/>
              <a:ahLst/>
              <a:cxnLst/>
              <a:rect l="l" t="t" r="r" b="b"/>
              <a:pathLst>
                <a:path w="9324" h="16525" extrusionOk="0">
                  <a:moveTo>
                    <a:pt x="0" y="0"/>
                  </a:moveTo>
                  <a:lnTo>
                    <a:pt x="0" y="16525"/>
                  </a:lnTo>
                  <a:lnTo>
                    <a:pt x="9324" y="16525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7" name="Google Shape;787;p28"/>
          <p:cNvSpPr/>
          <p:nvPr/>
        </p:nvSpPr>
        <p:spPr>
          <a:xfrm>
            <a:off x="-731" y="4672701"/>
            <a:ext cx="9143833" cy="475558"/>
          </a:xfrm>
          <a:custGeom>
            <a:avLst/>
            <a:gdLst/>
            <a:ahLst/>
            <a:cxnLst/>
            <a:rect l="l" t="t" r="r" b="b"/>
            <a:pathLst>
              <a:path w="285299" h="14838" extrusionOk="0">
                <a:moveTo>
                  <a:pt x="0" y="1"/>
                </a:moveTo>
                <a:lnTo>
                  <a:pt x="0" y="14838"/>
                </a:lnTo>
                <a:lnTo>
                  <a:pt x="285299" y="14838"/>
                </a:lnTo>
                <a:lnTo>
                  <a:pt x="2852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28"/>
          <p:cNvSpPr txBox="1">
            <a:spLocks noGrp="1"/>
          </p:cNvSpPr>
          <p:nvPr>
            <p:ph type="title"/>
          </p:nvPr>
        </p:nvSpPr>
        <p:spPr>
          <a:xfrm>
            <a:off x="720000" y="188126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9" name="Google Shape;789;p28"/>
          <p:cNvSpPr txBox="1">
            <a:spLocks noGrp="1"/>
          </p:cNvSpPr>
          <p:nvPr>
            <p:ph type="subTitle" idx="1"/>
          </p:nvPr>
        </p:nvSpPr>
        <p:spPr>
          <a:xfrm>
            <a:off x="1404400" y="3583200"/>
            <a:ext cx="16956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90" name="Google Shape;790;p28"/>
          <p:cNvSpPr txBox="1">
            <a:spLocks noGrp="1"/>
          </p:cNvSpPr>
          <p:nvPr>
            <p:ph type="subTitle" idx="2"/>
          </p:nvPr>
        </p:nvSpPr>
        <p:spPr>
          <a:xfrm>
            <a:off x="1404400" y="3903600"/>
            <a:ext cx="1695600" cy="6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1" name="Google Shape;791;p28"/>
          <p:cNvSpPr txBox="1">
            <a:spLocks noGrp="1"/>
          </p:cNvSpPr>
          <p:nvPr>
            <p:ph type="subTitle" idx="3"/>
          </p:nvPr>
        </p:nvSpPr>
        <p:spPr>
          <a:xfrm>
            <a:off x="3724200" y="3583200"/>
            <a:ext cx="16956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92" name="Google Shape;792;p28"/>
          <p:cNvSpPr txBox="1">
            <a:spLocks noGrp="1"/>
          </p:cNvSpPr>
          <p:nvPr>
            <p:ph type="subTitle" idx="4"/>
          </p:nvPr>
        </p:nvSpPr>
        <p:spPr>
          <a:xfrm>
            <a:off x="3724200" y="3903600"/>
            <a:ext cx="1695600" cy="6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28"/>
          <p:cNvSpPr txBox="1">
            <a:spLocks noGrp="1"/>
          </p:cNvSpPr>
          <p:nvPr>
            <p:ph type="subTitle" idx="5"/>
          </p:nvPr>
        </p:nvSpPr>
        <p:spPr>
          <a:xfrm>
            <a:off x="6044000" y="3583200"/>
            <a:ext cx="16956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94" name="Google Shape;794;p28"/>
          <p:cNvSpPr txBox="1">
            <a:spLocks noGrp="1"/>
          </p:cNvSpPr>
          <p:nvPr>
            <p:ph type="subTitle" idx="6"/>
          </p:nvPr>
        </p:nvSpPr>
        <p:spPr>
          <a:xfrm>
            <a:off x="6044000" y="3903600"/>
            <a:ext cx="1695600" cy="6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4"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0"/>
          <p:cNvSpPr/>
          <p:nvPr/>
        </p:nvSpPr>
        <p:spPr>
          <a:xfrm>
            <a:off x="-731" y="4672701"/>
            <a:ext cx="9143833" cy="475558"/>
          </a:xfrm>
          <a:custGeom>
            <a:avLst/>
            <a:gdLst/>
            <a:ahLst/>
            <a:cxnLst/>
            <a:rect l="l" t="t" r="r" b="b"/>
            <a:pathLst>
              <a:path w="285299" h="14838" extrusionOk="0">
                <a:moveTo>
                  <a:pt x="0" y="1"/>
                </a:moveTo>
                <a:lnTo>
                  <a:pt x="0" y="14838"/>
                </a:lnTo>
                <a:lnTo>
                  <a:pt x="285299" y="14838"/>
                </a:lnTo>
                <a:lnTo>
                  <a:pt x="2852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3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006000" cy="12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7" name="Google Shape;807;p30"/>
          <p:cNvSpPr txBox="1">
            <a:spLocks noGrp="1"/>
          </p:cNvSpPr>
          <p:nvPr>
            <p:ph type="subTitle" idx="1"/>
          </p:nvPr>
        </p:nvSpPr>
        <p:spPr>
          <a:xfrm>
            <a:off x="720000" y="1767600"/>
            <a:ext cx="3006000" cy="90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08" name="Google Shape;808;p30"/>
          <p:cNvSpPr txBox="1"/>
          <p:nvPr/>
        </p:nvSpPr>
        <p:spPr>
          <a:xfrm>
            <a:off x="720000" y="3808800"/>
            <a:ext cx="30060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CREDITS: This presentation template was created by </a:t>
            </a:r>
            <a:r>
              <a:rPr lang="en" sz="800">
                <a:solidFill>
                  <a:schemeClr val="dk2"/>
                </a:solidFill>
                <a:uFill>
                  <a:noFill/>
                </a:uFill>
                <a:latin typeface="Josefin Sans"/>
                <a:ea typeface="Josefin Sans"/>
                <a:cs typeface="Josefin Sans"/>
                <a:sym typeface="Josefi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8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, including icons by </a:t>
            </a:r>
            <a:r>
              <a:rPr lang="en" sz="800">
                <a:solidFill>
                  <a:schemeClr val="dk2"/>
                </a:solidFill>
                <a:uFill>
                  <a:noFill/>
                </a:uFill>
                <a:latin typeface="Josefin Sans"/>
                <a:ea typeface="Josefin Sans"/>
                <a:cs typeface="Josefin Sans"/>
                <a:sym typeface="Josefi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8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, and infographics &amp; images by </a:t>
            </a:r>
            <a:r>
              <a:rPr lang="en" sz="800">
                <a:solidFill>
                  <a:schemeClr val="dk2"/>
                </a:solidFill>
                <a:uFill>
                  <a:noFill/>
                </a:uFill>
                <a:latin typeface="Josefin Sans"/>
                <a:ea typeface="Josefin Sans"/>
                <a:cs typeface="Josefin Sans"/>
                <a:sym typeface="Josefi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8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grpSp>
        <p:nvGrpSpPr>
          <p:cNvPr id="809" name="Google Shape;809;p30"/>
          <p:cNvGrpSpPr/>
          <p:nvPr/>
        </p:nvGrpSpPr>
        <p:grpSpPr>
          <a:xfrm>
            <a:off x="3856209" y="1076757"/>
            <a:ext cx="4958959" cy="3594952"/>
            <a:chOff x="3856209" y="1076757"/>
            <a:chExt cx="4958959" cy="3594952"/>
          </a:xfrm>
        </p:grpSpPr>
        <p:grpSp>
          <p:nvGrpSpPr>
            <p:cNvPr id="810" name="Google Shape;810;p30"/>
            <p:cNvGrpSpPr/>
            <p:nvPr/>
          </p:nvGrpSpPr>
          <p:grpSpPr>
            <a:xfrm>
              <a:off x="5651527" y="1451635"/>
              <a:ext cx="483570" cy="631930"/>
              <a:chOff x="8361052" y="1422160"/>
              <a:chExt cx="483570" cy="631930"/>
            </a:xfrm>
          </p:grpSpPr>
          <p:sp>
            <p:nvSpPr>
              <p:cNvPr id="811" name="Google Shape;811;p30"/>
              <p:cNvSpPr/>
              <p:nvPr/>
            </p:nvSpPr>
            <p:spPr>
              <a:xfrm>
                <a:off x="8361052" y="1422160"/>
                <a:ext cx="483570" cy="631930"/>
              </a:xfrm>
              <a:custGeom>
                <a:avLst/>
                <a:gdLst/>
                <a:ahLst/>
                <a:cxnLst/>
                <a:rect l="l" t="t" r="r" b="b"/>
                <a:pathLst>
                  <a:path w="15088" h="19717" extrusionOk="0">
                    <a:moveTo>
                      <a:pt x="14854" y="1"/>
                    </a:moveTo>
                    <a:lnTo>
                      <a:pt x="0" y="185"/>
                    </a:lnTo>
                    <a:lnTo>
                      <a:pt x="251" y="19533"/>
                    </a:lnTo>
                    <a:lnTo>
                      <a:pt x="15088" y="19717"/>
                    </a:lnTo>
                    <a:lnTo>
                      <a:pt x="148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30"/>
              <p:cNvSpPr/>
              <p:nvPr/>
            </p:nvSpPr>
            <p:spPr>
              <a:xfrm>
                <a:off x="8386756" y="1444659"/>
                <a:ext cx="423060" cy="576772"/>
              </a:xfrm>
              <a:custGeom>
                <a:avLst/>
                <a:gdLst/>
                <a:ahLst/>
                <a:cxnLst/>
                <a:rect l="l" t="t" r="r" b="b"/>
                <a:pathLst>
                  <a:path w="13200" h="17996" extrusionOk="0">
                    <a:moveTo>
                      <a:pt x="12983" y="1"/>
                    </a:moveTo>
                    <a:lnTo>
                      <a:pt x="0" y="151"/>
                    </a:lnTo>
                    <a:lnTo>
                      <a:pt x="217" y="17712"/>
                    </a:lnTo>
                    <a:lnTo>
                      <a:pt x="13200" y="17996"/>
                    </a:lnTo>
                    <a:lnTo>
                      <a:pt x="13200" y="17996"/>
                    </a:lnTo>
                    <a:lnTo>
                      <a:pt x="129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30"/>
              <p:cNvSpPr/>
              <p:nvPr/>
            </p:nvSpPr>
            <p:spPr>
              <a:xfrm>
                <a:off x="8457971" y="1540521"/>
                <a:ext cx="280630" cy="393093"/>
              </a:xfrm>
              <a:custGeom>
                <a:avLst/>
                <a:gdLst/>
                <a:ahLst/>
                <a:cxnLst/>
                <a:rect l="l" t="t" r="r" b="b"/>
                <a:pathLst>
                  <a:path w="8756" h="12265" extrusionOk="0">
                    <a:moveTo>
                      <a:pt x="0" y="0"/>
                    </a:moveTo>
                    <a:lnTo>
                      <a:pt x="151" y="12264"/>
                    </a:lnTo>
                    <a:lnTo>
                      <a:pt x="8756" y="12164"/>
                    </a:lnTo>
                    <a:lnTo>
                      <a:pt x="8622" y="2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30"/>
              <p:cNvSpPr/>
              <p:nvPr/>
            </p:nvSpPr>
            <p:spPr>
              <a:xfrm>
                <a:off x="8457971" y="1540521"/>
                <a:ext cx="278482" cy="393093"/>
              </a:xfrm>
              <a:custGeom>
                <a:avLst/>
                <a:gdLst/>
                <a:ahLst/>
                <a:cxnLst/>
                <a:rect l="l" t="t" r="r" b="b"/>
                <a:pathLst>
                  <a:path w="8689" h="12265" extrusionOk="0">
                    <a:moveTo>
                      <a:pt x="0" y="0"/>
                    </a:moveTo>
                    <a:lnTo>
                      <a:pt x="151" y="12264"/>
                    </a:lnTo>
                    <a:lnTo>
                      <a:pt x="8689" y="58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5" name="Google Shape;815;p30"/>
            <p:cNvGrpSpPr/>
            <p:nvPr/>
          </p:nvGrpSpPr>
          <p:grpSpPr>
            <a:xfrm>
              <a:off x="3856209" y="1076757"/>
              <a:ext cx="1206554" cy="2111005"/>
              <a:chOff x="4052859" y="1076757"/>
              <a:chExt cx="1206554" cy="2111005"/>
            </a:xfrm>
          </p:grpSpPr>
          <p:sp>
            <p:nvSpPr>
              <p:cNvPr id="816" name="Google Shape;816;p30"/>
              <p:cNvSpPr/>
              <p:nvPr/>
            </p:nvSpPr>
            <p:spPr>
              <a:xfrm>
                <a:off x="4052859" y="1583884"/>
                <a:ext cx="256015" cy="548408"/>
              </a:xfrm>
              <a:custGeom>
                <a:avLst/>
                <a:gdLst/>
                <a:ahLst/>
                <a:cxnLst/>
                <a:rect l="l" t="t" r="r" b="b"/>
                <a:pathLst>
                  <a:path w="7988" h="17111" extrusionOk="0">
                    <a:moveTo>
                      <a:pt x="1" y="1"/>
                    </a:moveTo>
                    <a:lnTo>
                      <a:pt x="1" y="17110"/>
                    </a:lnTo>
                    <a:lnTo>
                      <a:pt x="7987" y="17110"/>
                    </a:lnTo>
                    <a:lnTo>
                      <a:pt x="7987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30"/>
              <p:cNvSpPr/>
              <p:nvPr/>
            </p:nvSpPr>
            <p:spPr>
              <a:xfrm>
                <a:off x="4319547" y="2170816"/>
                <a:ext cx="314923" cy="529626"/>
              </a:xfrm>
              <a:custGeom>
                <a:avLst/>
                <a:gdLst/>
                <a:ahLst/>
                <a:cxnLst/>
                <a:rect l="l" t="t" r="r" b="b"/>
                <a:pathLst>
                  <a:path w="9826" h="16525" extrusionOk="0">
                    <a:moveTo>
                      <a:pt x="1" y="0"/>
                    </a:moveTo>
                    <a:lnTo>
                      <a:pt x="1" y="16525"/>
                    </a:lnTo>
                    <a:lnTo>
                      <a:pt x="9825" y="16525"/>
                    </a:lnTo>
                    <a:lnTo>
                      <a:pt x="9825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30"/>
              <p:cNvSpPr/>
              <p:nvPr/>
            </p:nvSpPr>
            <p:spPr>
              <a:xfrm>
                <a:off x="4672994" y="1076757"/>
                <a:ext cx="586419" cy="497512"/>
              </a:xfrm>
              <a:custGeom>
                <a:avLst/>
                <a:gdLst/>
                <a:ahLst/>
                <a:cxnLst/>
                <a:rect l="l" t="t" r="r" b="b"/>
                <a:pathLst>
                  <a:path w="18297" h="15523" extrusionOk="0">
                    <a:moveTo>
                      <a:pt x="0" y="1"/>
                    </a:moveTo>
                    <a:lnTo>
                      <a:pt x="0" y="15523"/>
                    </a:lnTo>
                    <a:lnTo>
                      <a:pt x="9324" y="15523"/>
                    </a:lnTo>
                    <a:lnTo>
                      <a:pt x="9324" y="335"/>
                    </a:lnTo>
                    <a:lnTo>
                      <a:pt x="9658" y="335"/>
                    </a:lnTo>
                    <a:lnTo>
                      <a:pt x="9658" y="15523"/>
                    </a:lnTo>
                    <a:lnTo>
                      <a:pt x="18296" y="15523"/>
                    </a:lnTo>
                    <a:lnTo>
                      <a:pt x="1829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30"/>
              <p:cNvSpPr/>
              <p:nvPr/>
            </p:nvSpPr>
            <p:spPr>
              <a:xfrm>
                <a:off x="4052859" y="2170816"/>
                <a:ext cx="256015" cy="529626"/>
              </a:xfrm>
              <a:custGeom>
                <a:avLst/>
                <a:gdLst/>
                <a:ahLst/>
                <a:cxnLst/>
                <a:rect l="l" t="t" r="r" b="b"/>
                <a:pathLst>
                  <a:path w="7988" h="16525" extrusionOk="0">
                    <a:moveTo>
                      <a:pt x="1" y="0"/>
                    </a:moveTo>
                    <a:lnTo>
                      <a:pt x="1" y="16525"/>
                    </a:lnTo>
                    <a:lnTo>
                      <a:pt x="7987" y="16525"/>
                    </a:lnTo>
                    <a:lnTo>
                      <a:pt x="7987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30"/>
              <p:cNvSpPr/>
              <p:nvPr/>
            </p:nvSpPr>
            <p:spPr>
              <a:xfrm>
                <a:off x="4982501" y="2170816"/>
                <a:ext cx="276912" cy="529626"/>
              </a:xfrm>
              <a:custGeom>
                <a:avLst/>
                <a:gdLst/>
                <a:ahLst/>
                <a:cxnLst/>
                <a:rect l="l" t="t" r="r" b="b"/>
                <a:pathLst>
                  <a:path w="8640" h="16525" extrusionOk="0">
                    <a:moveTo>
                      <a:pt x="1" y="0"/>
                    </a:moveTo>
                    <a:lnTo>
                      <a:pt x="1" y="16525"/>
                    </a:lnTo>
                    <a:lnTo>
                      <a:pt x="8639" y="16525"/>
                    </a:lnTo>
                    <a:lnTo>
                      <a:pt x="8639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30"/>
              <p:cNvSpPr/>
              <p:nvPr/>
            </p:nvSpPr>
            <p:spPr>
              <a:xfrm>
                <a:off x="4319547" y="1583884"/>
                <a:ext cx="314923" cy="548408"/>
              </a:xfrm>
              <a:custGeom>
                <a:avLst/>
                <a:gdLst/>
                <a:ahLst/>
                <a:cxnLst/>
                <a:rect l="l" t="t" r="r" b="b"/>
                <a:pathLst>
                  <a:path w="9826" h="17111" extrusionOk="0">
                    <a:moveTo>
                      <a:pt x="1" y="1"/>
                    </a:moveTo>
                    <a:lnTo>
                      <a:pt x="1" y="17110"/>
                    </a:lnTo>
                    <a:lnTo>
                      <a:pt x="9825" y="17110"/>
                    </a:lnTo>
                    <a:lnTo>
                      <a:pt x="982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30"/>
              <p:cNvSpPr/>
              <p:nvPr/>
            </p:nvSpPr>
            <p:spPr>
              <a:xfrm>
                <a:off x="4982501" y="1583884"/>
                <a:ext cx="276912" cy="548408"/>
              </a:xfrm>
              <a:custGeom>
                <a:avLst/>
                <a:gdLst/>
                <a:ahLst/>
                <a:cxnLst/>
                <a:rect l="l" t="t" r="r" b="b"/>
                <a:pathLst>
                  <a:path w="8640" h="17111" extrusionOk="0">
                    <a:moveTo>
                      <a:pt x="1" y="1"/>
                    </a:moveTo>
                    <a:lnTo>
                      <a:pt x="1" y="17110"/>
                    </a:lnTo>
                    <a:lnTo>
                      <a:pt x="8639" y="17110"/>
                    </a:lnTo>
                    <a:lnTo>
                      <a:pt x="8639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30"/>
              <p:cNvSpPr/>
              <p:nvPr/>
            </p:nvSpPr>
            <p:spPr>
              <a:xfrm>
                <a:off x="4052859" y="2710057"/>
                <a:ext cx="256015" cy="477705"/>
              </a:xfrm>
              <a:custGeom>
                <a:avLst/>
                <a:gdLst/>
                <a:ahLst/>
                <a:cxnLst/>
                <a:rect l="l" t="t" r="r" b="b"/>
                <a:pathLst>
                  <a:path w="7988" h="14905" extrusionOk="0">
                    <a:moveTo>
                      <a:pt x="1" y="1"/>
                    </a:moveTo>
                    <a:lnTo>
                      <a:pt x="1" y="14905"/>
                    </a:lnTo>
                    <a:lnTo>
                      <a:pt x="7987" y="14905"/>
                    </a:lnTo>
                    <a:lnTo>
                      <a:pt x="7987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30"/>
              <p:cNvSpPr/>
              <p:nvPr/>
            </p:nvSpPr>
            <p:spPr>
              <a:xfrm>
                <a:off x="4052859" y="1076757"/>
                <a:ext cx="581611" cy="497512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5523" extrusionOk="0">
                    <a:moveTo>
                      <a:pt x="1" y="1"/>
                    </a:moveTo>
                    <a:lnTo>
                      <a:pt x="1" y="15523"/>
                    </a:lnTo>
                    <a:lnTo>
                      <a:pt x="7987" y="15523"/>
                    </a:lnTo>
                    <a:lnTo>
                      <a:pt x="7987" y="335"/>
                    </a:lnTo>
                    <a:lnTo>
                      <a:pt x="8322" y="335"/>
                    </a:lnTo>
                    <a:lnTo>
                      <a:pt x="8322" y="15523"/>
                    </a:lnTo>
                    <a:lnTo>
                      <a:pt x="18146" y="15523"/>
                    </a:lnTo>
                    <a:lnTo>
                      <a:pt x="1814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30"/>
              <p:cNvSpPr/>
              <p:nvPr/>
            </p:nvSpPr>
            <p:spPr>
              <a:xfrm>
                <a:off x="4319547" y="2710057"/>
                <a:ext cx="314923" cy="477705"/>
              </a:xfrm>
              <a:custGeom>
                <a:avLst/>
                <a:gdLst/>
                <a:ahLst/>
                <a:cxnLst/>
                <a:rect l="l" t="t" r="r" b="b"/>
                <a:pathLst>
                  <a:path w="9826" h="14905" extrusionOk="0">
                    <a:moveTo>
                      <a:pt x="1" y="1"/>
                    </a:moveTo>
                    <a:lnTo>
                      <a:pt x="1" y="14905"/>
                    </a:lnTo>
                    <a:lnTo>
                      <a:pt x="9825" y="14905"/>
                    </a:lnTo>
                    <a:lnTo>
                      <a:pt x="982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30"/>
              <p:cNvSpPr/>
              <p:nvPr/>
            </p:nvSpPr>
            <p:spPr>
              <a:xfrm>
                <a:off x="4982501" y="2710057"/>
                <a:ext cx="276912" cy="477705"/>
              </a:xfrm>
              <a:custGeom>
                <a:avLst/>
                <a:gdLst/>
                <a:ahLst/>
                <a:cxnLst/>
                <a:rect l="l" t="t" r="r" b="b"/>
                <a:pathLst>
                  <a:path w="8640" h="14905" extrusionOk="0">
                    <a:moveTo>
                      <a:pt x="1" y="1"/>
                    </a:moveTo>
                    <a:lnTo>
                      <a:pt x="1" y="14905"/>
                    </a:lnTo>
                    <a:lnTo>
                      <a:pt x="8639" y="14905"/>
                    </a:lnTo>
                    <a:lnTo>
                      <a:pt x="8639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30"/>
              <p:cNvSpPr/>
              <p:nvPr/>
            </p:nvSpPr>
            <p:spPr>
              <a:xfrm>
                <a:off x="4672994" y="1583884"/>
                <a:ext cx="298834" cy="548408"/>
              </a:xfrm>
              <a:custGeom>
                <a:avLst/>
                <a:gdLst/>
                <a:ahLst/>
                <a:cxnLst/>
                <a:rect l="l" t="t" r="r" b="b"/>
                <a:pathLst>
                  <a:path w="9324" h="17111" extrusionOk="0">
                    <a:moveTo>
                      <a:pt x="0" y="1"/>
                    </a:moveTo>
                    <a:lnTo>
                      <a:pt x="0" y="17110"/>
                    </a:lnTo>
                    <a:lnTo>
                      <a:pt x="9324" y="17110"/>
                    </a:lnTo>
                    <a:lnTo>
                      <a:pt x="9324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30"/>
              <p:cNvSpPr/>
              <p:nvPr/>
            </p:nvSpPr>
            <p:spPr>
              <a:xfrm>
                <a:off x="4672994" y="2710057"/>
                <a:ext cx="298834" cy="477705"/>
              </a:xfrm>
              <a:custGeom>
                <a:avLst/>
                <a:gdLst/>
                <a:ahLst/>
                <a:cxnLst/>
                <a:rect l="l" t="t" r="r" b="b"/>
                <a:pathLst>
                  <a:path w="9324" h="14905" extrusionOk="0">
                    <a:moveTo>
                      <a:pt x="0" y="1"/>
                    </a:moveTo>
                    <a:lnTo>
                      <a:pt x="0" y="14905"/>
                    </a:lnTo>
                    <a:lnTo>
                      <a:pt x="9324" y="14905"/>
                    </a:lnTo>
                    <a:lnTo>
                      <a:pt x="9324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30"/>
              <p:cNvSpPr/>
              <p:nvPr/>
            </p:nvSpPr>
            <p:spPr>
              <a:xfrm>
                <a:off x="4672994" y="2170816"/>
                <a:ext cx="298834" cy="529626"/>
              </a:xfrm>
              <a:custGeom>
                <a:avLst/>
                <a:gdLst/>
                <a:ahLst/>
                <a:cxnLst/>
                <a:rect l="l" t="t" r="r" b="b"/>
                <a:pathLst>
                  <a:path w="9324" h="16525" extrusionOk="0">
                    <a:moveTo>
                      <a:pt x="0" y="0"/>
                    </a:moveTo>
                    <a:lnTo>
                      <a:pt x="0" y="16525"/>
                    </a:lnTo>
                    <a:lnTo>
                      <a:pt x="9324" y="16525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0" name="Google Shape;830;p30"/>
            <p:cNvGrpSpPr/>
            <p:nvPr/>
          </p:nvGrpSpPr>
          <p:grpSpPr>
            <a:xfrm>
              <a:off x="6809671" y="1076757"/>
              <a:ext cx="1206522" cy="2111005"/>
              <a:chOff x="6809671" y="1076757"/>
              <a:chExt cx="1206522" cy="2111005"/>
            </a:xfrm>
          </p:grpSpPr>
          <p:sp>
            <p:nvSpPr>
              <p:cNvPr id="831" name="Google Shape;831;p30"/>
              <p:cNvSpPr/>
              <p:nvPr/>
            </p:nvSpPr>
            <p:spPr>
              <a:xfrm>
                <a:off x="6809671" y="1583884"/>
                <a:ext cx="256528" cy="548408"/>
              </a:xfrm>
              <a:custGeom>
                <a:avLst/>
                <a:gdLst/>
                <a:ahLst/>
                <a:cxnLst/>
                <a:rect l="l" t="t" r="r" b="b"/>
                <a:pathLst>
                  <a:path w="8004" h="17111" extrusionOk="0">
                    <a:moveTo>
                      <a:pt x="0" y="1"/>
                    </a:moveTo>
                    <a:lnTo>
                      <a:pt x="0" y="17110"/>
                    </a:lnTo>
                    <a:lnTo>
                      <a:pt x="8004" y="17110"/>
                    </a:lnTo>
                    <a:lnTo>
                      <a:pt x="8004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30"/>
              <p:cNvSpPr/>
              <p:nvPr/>
            </p:nvSpPr>
            <p:spPr>
              <a:xfrm>
                <a:off x="7076872" y="2170816"/>
                <a:ext cx="314923" cy="529626"/>
              </a:xfrm>
              <a:custGeom>
                <a:avLst/>
                <a:gdLst/>
                <a:ahLst/>
                <a:cxnLst/>
                <a:rect l="l" t="t" r="r" b="b"/>
                <a:pathLst>
                  <a:path w="9826" h="16525" extrusionOk="0">
                    <a:moveTo>
                      <a:pt x="1" y="0"/>
                    </a:moveTo>
                    <a:lnTo>
                      <a:pt x="1" y="16525"/>
                    </a:lnTo>
                    <a:lnTo>
                      <a:pt x="9826" y="16525"/>
                    </a:lnTo>
                    <a:lnTo>
                      <a:pt x="982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30"/>
              <p:cNvSpPr/>
              <p:nvPr/>
            </p:nvSpPr>
            <p:spPr>
              <a:xfrm>
                <a:off x="7429775" y="1076757"/>
                <a:ext cx="586419" cy="497512"/>
              </a:xfrm>
              <a:custGeom>
                <a:avLst/>
                <a:gdLst/>
                <a:ahLst/>
                <a:cxnLst/>
                <a:rect l="l" t="t" r="r" b="b"/>
                <a:pathLst>
                  <a:path w="18297" h="15523" extrusionOk="0">
                    <a:moveTo>
                      <a:pt x="1" y="1"/>
                    </a:moveTo>
                    <a:lnTo>
                      <a:pt x="1" y="15523"/>
                    </a:lnTo>
                    <a:lnTo>
                      <a:pt x="9341" y="15523"/>
                    </a:lnTo>
                    <a:lnTo>
                      <a:pt x="9341" y="335"/>
                    </a:lnTo>
                    <a:lnTo>
                      <a:pt x="9658" y="335"/>
                    </a:lnTo>
                    <a:lnTo>
                      <a:pt x="9658" y="15523"/>
                    </a:lnTo>
                    <a:lnTo>
                      <a:pt x="18297" y="15523"/>
                    </a:lnTo>
                    <a:lnTo>
                      <a:pt x="18297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30"/>
              <p:cNvSpPr/>
              <p:nvPr/>
            </p:nvSpPr>
            <p:spPr>
              <a:xfrm>
                <a:off x="6809671" y="2170816"/>
                <a:ext cx="256528" cy="529626"/>
              </a:xfrm>
              <a:custGeom>
                <a:avLst/>
                <a:gdLst/>
                <a:ahLst/>
                <a:cxnLst/>
                <a:rect l="l" t="t" r="r" b="b"/>
                <a:pathLst>
                  <a:path w="8004" h="16525" extrusionOk="0">
                    <a:moveTo>
                      <a:pt x="0" y="0"/>
                    </a:moveTo>
                    <a:lnTo>
                      <a:pt x="0" y="16525"/>
                    </a:lnTo>
                    <a:lnTo>
                      <a:pt x="8004" y="16525"/>
                    </a:lnTo>
                    <a:lnTo>
                      <a:pt x="8004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30"/>
              <p:cNvSpPr/>
              <p:nvPr/>
            </p:nvSpPr>
            <p:spPr>
              <a:xfrm>
                <a:off x="7739314" y="2170816"/>
                <a:ext cx="276880" cy="529626"/>
              </a:xfrm>
              <a:custGeom>
                <a:avLst/>
                <a:gdLst/>
                <a:ahLst/>
                <a:cxnLst/>
                <a:rect l="l" t="t" r="r" b="b"/>
                <a:pathLst>
                  <a:path w="8639" h="16525" extrusionOk="0">
                    <a:moveTo>
                      <a:pt x="0" y="0"/>
                    </a:moveTo>
                    <a:lnTo>
                      <a:pt x="0" y="16525"/>
                    </a:lnTo>
                    <a:lnTo>
                      <a:pt x="8639" y="16525"/>
                    </a:lnTo>
                    <a:lnTo>
                      <a:pt x="8639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30"/>
              <p:cNvSpPr/>
              <p:nvPr/>
            </p:nvSpPr>
            <p:spPr>
              <a:xfrm>
                <a:off x="7076872" y="1583884"/>
                <a:ext cx="314923" cy="548408"/>
              </a:xfrm>
              <a:custGeom>
                <a:avLst/>
                <a:gdLst/>
                <a:ahLst/>
                <a:cxnLst/>
                <a:rect l="l" t="t" r="r" b="b"/>
                <a:pathLst>
                  <a:path w="9826" h="17111" extrusionOk="0">
                    <a:moveTo>
                      <a:pt x="1" y="1"/>
                    </a:moveTo>
                    <a:lnTo>
                      <a:pt x="1" y="17110"/>
                    </a:lnTo>
                    <a:lnTo>
                      <a:pt x="9826" y="17110"/>
                    </a:lnTo>
                    <a:lnTo>
                      <a:pt x="982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30"/>
              <p:cNvSpPr/>
              <p:nvPr/>
            </p:nvSpPr>
            <p:spPr>
              <a:xfrm>
                <a:off x="7739314" y="1583884"/>
                <a:ext cx="276880" cy="548408"/>
              </a:xfrm>
              <a:custGeom>
                <a:avLst/>
                <a:gdLst/>
                <a:ahLst/>
                <a:cxnLst/>
                <a:rect l="l" t="t" r="r" b="b"/>
                <a:pathLst>
                  <a:path w="8639" h="17111" extrusionOk="0">
                    <a:moveTo>
                      <a:pt x="0" y="1"/>
                    </a:moveTo>
                    <a:lnTo>
                      <a:pt x="0" y="17110"/>
                    </a:lnTo>
                    <a:lnTo>
                      <a:pt x="8639" y="17110"/>
                    </a:lnTo>
                    <a:lnTo>
                      <a:pt x="8639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30"/>
              <p:cNvSpPr/>
              <p:nvPr/>
            </p:nvSpPr>
            <p:spPr>
              <a:xfrm>
                <a:off x="6809671" y="2710057"/>
                <a:ext cx="256528" cy="477705"/>
              </a:xfrm>
              <a:custGeom>
                <a:avLst/>
                <a:gdLst/>
                <a:ahLst/>
                <a:cxnLst/>
                <a:rect l="l" t="t" r="r" b="b"/>
                <a:pathLst>
                  <a:path w="8004" h="14905" extrusionOk="0">
                    <a:moveTo>
                      <a:pt x="0" y="1"/>
                    </a:moveTo>
                    <a:lnTo>
                      <a:pt x="0" y="14905"/>
                    </a:lnTo>
                    <a:lnTo>
                      <a:pt x="8004" y="14905"/>
                    </a:lnTo>
                    <a:lnTo>
                      <a:pt x="8004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30"/>
              <p:cNvSpPr/>
              <p:nvPr/>
            </p:nvSpPr>
            <p:spPr>
              <a:xfrm>
                <a:off x="6809671" y="1076757"/>
                <a:ext cx="582124" cy="497512"/>
              </a:xfrm>
              <a:custGeom>
                <a:avLst/>
                <a:gdLst/>
                <a:ahLst/>
                <a:cxnLst/>
                <a:rect l="l" t="t" r="r" b="b"/>
                <a:pathLst>
                  <a:path w="18163" h="15523" extrusionOk="0">
                    <a:moveTo>
                      <a:pt x="0" y="1"/>
                    </a:moveTo>
                    <a:lnTo>
                      <a:pt x="0" y="15523"/>
                    </a:lnTo>
                    <a:lnTo>
                      <a:pt x="8004" y="15523"/>
                    </a:lnTo>
                    <a:lnTo>
                      <a:pt x="8004" y="335"/>
                    </a:lnTo>
                    <a:lnTo>
                      <a:pt x="8338" y="335"/>
                    </a:lnTo>
                    <a:lnTo>
                      <a:pt x="8338" y="15523"/>
                    </a:lnTo>
                    <a:lnTo>
                      <a:pt x="18163" y="15523"/>
                    </a:lnTo>
                    <a:lnTo>
                      <a:pt x="1816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30"/>
              <p:cNvSpPr/>
              <p:nvPr/>
            </p:nvSpPr>
            <p:spPr>
              <a:xfrm>
                <a:off x="7076872" y="2710057"/>
                <a:ext cx="314923" cy="477705"/>
              </a:xfrm>
              <a:custGeom>
                <a:avLst/>
                <a:gdLst/>
                <a:ahLst/>
                <a:cxnLst/>
                <a:rect l="l" t="t" r="r" b="b"/>
                <a:pathLst>
                  <a:path w="9826" h="14905" extrusionOk="0">
                    <a:moveTo>
                      <a:pt x="1" y="1"/>
                    </a:moveTo>
                    <a:lnTo>
                      <a:pt x="1" y="14905"/>
                    </a:lnTo>
                    <a:lnTo>
                      <a:pt x="9826" y="14905"/>
                    </a:lnTo>
                    <a:lnTo>
                      <a:pt x="982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30"/>
              <p:cNvSpPr/>
              <p:nvPr/>
            </p:nvSpPr>
            <p:spPr>
              <a:xfrm>
                <a:off x="7739314" y="2710057"/>
                <a:ext cx="276880" cy="477705"/>
              </a:xfrm>
              <a:custGeom>
                <a:avLst/>
                <a:gdLst/>
                <a:ahLst/>
                <a:cxnLst/>
                <a:rect l="l" t="t" r="r" b="b"/>
                <a:pathLst>
                  <a:path w="8639" h="14905" extrusionOk="0">
                    <a:moveTo>
                      <a:pt x="0" y="1"/>
                    </a:moveTo>
                    <a:lnTo>
                      <a:pt x="0" y="14905"/>
                    </a:lnTo>
                    <a:lnTo>
                      <a:pt x="8639" y="14905"/>
                    </a:lnTo>
                    <a:lnTo>
                      <a:pt x="8639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30"/>
              <p:cNvSpPr/>
              <p:nvPr/>
            </p:nvSpPr>
            <p:spPr>
              <a:xfrm>
                <a:off x="7429775" y="1583884"/>
                <a:ext cx="299379" cy="548408"/>
              </a:xfrm>
              <a:custGeom>
                <a:avLst/>
                <a:gdLst/>
                <a:ahLst/>
                <a:cxnLst/>
                <a:rect l="l" t="t" r="r" b="b"/>
                <a:pathLst>
                  <a:path w="9341" h="17111" extrusionOk="0">
                    <a:moveTo>
                      <a:pt x="1" y="1"/>
                    </a:moveTo>
                    <a:lnTo>
                      <a:pt x="1" y="17110"/>
                    </a:lnTo>
                    <a:lnTo>
                      <a:pt x="9341" y="17110"/>
                    </a:lnTo>
                    <a:lnTo>
                      <a:pt x="934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30"/>
              <p:cNvSpPr/>
              <p:nvPr/>
            </p:nvSpPr>
            <p:spPr>
              <a:xfrm>
                <a:off x="7429775" y="2710057"/>
                <a:ext cx="299379" cy="477705"/>
              </a:xfrm>
              <a:custGeom>
                <a:avLst/>
                <a:gdLst/>
                <a:ahLst/>
                <a:cxnLst/>
                <a:rect l="l" t="t" r="r" b="b"/>
                <a:pathLst>
                  <a:path w="9341" h="14905" extrusionOk="0">
                    <a:moveTo>
                      <a:pt x="1" y="1"/>
                    </a:moveTo>
                    <a:lnTo>
                      <a:pt x="1" y="14905"/>
                    </a:lnTo>
                    <a:lnTo>
                      <a:pt x="9341" y="14905"/>
                    </a:lnTo>
                    <a:lnTo>
                      <a:pt x="934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30"/>
              <p:cNvSpPr/>
              <p:nvPr/>
            </p:nvSpPr>
            <p:spPr>
              <a:xfrm>
                <a:off x="7429775" y="2170816"/>
                <a:ext cx="299379" cy="529626"/>
              </a:xfrm>
              <a:custGeom>
                <a:avLst/>
                <a:gdLst/>
                <a:ahLst/>
                <a:cxnLst/>
                <a:rect l="l" t="t" r="r" b="b"/>
                <a:pathLst>
                  <a:path w="9341" h="16525" extrusionOk="0">
                    <a:moveTo>
                      <a:pt x="1" y="0"/>
                    </a:moveTo>
                    <a:lnTo>
                      <a:pt x="1" y="16525"/>
                    </a:lnTo>
                    <a:lnTo>
                      <a:pt x="9341" y="16525"/>
                    </a:lnTo>
                    <a:lnTo>
                      <a:pt x="9341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5" name="Google Shape;845;p30"/>
            <p:cNvGrpSpPr/>
            <p:nvPr/>
          </p:nvGrpSpPr>
          <p:grpSpPr>
            <a:xfrm>
              <a:off x="8191828" y="3210069"/>
              <a:ext cx="623340" cy="1461640"/>
              <a:chOff x="8191828" y="3210069"/>
              <a:chExt cx="623340" cy="1461640"/>
            </a:xfrm>
          </p:grpSpPr>
          <p:sp>
            <p:nvSpPr>
              <p:cNvPr id="846" name="Google Shape;846;p30"/>
              <p:cNvSpPr/>
              <p:nvPr/>
            </p:nvSpPr>
            <p:spPr>
              <a:xfrm>
                <a:off x="8376019" y="3210069"/>
                <a:ext cx="439149" cy="1076207"/>
              </a:xfrm>
              <a:custGeom>
                <a:avLst/>
                <a:gdLst/>
                <a:ahLst/>
                <a:cxnLst/>
                <a:rect l="l" t="t" r="r" b="b"/>
                <a:pathLst>
                  <a:path w="13702" h="33579" extrusionOk="0">
                    <a:moveTo>
                      <a:pt x="5041" y="0"/>
                    </a:moveTo>
                    <a:cubicBezTo>
                      <a:pt x="4864" y="0"/>
                      <a:pt x="4682" y="7"/>
                      <a:pt x="4496" y="22"/>
                    </a:cubicBezTo>
                    <a:cubicBezTo>
                      <a:pt x="2557" y="340"/>
                      <a:pt x="1689" y="2729"/>
                      <a:pt x="1856" y="4684"/>
                    </a:cubicBezTo>
                    <a:cubicBezTo>
                      <a:pt x="2023" y="6639"/>
                      <a:pt x="2841" y="8560"/>
                      <a:pt x="2624" y="10515"/>
                    </a:cubicBezTo>
                    <a:cubicBezTo>
                      <a:pt x="2340" y="13005"/>
                      <a:pt x="469" y="15093"/>
                      <a:pt x="252" y="17583"/>
                    </a:cubicBezTo>
                    <a:cubicBezTo>
                      <a:pt x="1" y="20524"/>
                      <a:pt x="2073" y="23130"/>
                      <a:pt x="2691" y="26004"/>
                    </a:cubicBezTo>
                    <a:cubicBezTo>
                      <a:pt x="2992" y="27407"/>
                      <a:pt x="2942" y="28895"/>
                      <a:pt x="3476" y="30231"/>
                    </a:cubicBezTo>
                    <a:cubicBezTo>
                      <a:pt x="4244" y="32224"/>
                      <a:pt x="6355" y="33578"/>
                      <a:pt x="8473" y="33578"/>
                    </a:cubicBezTo>
                    <a:cubicBezTo>
                      <a:pt x="8752" y="33578"/>
                      <a:pt x="9031" y="33555"/>
                      <a:pt x="9308" y="33506"/>
                    </a:cubicBezTo>
                    <a:cubicBezTo>
                      <a:pt x="11697" y="33072"/>
                      <a:pt x="13602" y="30833"/>
                      <a:pt x="13652" y="28410"/>
                    </a:cubicBezTo>
                    <a:cubicBezTo>
                      <a:pt x="13702" y="26154"/>
                      <a:pt x="12315" y="24032"/>
                      <a:pt x="12482" y="21777"/>
                    </a:cubicBezTo>
                    <a:cubicBezTo>
                      <a:pt x="12599" y="20123"/>
                      <a:pt x="13568" y="18552"/>
                      <a:pt x="13368" y="16898"/>
                    </a:cubicBezTo>
                    <a:cubicBezTo>
                      <a:pt x="13117" y="14926"/>
                      <a:pt x="11296" y="13523"/>
                      <a:pt x="10661" y="11651"/>
                    </a:cubicBezTo>
                    <a:cubicBezTo>
                      <a:pt x="10009" y="9780"/>
                      <a:pt x="10628" y="7708"/>
                      <a:pt x="10410" y="5737"/>
                    </a:cubicBezTo>
                    <a:cubicBezTo>
                      <a:pt x="10030" y="2396"/>
                      <a:pt x="8255" y="0"/>
                      <a:pt x="50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30"/>
              <p:cNvSpPr/>
              <p:nvPr/>
            </p:nvSpPr>
            <p:spPr>
              <a:xfrm>
                <a:off x="8191828" y="3759663"/>
                <a:ext cx="378639" cy="528056"/>
              </a:xfrm>
              <a:custGeom>
                <a:avLst/>
                <a:gdLst/>
                <a:ahLst/>
                <a:cxnLst/>
                <a:rect l="l" t="t" r="r" b="b"/>
                <a:pathLst>
                  <a:path w="11814" h="16476" extrusionOk="0">
                    <a:moveTo>
                      <a:pt x="334" y="0"/>
                    </a:moveTo>
                    <a:lnTo>
                      <a:pt x="334" y="0"/>
                    </a:lnTo>
                    <a:cubicBezTo>
                      <a:pt x="0" y="3275"/>
                      <a:pt x="1454" y="7118"/>
                      <a:pt x="3125" y="9959"/>
                    </a:cubicBezTo>
                    <a:cubicBezTo>
                      <a:pt x="4829" y="12799"/>
                      <a:pt x="7402" y="15038"/>
                      <a:pt x="10460" y="16325"/>
                    </a:cubicBezTo>
                    <a:cubicBezTo>
                      <a:pt x="10665" y="16403"/>
                      <a:pt x="10893" y="16475"/>
                      <a:pt x="11107" y="16475"/>
                    </a:cubicBezTo>
                    <a:cubicBezTo>
                      <a:pt x="11259" y="16475"/>
                      <a:pt x="11404" y="16439"/>
                      <a:pt x="11529" y="16341"/>
                    </a:cubicBezTo>
                    <a:cubicBezTo>
                      <a:pt x="11763" y="16158"/>
                      <a:pt x="11780" y="15807"/>
                      <a:pt x="11796" y="15506"/>
                    </a:cubicBezTo>
                    <a:cubicBezTo>
                      <a:pt x="11813" y="12064"/>
                      <a:pt x="10610" y="8672"/>
                      <a:pt x="8639" y="5848"/>
                    </a:cubicBezTo>
                    <a:cubicBezTo>
                      <a:pt x="6767" y="3142"/>
                      <a:pt x="4996" y="1538"/>
                      <a:pt x="33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30"/>
              <p:cNvSpPr/>
              <p:nvPr/>
            </p:nvSpPr>
            <p:spPr>
              <a:xfrm>
                <a:off x="8336405" y="3948694"/>
                <a:ext cx="323481" cy="553760"/>
              </a:xfrm>
              <a:custGeom>
                <a:avLst/>
                <a:gdLst/>
                <a:ahLst/>
                <a:cxnLst/>
                <a:rect l="l" t="t" r="r" b="b"/>
                <a:pathLst>
                  <a:path w="10093" h="17278" extrusionOk="0">
                    <a:moveTo>
                      <a:pt x="1" y="1"/>
                    </a:moveTo>
                    <a:cubicBezTo>
                      <a:pt x="34" y="67"/>
                      <a:pt x="67" y="118"/>
                      <a:pt x="101" y="168"/>
                    </a:cubicBezTo>
                    <a:lnTo>
                      <a:pt x="468" y="635"/>
                    </a:lnTo>
                    <a:cubicBezTo>
                      <a:pt x="769" y="1036"/>
                      <a:pt x="1220" y="1638"/>
                      <a:pt x="1755" y="2356"/>
                    </a:cubicBezTo>
                    <a:cubicBezTo>
                      <a:pt x="4545" y="6183"/>
                      <a:pt x="6951" y="10276"/>
                      <a:pt x="8889" y="14587"/>
                    </a:cubicBezTo>
                    <a:cubicBezTo>
                      <a:pt x="9274" y="15406"/>
                      <a:pt x="9558" y="16091"/>
                      <a:pt x="9758" y="16559"/>
                    </a:cubicBezTo>
                    <a:cubicBezTo>
                      <a:pt x="9859" y="16776"/>
                      <a:pt x="9925" y="16943"/>
                      <a:pt x="9992" y="17093"/>
                    </a:cubicBezTo>
                    <a:cubicBezTo>
                      <a:pt x="10026" y="17160"/>
                      <a:pt x="10042" y="17210"/>
                      <a:pt x="10092" y="17277"/>
                    </a:cubicBezTo>
                    <a:cubicBezTo>
                      <a:pt x="10076" y="17194"/>
                      <a:pt x="10059" y="17143"/>
                      <a:pt x="10026" y="17077"/>
                    </a:cubicBezTo>
                    <a:cubicBezTo>
                      <a:pt x="9976" y="16926"/>
                      <a:pt x="9909" y="16742"/>
                      <a:pt x="9825" y="16525"/>
                    </a:cubicBezTo>
                    <a:cubicBezTo>
                      <a:pt x="9658" y="16041"/>
                      <a:pt x="9374" y="15372"/>
                      <a:pt x="9006" y="14537"/>
                    </a:cubicBezTo>
                    <a:cubicBezTo>
                      <a:pt x="7118" y="10176"/>
                      <a:pt x="4729" y="6066"/>
                      <a:pt x="1855" y="2290"/>
                    </a:cubicBezTo>
                    <a:cubicBezTo>
                      <a:pt x="1304" y="1554"/>
                      <a:pt x="853" y="986"/>
                      <a:pt x="518" y="602"/>
                    </a:cubicBezTo>
                    <a:lnTo>
                      <a:pt x="134" y="151"/>
                    </a:lnTo>
                    <a:cubicBezTo>
                      <a:pt x="101" y="101"/>
                      <a:pt x="51" y="51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30"/>
              <p:cNvSpPr/>
              <p:nvPr/>
            </p:nvSpPr>
            <p:spPr>
              <a:xfrm>
                <a:off x="8591844" y="3501532"/>
                <a:ext cx="70190" cy="992332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0962" extrusionOk="0">
                    <a:moveTo>
                      <a:pt x="1" y="1"/>
                    </a:moveTo>
                    <a:cubicBezTo>
                      <a:pt x="1" y="101"/>
                      <a:pt x="1" y="201"/>
                      <a:pt x="1" y="302"/>
                    </a:cubicBezTo>
                    <a:cubicBezTo>
                      <a:pt x="17" y="536"/>
                      <a:pt x="17" y="836"/>
                      <a:pt x="34" y="1221"/>
                    </a:cubicBezTo>
                    <a:cubicBezTo>
                      <a:pt x="67" y="2023"/>
                      <a:pt x="134" y="3142"/>
                      <a:pt x="184" y="4529"/>
                    </a:cubicBezTo>
                    <a:cubicBezTo>
                      <a:pt x="335" y="7336"/>
                      <a:pt x="569" y="11212"/>
                      <a:pt x="869" y="15490"/>
                    </a:cubicBezTo>
                    <a:cubicBezTo>
                      <a:pt x="1170" y="19767"/>
                      <a:pt x="1488" y="23627"/>
                      <a:pt x="1738" y="26434"/>
                    </a:cubicBezTo>
                    <a:cubicBezTo>
                      <a:pt x="1872" y="27821"/>
                      <a:pt x="1972" y="28940"/>
                      <a:pt x="2039" y="29742"/>
                    </a:cubicBezTo>
                    <a:cubicBezTo>
                      <a:pt x="2089" y="30126"/>
                      <a:pt x="2122" y="30427"/>
                      <a:pt x="2139" y="30644"/>
                    </a:cubicBezTo>
                    <a:cubicBezTo>
                      <a:pt x="2156" y="30745"/>
                      <a:pt x="2173" y="30862"/>
                      <a:pt x="2189" y="30962"/>
                    </a:cubicBezTo>
                    <a:cubicBezTo>
                      <a:pt x="2189" y="30845"/>
                      <a:pt x="2189" y="30745"/>
                      <a:pt x="2173" y="30644"/>
                    </a:cubicBezTo>
                    <a:cubicBezTo>
                      <a:pt x="2173" y="30410"/>
                      <a:pt x="2139" y="30110"/>
                      <a:pt x="2122" y="29742"/>
                    </a:cubicBezTo>
                    <a:cubicBezTo>
                      <a:pt x="2056" y="28940"/>
                      <a:pt x="1972" y="27804"/>
                      <a:pt x="1872" y="26417"/>
                    </a:cubicBezTo>
                    <a:cubicBezTo>
                      <a:pt x="1655" y="23627"/>
                      <a:pt x="1354" y="19750"/>
                      <a:pt x="1053" y="15473"/>
                    </a:cubicBezTo>
                    <a:cubicBezTo>
                      <a:pt x="752" y="11196"/>
                      <a:pt x="502" y="7336"/>
                      <a:pt x="318" y="4529"/>
                    </a:cubicBezTo>
                    <a:cubicBezTo>
                      <a:pt x="234" y="3142"/>
                      <a:pt x="168" y="2006"/>
                      <a:pt x="117" y="1204"/>
                    </a:cubicBezTo>
                    <a:cubicBezTo>
                      <a:pt x="84" y="836"/>
                      <a:pt x="67" y="536"/>
                      <a:pt x="51" y="302"/>
                    </a:cubicBezTo>
                    <a:cubicBezTo>
                      <a:pt x="34" y="201"/>
                      <a:pt x="34" y="101"/>
                      <a:pt x="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30"/>
              <p:cNvSpPr/>
              <p:nvPr/>
            </p:nvSpPr>
            <p:spPr>
              <a:xfrm>
                <a:off x="8495437" y="4352459"/>
                <a:ext cx="262970" cy="319250"/>
              </a:xfrm>
              <a:custGeom>
                <a:avLst/>
                <a:gdLst/>
                <a:ahLst/>
                <a:cxnLst/>
                <a:rect l="l" t="t" r="r" b="b"/>
                <a:pathLst>
                  <a:path w="8205" h="9961" extrusionOk="0">
                    <a:moveTo>
                      <a:pt x="1" y="1"/>
                    </a:moveTo>
                    <a:lnTo>
                      <a:pt x="335" y="6233"/>
                    </a:lnTo>
                    <a:cubicBezTo>
                      <a:pt x="450" y="8340"/>
                      <a:pt x="2187" y="9960"/>
                      <a:pt x="4283" y="9960"/>
                    </a:cubicBezTo>
                    <a:cubicBezTo>
                      <a:pt x="4315" y="9960"/>
                      <a:pt x="4347" y="9960"/>
                      <a:pt x="4379" y="9959"/>
                    </a:cubicBezTo>
                    <a:cubicBezTo>
                      <a:pt x="6501" y="9909"/>
                      <a:pt x="8205" y="8155"/>
                      <a:pt x="8205" y="6033"/>
                    </a:cubicBezTo>
                    <a:lnTo>
                      <a:pt x="820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5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1"/>
          <p:cNvSpPr/>
          <p:nvPr/>
        </p:nvSpPr>
        <p:spPr>
          <a:xfrm>
            <a:off x="-731" y="4672701"/>
            <a:ext cx="9143833" cy="475558"/>
          </a:xfrm>
          <a:custGeom>
            <a:avLst/>
            <a:gdLst/>
            <a:ahLst/>
            <a:cxnLst/>
            <a:rect l="l" t="t" r="r" b="b"/>
            <a:pathLst>
              <a:path w="285299" h="14838" extrusionOk="0">
                <a:moveTo>
                  <a:pt x="0" y="1"/>
                </a:moveTo>
                <a:lnTo>
                  <a:pt x="0" y="14838"/>
                </a:lnTo>
                <a:lnTo>
                  <a:pt x="285299" y="14838"/>
                </a:lnTo>
                <a:lnTo>
                  <a:pt x="28529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ans"/>
              <a:buChar char="●"/>
              <a:defRPr sz="11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lvl="1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ans"/>
              <a:buChar char="○"/>
              <a:defRPr sz="11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lvl="2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ans"/>
              <a:buChar char="■"/>
              <a:defRPr sz="11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lvl="3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ans"/>
              <a:buChar char="●"/>
              <a:defRPr sz="11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lvl="4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ans"/>
              <a:buChar char="○"/>
              <a:defRPr sz="11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lvl="5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ans"/>
              <a:buChar char="■"/>
              <a:defRPr sz="11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lvl="6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ans"/>
              <a:buChar char="●"/>
              <a:defRPr sz="11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lvl="7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Josefin Sans"/>
              <a:buChar char="○"/>
              <a:defRPr sz="11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lvl="8" indent="-29845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Josefin Sans"/>
              <a:buChar char="■"/>
              <a:defRPr sz="11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8" r:id="rId10"/>
    <p:sldLayoutId id="2147483673" r:id="rId11"/>
    <p:sldLayoutId id="2147483674" r:id="rId12"/>
    <p:sldLayoutId id="2147483676" r:id="rId13"/>
    <p:sldLayoutId id="214748367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rwGtzysg8ds9zl85nyKt5VEHMt13JV-ntsMprVdMdfA/copy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34"/>
          <p:cNvSpPr txBox="1">
            <a:spLocks noGrp="1"/>
          </p:cNvSpPr>
          <p:nvPr>
            <p:ph type="ctrTitle"/>
          </p:nvPr>
        </p:nvSpPr>
        <p:spPr>
          <a:xfrm>
            <a:off x="142283" y="1524073"/>
            <a:ext cx="4548818" cy="9078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Quicken Loans</a:t>
            </a:r>
            <a:endParaRPr dirty="0"/>
          </a:p>
        </p:txBody>
      </p:sp>
      <p:sp>
        <p:nvSpPr>
          <p:cNvPr id="862" name="Google Shape;862;p34"/>
          <p:cNvSpPr txBox="1">
            <a:spLocks noGrp="1"/>
          </p:cNvSpPr>
          <p:nvPr>
            <p:ph type="subTitle" idx="1"/>
          </p:nvPr>
        </p:nvSpPr>
        <p:spPr>
          <a:xfrm>
            <a:off x="720000" y="2824325"/>
            <a:ext cx="33450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Data Science Case Study</a:t>
            </a:r>
            <a:endParaRPr sz="18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/>
              <a:t>- Srishti Singh</a:t>
            </a:r>
            <a:endParaRPr sz="1800" b="1" dirty="0"/>
          </a:p>
        </p:txBody>
      </p:sp>
      <p:grpSp>
        <p:nvGrpSpPr>
          <p:cNvPr id="863" name="Google Shape;863;p34"/>
          <p:cNvGrpSpPr/>
          <p:nvPr/>
        </p:nvGrpSpPr>
        <p:grpSpPr>
          <a:xfrm>
            <a:off x="3551078" y="894499"/>
            <a:ext cx="5591283" cy="3790746"/>
            <a:chOff x="3551078" y="894499"/>
            <a:chExt cx="5591283" cy="3790746"/>
          </a:xfrm>
        </p:grpSpPr>
        <p:sp>
          <p:nvSpPr>
            <p:cNvPr id="864" name="Google Shape;864;p34"/>
            <p:cNvSpPr/>
            <p:nvPr/>
          </p:nvSpPr>
          <p:spPr>
            <a:xfrm>
              <a:off x="7439416" y="1150995"/>
              <a:ext cx="1702945" cy="1120308"/>
            </a:xfrm>
            <a:custGeom>
              <a:avLst/>
              <a:gdLst/>
              <a:ahLst/>
              <a:cxnLst/>
              <a:rect l="l" t="t" r="r" b="b"/>
              <a:pathLst>
                <a:path w="53134" h="34955" extrusionOk="0">
                  <a:moveTo>
                    <a:pt x="3626" y="1"/>
                  </a:moveTo>
                  <a:lnTo>
                    <a:pt x="0" y="34955"/>
                  </a:lnTo>
                  <a:lnTo>
                    <a:pt x="49074" y="34955"/>
                  </a:lnTo>
                  <a:lnTo>
                    <a:pt x="5313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4"/>
            <p:cNvSpPr/>
            <p:nvPr/>
          </p:nvSpPr>
          <p:spPr>
            <a:xfrm>
              <a:off x="7610788" y="1330924"/>
              <a:ext cx="80349" cy="752438"/>
            </a:xfrm>
            <a:custGeom>
              <a:avLst/>
              <a:gdLst/>
              <a:ahLst/>
              <a:cxnLst/>
              <a:rect l="l" t="t" r="r" b="b"/>
              <a:pathLst>
                <a:path w="2507" h="23477" extrusionOk="0">
                  <a:moveTo>
                    <a:pt x="2473" y="1"/>
                  </a:moveTo>
                  <a:lnTo>
                    <a:pt x="2473" y="1"/>
                  </a:lnTo>
                  <a:cubicBezTo>
                    <a:pt x="2423" y="1"/>
                    <a:pt x="1855" y="5247"/>
                    <a:pt x="1187" y="11730"/>
                  </a:cubicBezTo>
                  <a:cubicBezTo>
                    <a:pt x="518" y="18213"/>
                    <a:pt x="0" y="23476"/>
                    <a:pt x="50" y="23476"/>
                  </a:cubicBezTo>
                  <a:cubicBezTo>
                    <a:pt x="84" y="23476"/>
                    <a:pt x="669" y="18230"/>
                    <a:pt x="1337" y="11747"/>
                  </a:cubicBezTo>
                  <a:cubicBezTo>
                    <a:pt x="2005" y="5264"/>
                    <a:pt x="2507" y="17"/>
                    <a:pt x="24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4"/>
            <p:cNvSpPr/>
            <p:nvPr/>
          </p:nvSpPr>
          <p:spPr>
            <a:xfrm>
              <a:off x="7740911" y="1366275"/>
              <a:ext cx="158007" cy="4840"/>
            </a:xfrm>
            <a:custGeom>
              <a:avLst/>
              <a:gdLst/>
              <a:ahLst/>
              <a:cxnLst/>
              <a:rect l="l" t="t" r="r" b="b"/>
              <a:pathLst>
                <a:path w="4930" h="151" extrusionOk="0">
                  <a:moveTo>
                    <a:pt x="2457" y="0"/>
                  </a:moveTo>
                  <a:cubicBezTo>
                    <a:pt x="1103" y="0"/>
                    <a:pt x="0" y="34"/>
                    <a:pt x="0" y="67"/>
                  </a:cubicBezTo>
                  <a:cubicBezTo>
                    <a:pt x="0" y="117"/>
                    <a:pt x="1103" y="151"/>
                    <a:pt x="2457" y="151"/>
                  </a:cubicBezTo>
                  <a:cubicBezTo>
                    <a:pt x="3827" y="151"/>
                    <a:pt x="4929" y="117"/>
                    <a:pt x="4929" y="67"/>
                  </a:cubicBezTo>
                  <a:cubicBezTo>
                    <a:pt x="4929" y="34"/>
                    <a:pt x="3827" y="0"/>
                    <a:pt x="24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4"/>
            <p:cNvSpPr/>
            <p:nvPr/>
          </p:nvSpPr>
          <p:spPr>
            <a:xfrm>
              <a:off x="7941736" y="1366275"/>
              <a:ext cx="628693" cy="4840"/>
            </a:xfrm>
            <a:custGeom>
              <a:avLst/>
              <a:gdLst/>
              <a:ahLst/>
              <a:cxnLst/>
              <a:rect l="l" t="t" r="r" b="b"/>
              <a:pathLst>
                <a:path w="19616" h="151" extrusionOk="0">
                  <a:moveTo>
                    <a:pt x="9808" y="0"/>
                  </a:moveTo>
                  <a:cubicBezTo>
                    <a:pt x="4394" y="0"/>
                    <a:pt x="0" y="34"/>
                    <a:pt x="0" y="67"/>
                  </a:cubicBezTo>
                  <a:cubicBezTo>
                    <a:pt x="0" y="117"/>
                    <a:pt x="4394" y="151"/>
                    <a:pt x="9808" y="151"/>
                  </a:cubicBezTo>
                  <a:cubicBezTo>
                    <a:pt x="15222" y="151"/>
                    <a:pt x="19616" y="117"/>
                    <a:pt x="19616" y="67"/>
                  </a:cubicBezTo>
                  <a:cubicBezTo>
                    <a:pt x="19616" y="34"/>
                    <a:pt x="15238" y="0"/>
                    <a:pt x="98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4"/>
            <p:cNvSpPr/>
            <p:nvPr/>
          </p:nvSpPr>
          <p:spPr>
            <a:xfrm>
              <a:off x="7722161" y="1764144"/>
              <a:ext cx="158007" cy="5384"/>
            </a:xfrm>
            <a:custGeom>
              <a:avLst/>
              <a:gdLst/>
              <a:ahLst/>
              <a:cxnLst/>
              <a:rect l="l" t="t" r="r" b="b"/>
              <a:pathLst>
                <a:path w="4930" h="168" extrusionOk="0">
                  <a:moveTo>
                    <a:pt x="2473" y="1"/>
                  </a:moveTo>
                  <a:cubicBezTo>
                    <a:pt x="1103" y="1"/>
                    <a:pt x="1" y="34"/>
                    <a:pt x="1" y="84"/>
                  </a:cubicBezTo>
                  <a:cubicBezTo>
                    <a:pt x="1" y="118"/>
                    <a:pt x="1103" y="168"/>
                    <a:pt x="2473" y="168"/>
                  </a:cubicBezTo>
                  <a:cubicBezTo>
                    <a:pt x="3827" y="168"/>
                    <a:pt x="4930" y="118"/>
                    <a:pt x="4930" y="84"/>
                  </a:cubicBezTo>
                  <a:cubicBezTo>
                    <a:pt x="4930" y="34"/>
                    <a:pt x="3827" y="1"/>
                    <a:pt x="24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4"/>
            <p:cNvSpPr/>
            <p:nvPr/>
          </p:nvSpPr>
          <p:spPr>
            <a:xfrm>
              <a:off x="7922987" y="1764144"/>
              <a:ext cx="629238" cy="5384"/>
            </a:xfrm>
            <a:custGeom>
              <a:avLst/>
              <a:gdLst/>
              <a:ahLst/>
              <a:cxnLst/>
              <a:rect l="l" t="t" r="r" b="b"/>
              <a:pathLst>
                <a:path w="19633" h="168" extrusionOk="0">
                  <a:moveTo>
                    <a:pt x="9808" y="1"/>
                  </a:moveTo>
                  <a:cubicBezTo>
                    <a:pt x="4395" y="1"/>
                    <a:pt x="0" y="34"/>
                    <a:pt x="0" y="84"/>
                  </a:cubicBezTo>
                  <a:cubicBezTo>
                    <a:pt x="0" y="118"/>
                    <a:pt x="4395" y="168"/>
                    <a:pt x="9808" y="168"/>
                  </a:cubicBezTo>
                  <a:cubicBezTo>
                    <a:pt x="15239" y="168"/>
                    <a:pt x="19633" y="118"/>
                    <a:pt x="19633" y="84"/>
                  </a:cubicBezTo>
                  <a:cubicBezTo>
                    <a:pt x="19633" y="34"/>
                    <a:pt x="15239" y="1"/>
                    <a:pt x="98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4"/>
            <p:cNvSpPr/>
            <p:nvPr/>
          </p:nvSpPr>
          <p:spPr>
            <a:xfrm>
              <a:off x="7708764" y="1947822"/>
              <a:ext cx="629270" cy="4872"/>
            </a:xfrm>
            <a:custGeom>
              <a:avLst/>
              <a:gdLst/>
              <a:ahLst/>
              <a:cxnLst/>
              <a:rect l="l" t="t" r="r" b="b"/>
              <a:pathLst>
                <a:path w="19634" h="152" extrusionOk="0">
                  <a:moveTo>
                    <a:pt x="9809" y="1"/>
                  </a:moveTo>
                  <a:cubicBezTo>
                    <a:pt x="4395" y="1"/>
                    <a:pt x="1" y="34"/>
                    <a:pt x="1" y="84"/>
                  </a:cubicBezTo>
                  <a:cubicBezTo>
                    <a:pt x="1" y="118"/>
                    <a:pt x="4395" y="151"/>
                    <a:pt x="9809" y="151"/>
                  </a:cubicBezTo>
                  <a:cubicBezTo>
                    <a:pt x="15239" y="151"/>
                    <a:pt x="19633" y="118"/>
                    <a:pt x="19633" y="84"/>
                  </a:cubicBezTo>
                  <a:cubicBezTo>
                    <a:pt x="19633" y="34"/>
                    <a:pt x="15239" y="1"/>
                    <a:pt x="98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4"/>
            <p:cNvSpPr/>
            <p:nvPr/>
          </p:nvSpPr>
          <p:spPr>
            <a:xfrm>
              <a:off x="7746263" y="1478194"/>
              <a:ext cx="222267" cy="5384"/>
            </a:xfrm>
            <a:custGeom>
              <a:avLst/>
              <a:gdLst/>
              <a:ahLst/>
              <a:cxnLst/>
              <a:rect l="l" t="t" r="r" b="b"/>
              <a:pathLst>
                <a:path w="6935" h="168" extrusionOk="0">
                  <a:moveTo>
                    <a:pt x="3459" y="0"/>
                  </a:moveTo>
                  <a:cubicBezTo>
                    <a:pt x="1554" y="0"/>
                    <a:pt x="1" y="51"/>
                    <a:pt x="1" y="84"/>
                  </a:cubicBezTo>
                  <a:cubicBezTo>
                    <a:pt x="1" y="134"/>
                    <a:pt x="1554" y="168"/>
                    <a:pt x="3459" y="168"/>
                  </a:cubicBezTo>
                  <a:cubicBezTo>
                    <a:pt x="5381" y="168"/>
                    <a:pt x="6935" y="134"/>
                    <a:pt x="6935" y="84"/>
                  </a:cubicBezTo>
                  <a:cubicBezTo>
                    <a:pt x="6935" y="51"/>
                    <a:pt x="5381" y="0"/>
                    <a:pt x="345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4"/>
            <p:cNvSpPr/>
            <p:nvPr/>
          </p:nvSpPr>
          <p:spPr>
            <a:xfrm>
              <a:off x="7740366" y="1643123"/>
              <a:ext cx="222267" cy="5384"/>
            </a:xfrm>
            <a:custGeom>
              <a:avLst/>
              <a:gdLst/>
              <a:ahLst/>
              <a:cxnLst/>
              <a:rect l="l" t="t" r="r" b="b"/>
              <a:pathLst>
                <a:path w="6935" h="168" extrusionOk="0">
                  <a:moveTo>
                    <a:pt x="3476" y="1"/>
                  </a:moveTo>
                  <a:cubicBezTo>
                    <a:pt x="1555" y="1"/>
                    <a:pt x="1" y="34"/>
                    <a:pt x="1" y="84"/>
                  </a:cubicBezTo>
                  <a:cubicBezTo>
                    <a:pt x="1" y="134"/>
                    <a:pt x="1555" y="168"/>
                    <a:pt x="3476" y="168"/>
                  </a:cubicBezTo>
                  <a:cubicBezTo>
                    <a:pt x="5381" y="168"/>
                    <a:pt x="6935" y="134"/>
                    <a:pt x="6935" y="84"/>
                  </a:cubicBezTo>
                  <a:cubicBezTo>
                    <a:pt x="6935" y="34"/>
                    <a:pt x="5381" y="1"/>
                    <a:pt x="34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4"/>
            <p:cNvSpPr/>
            <p:nvPr/>
          </p:nvSpPr>
          <p:spPr>
            <a:xfrm>
              <a:off x="7928339" y="1878755"/>
              <a:ext cx="222267" cy="5384"/>
            </a:xfrm>
            <a:custGeom>
              <a:avLst/>
              <a:gdLst/>
              <a:ahLst/>
              <a:cxnLst/>
              <a:rect l="l" t="t" r="r" b="b"/>
              <a:pathLst>
                <a:path w="6935" h="168" extrusionOk="0">
                  <a:moveTo>
                    <a:pt x="3459" y="0"/>
                  </a:moveTo>
                  <a:cubicBezTo>
                    <a:pt x="1554" y="0"/>
                    <a:pt x="0" y="34"/>
                    <a:pt x="0" y="84"/>
                  </a:cubicBezTo>
                  <a:cubicBezTo>
                    <a:pt x="0" y="117"/>
                    <a:pt x="1554" y="167"/>
                    <a:pt x="3459" y="167"/>
                  </a:cubicBezTo>
                  <a:cubicBezTo>
                    <a:pt x="5381" y="167"/>
                    <a:pt x="6934" y="117"/>
                    <a:pt x="6934" y="84"/>
                  </a:cubicBezTo>
                  <a:cubicBezTo>
                    <a:pt x="6934" y="34"/>
                    <a:pt x="5381" y="0"/>
                    <a:pt x="345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4"/>
            <p:cNvSpPr/>
            <p:nvPr/>
          </p:nvSpPr>
          <p:spPr>
            <a:xfrm>
              <a:off x="8208937" y="1478194"/>
              <a:ext cx="567670" cy="5384"/>
            </a:xfrm>
            <a:custGeom>
              <a:avLst/>
              <a:gdLst/>
              <a:ahLst/>
              <a:cxnLst/>
              <a:rect l="l" t="t" r="r" b="b"/>
              <a:pathLst>
                <a:path w="17712" h="168" extrusionOk="0">
                  <a:moveTo>
                    <a:pt x="8856" y="0"/>
                  </a:moveTo>
                  <a:cubicBezTo>
                    <a:pt x="3961" y="0"/>
                    <a:pt x="1" y="51"/>
                    <a:pt x="1" y="84"/>
                  </a:cubicBezTo>
                  <a:cubicBezTo>
                    <a:pt x="1" y="134"/>
                    <a:pt x="3961" y="168"/>
                    <a:pt x="8856" y="168"/>
                  </a:cubicBezTo>
                  <a:cubicBezTo>
                    <a:pt x="13752" y="168"/>
                    <a:pt x="17712" y="134"/>
                    <a:pt x="17712" y="84"/>
                  </a:cubicBezTo>
                  <a:cubicBezTo>
                    <a:pt x="17712" y="51"/>
                    <a:pt x="13752" y="0"/>
                    <a:pt x="88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4"/>
            <p:cNvSpPr/>
            <p:nvPr/>
          </p:nvSpPr>
          <p:spPr>
            <a:xfrm>
              <a:off x="8033848" y="1652770"/>
              <a:ext cx="567670" cy="5384"/>
            </a:xfrm>
            <a:custGeom>
              <a:avLst/>
              <a:gdLst/>
              <a:ahLst/>
              <a:cxnLst/>
              <a:rect l="l" t="t" r="r" b="b"/>
              <a:pathLst>
                <a:path w="17712" h="168" extrusionOk="0">
                  <a:moveTo>
                    <a:pt x="8856" y="0"/>
                  </a:moveTo>
                  <a:cubicBezTo>
                    <a:pt x="3960" y="0"/>
                    <a:pt x="0" y="34"/>
                    <a:pt x="0" y="84"/>
                  </a:cubicBezTo>
                  <a:cubicBezTo>
                    <a:pt x="0" y="117"/>
                    <a:pt x="3960" y="167"/>
                    <a:pt x="8856" y="167"/>
                  </a:cubicBezTo>
                  <a:cubicBezTo>
                    <a:pt x="13751" y="167"/>
                    <a:pt x="17711" y="117"/>
                    <a:pt x="17711" y="84"/>
                  </a:cubicBezTo>
                  <a:cubicBezTo>
                    <a:pt x="17711" y="34"/>
                    <a:pt x="13751" y="0"/>
                    <a:pt x="88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4"/>
            <p:cNvSpPr/>
            <p:nvPr/>
          </p:nvSpPr>
          <p:spPr>
            <a:xfrm>
              <a:off x="8229288" y="1878755"/>
              <a:ext cx="567670" cy="5384"/>
            </a:xfrm>
            <a:custGeom>
              <a:avLst/>
              <a:gdLst/>
              <a:ahLst/>
              <a:cxnLst/>
              <a:rect l="l" t="t" r="r" b="b"/>
              <a:pathLst>
                <a:path w="17712" h="168" extrusionOk="0">
                  <a:moveTo>
                    <a:pt x="8856" y="0"/>
                  </a:moveTo>
                  <a:cubicBezTo>
                    <a:pt x="3961" y="0"/>
                    <a:pt x="1" y="34"/>
                    <a:pt x="1" y="84"/>
                  </a:cubicBezTo>
                  <a:cubicBezTo>
                    <a:pt x="1" y="117"/>
                    <a:pt x="3961" y="167"/>
                    <a:pt x="8856" y="167"/>
                  </a:cubicBezTo>
                  <a:cubicBezTo>
                    <a:pt x="13735" y="167"/>
                    <a:pt x="17712" y="117"/>
                    <a:pt x="17712" y="84"/>
                  </a:cubicBezTo>
                  <a:cubicBezTo>
                    <a:pt x="17712" y="34"/>
                    <a:pt x="13735" y="0"/>
                    <a:pt x="88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7710912" y="2080637"/>
              <a:ext cx="567670" cy="5384"/>
            </a:xfrm>
            <a:custGeom>
              <a:avLst/>
              <a:gdLst/>
              <a:ahLst/>
              <a:cxnLst/>
              <a:rect l="l" t="t" r="r" b="b"/>
              <a:pathLst>
                <a:path w="17712" h="168" extrusionOk="0">
                  <a:moveTo>
                    <a:pt x="8856" y="1"/>
                  </a:moveTo>
                  <a:cubicBezTo>
                    <a:pt x="3961" y="1"/>
                    <a:pt x="1" y="34"/>
                    <a:pt x="1" y="84"/>
                  </a:cubicBezTo>
                  <a:cubicBezTo>
                    <a:pt x="1" y="117"/>
                    <a:pt x="3961" y="168"/>
                    <a:pt x="8856" y="168"/>
                  </a:cubicBezTo>
                  <a:cubicBezTo>
                    <a:pt x="13752" y="168"/>
                    <a:pt x="17712" y="117"/>
                    <a:pt x="17712" y="84"/>
                  </a:cubicBezTo>
                  <a:cubicBezTo>
                    <a:pt x="17712" y="34"/>
                    <a:pt x="13752" y="1"/>
                    <a:pt x="88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8338547" y="2080637"/>
              <a:ext cx="567670" cy="5384"/>
            </a:xfrm>
            <a:custGeom>
              <a:avLst/>
              <a:gdLst/>
              <a:ahLst/>
              <a:cxnLst/>
              <a:rect l="l" t="t" r="r" b="b"/>
              <a:pathLst>
                <a:path w="17712" h="168" extrusionOk="0">
                  <a:moveTo>
                    <a:pt x="8856" y="1"/>
                  </a:moveTo>
                  <a:cubicBezTo>
                    <a:pt x="3960" y="1"/>
                    <a:pt x="0" y="34"/>
                    <a:pt x="0" y="84"/>
                  </a:cubicBezTo>
                  <a:cubicBezTo>
                    <a:pt x="0" y="117"/>
                    <a:pt x="3960" y="168"/>
                    <a:pt x="8856" y="168"/>
                  </a:cubicBezTo>
                  <a:cubicBezTo>
                    <a:pt x="13751" y="168"/>
                    <a:pt x="17711" y="117"/>
                    <a:pt x="17711" y="84"/>
                  </a:cubicBezTo>
                  <a:cubicBezTo>
                    <a:pt x="17711" y="34"/>
                    <a:pt x="13751" y="1"/>
                    <a:pt x="88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7710912" y="2146500"/>
              <a:ext cx="567670" cy="4872"/>
            </a:xfrm>
            <a:custGeom>
              <a:avLst/>
              <a:gdLst/>
              <a:ahLst/>
              <a:cxnLst/>
              <a:rect l="l" t="t" r="r" b="b"/>
              <a:pathLst>
                <a:path w="17712" h="152" extrusionOk="0">
                  <a:moveTo>
                    <a:pt x="8856" y="1"/>
                  </a:moveTo>
                  <a:cubicBezTo>
                    <a:pt x="3961" y="1"/>
                    <a:pt x="1" y="34"/>
                    <a:pt x="1" y="84"/>
                  </a:cubicBezTo>
                  <a:cubicBezTo>
                    <a:pt x="1" y="118"/>
                    <a:pt x="3961" y="151"/>
                    <a:pt x="8856" y="151"/>
                  </a:cubicBezTo>
                  <a:cubicBezTo>
                    <a:pt x="13735" y="151"/>
                    <a:pt x="17712" y="118"/>
                    <a:pt x="17712" y="84"/>
                  </a:cubicBezTo>
                  <a:cubicBezTo>
                    <a:pt x="17712" y="34"/>
                    <a:pt x="13752" y="1"/>
                    <a:pt x="88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7738218" y="1525852"/>
              <a:ext cx="567670" cy="4840"/>
            </a:xfrm>
            <a:custGeom>
              <a:avLst/>
              <a:gdLst/>
              <a:ahLst/>
              <a:cxnLst/>
              <a:rect l="l" t="t" r="r" b="b"/>
              <a:pathLst>
                <a:path w="17712" h="151" extrusionOk="0">
                  <a:moveTo>
                    <a:pt x="8856" y="0"/>
                  </a:moveTo>
                  <a:cubicBezTo>
                    <a:pt x="3978" y="0"/>
                    <a:pt x="1" y="34"/>
                    <a:pt x="1" y="84"/>
                  </a:cubicBezTo>
                  <a:cubicBezTo>
                    <a:pt x="1" y="117"/>
                    <a:pt x="3978" y="151"/>
                    <a:pt x="8856" y="151"/>
                  </a:cubicBezTo>
                  <a:cubicBezTo>
                    <a:pt x="13752" y="151"/>
                    <a:pt x="17712" y="117"/>
                    <a:pt x="17712" y="84"/>
                  </a:cubicBezTo>
                  <a:cubicBezTo>
                    <a:pt x="17712" y="34"/>
                    <a:pt x="13752" y="0"/>
                    <a:pt x="88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4"/>
            <p:cNvSpPr/>
            <p:nvPr/>
          </p:nvSpPr>
          <p:spPr>
            <a:xfrm>
              <a:off x="8008656" y="1479251"/>
              <a:ext cx="146244" cy="4872"/>
            </a:xfrm>
            <a:custGeom>
              <a:avLst/>
              <a:gdLst/>
              <a:ahLst/>
              <a:cxnLst/>
              <a:rect l="l" t="t" r="r" b="b"/>
              <a:pathLst>
                <a:path w="4563" h="152" extrusionOk="0">
                  <a:moveTo>
                    <a:pt x="2273" y="1"/>
                  </a:moveTo>
                  <a:cubicBezTo>
                    <a:pt x="1020" y="1"/>
                    <a:pt x="1" y="34"/>
                    <a:pt x="1" y="68"/>
                  </a:cubicBezTo>
                  <a:cubicBezTo>
                    <a:pt x="1" y="118"/>
                    <a:pt x="1020" y="151"/>
                    <a:pt x="2273" y="151"/>
                  </a:cubicBezTo>
                  <a:cubicBezTo>
                    <a:pt x="3543" y="151"/>
                    <a:pt x="4562" y="118"/>
                    <a:pt x="4562" y="68"/>
                  </a:cubicBezTo>
                  <a:cubicBezTo>
                    <a:pt x="4562" y="34"/>
                    <a:pt x="3543" y="1"/>
                    <a:pt x="22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4"/>
            <p:cNvSpPr/>
            <p:nvPr/>
          </p:nvSpPr>
          <p:spPr>
            <a:xfrm>
              <a:off x="7715206" y="1818244"/>
              <a:ext cx="146212" cy="5384"/>
            </a:xfrm>
            <a:custGeom>
              <a:avLst/>
              <a:gdLst/>
              <a:ahLst/>
              <a:cxnLst/>
              <a:rect l="l" t="t" r="r" b="b"/>
              <a:pathLst>
                <a:path w="4562" h="168" extrusionOk="0">
                  <a:moveTo>
                    <a:pt x="2289" y="0"/>
                  </a:moveTo>
                  <a:cubicBezTo>
                    <a:pt x="1020" y="0"/>
                    <a:pt x="0" y="34"/>
                    <a:pt x="0" y="84"/>
                  </a:cubicBezTo>
                  <a:cubicBezTo>
                    <a:pt x="0" y="134"/>
                    <a:pt x="1020" y="167"/>
                    <a:pt x="2289" y="167"/>
                  </a:cubicBezTo>
                  <a:cubicBezTo>
                    <a:pt x="3543" y="167"/>
                    <a:pt x="4562" y="134"/>
                    <a:pt x="4562" y="84"/>
                  </a:cubicBezTo>
                  <a:cubicBezTo>
                    <a:pt x="4562" y="34"/>
                    <a:pt x="3543" y="0"/>
                    <a:pt x="22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4"/>
            <p:cNvSpPr/>
            <p:nvPr/>
          </p:nvSpPr>
          <p:spPr>
            <a:xfrm>
              <a:off x="7712001" y="1878755"/>
              <a:ext cx="146212" cy="5384"/>
            </a:xfrm>
            <a:custGeom>
              <a:avLst/>
              <a:gdLst/>
              <a:ahLst/>
              <a:cxnLst/>
              <a:rect l="l" t="t" r="r" b="b"/>
              <a:pathLst>
                <a:path w="4562" h="168" extrusionOk="0">
                  <a:moveTo>
                    <a:pt x="2273" y="0"/>
                  </a:moveTo>
                  <a:cubicBezTo>
                    <a:pt x="1019" y="0"/>
                    <a:pt x="0" y="34"/>
                    <a:pt x="0" y="84"/>
                  </a:cubicBezTo>
                  <a:cubicBezTo>
                    <a:pt x="0" y="117"/>
                    <a:pt x="1019" y="167"/>
                    <a:pt x="2273" y="167"/>
                  </a:cubicBezTo>
                  <a:cubicBezTo>
                    <a:pt x="3542" y="167"/>
                    <a:pt x="4562" y="117"/>
                    <a:pt x="4562" y="84"/>
                  </a:cubicBezTo>
                  <a:cubicBezTo>
                    <a:pt x="4562" y="34"/>
                    <a:pt x="3542" y="0"/>
                    <a:pt x="22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4"/>
            <p:cNvSpPr/>
            <p:nvPr/>
          </p:nvSpPr>
          <p:spPr>
            <a:xfrm>
              <a:off x="7544380" y="1266664"/>
              <a:ext cx="1580321" cy="5384"/>
            </a:xfrm>
            <a:custGeom>
              <a:avLst/>
              <a:gdLst/>
              <a:ahLst/>
              <a:cxnLst/>
              <a:rect l="l" t="t" r="r" b="b"/>
              <a:pathLst>
                <a:path w="49308" h="168" extrusionOk="0">
                  <a:moveTo>
                    <a:pt x="24662" y="1"/>
                  </a:moveTo>
                  <a:cubicBezTo>
                    <a:pt x="11045" y="1"/>
                    <a:pt x="0" y="34"/>
                    <a:pt x="0" y="84"/>
                  </a:cubicBezTo>
                  <a:cubicBezTo>
                    <a:pt x="0" y="118"/>
                    <a:pt x="11045" y="168"/>
                    <a:pt x="24662" y="168"/>
                  </a:cubicBezTo>
                  <a:cubicBezTo>
                    <a:pt x="38280" y="168"/>
                    <a:pt x="49307" y="118"/>
                    <a:pt x="49307" y="84"/>
                  </a:cubicBezTo>
                  <a:cubicBezTo>
                    <a:pt x="49307" y="34"/>
                    <a:pt x="38280" y="1"/>
                    <a:pt x="246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4"/>
            <p:cNvSpPr/>
            <p:nvPr/>
          </p:nvSpPr>
          <p:spPr>
            <a:xfrm>
              <a:off x="7625787" y="1197051"/>
              <a:ext cx="43941" cy="37627"/>
            </a:xfrm>
            <a:custGeom>
              <a:avLst/>
              <a:gdLst/>
              <a:ahLst/>
              <a:cxnLst/>
              <a:rect l="l" t="t" r="r" b="b"/>
              <a:pathLst>
                <a:path w="1371" h="1174" extrusionOk="0">
                  <a:moveTo>
                    <a:pt x="785" y="0"/>
                  </a:moveTo>
                  <a:cubicBezTo>
                    <a:pt x="267" y="0"/>
                    <a:pt x="0" y="635"/>
                    <a:pt x="384" y="1003"/>
                  </a:cubicBezTo>
                  <a:cubicBezTo>
                    <a:pt x="502" y="1121"/>
                    <a:pt x="646" y="1173"/>
                    <a:pt x="787" y="1173"/>
                  </a:cubicBezTo>
                  <a:cubicBezTo>
                    <a:pt x="1085" y="1173"/>
                    <a:pt x="1370" y="937"/>
                    <a:pt x="1370" y="585"/>
                  </a:cubicBezTo>
                  <a:cubicBezTo>
                    <a:pt x="1370" y="268"/>
                    <a:pt x="1120" y="0"/>
                    <a:pt x="7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4"/>
            <p:cNvSpPr/>
            <p:nvPr/>
          </p:nvSpPr>
          <p:spPr>
            <a:xfrm>
              <a:off x="7706649" y="1197051"/>
              <a:ext cx="43941" cy="37627"/>
            </a:xfrm>
            <a:custGeom>
              <a:avLst/>
              <a:gdLst/>
              <a:ahLst/>
              <a:cxnLst/>
              <a:rect l="l" t="t" r="r" b="b"/>
              <a:pathLst>
                <a:path w="1371" h="1174" extrusionOk="0">
                  <a:moveTo>
                    <a:pt x="785" y="0"/>
                  </a:moveTo>
                  <a:cubicBezTo>
                    <a:pt x="251" y="0"/>
                    <a:pt x="0" y="635"/>
                    <a:pt x="368" y="1003"/>
                  </a:cubicBezTo>
                  <a:cubicBezTo>
                    <a:pt x="485" y="1121"/>
                    <a:pt x="631" y="1173"/>
                    <a:pt x="774" y="1173"/>
                  </a:cubicBezTo>
                  <a:cubicBezTo>
                    <a:pt x="1077" y="1173"/>
                    <a:pt x="1370" y="937"/>
                    <a:pt x="1370" y="585"/>
                  </a:cubicBezTo>
                  <a:cubicBezTo>
                    <a:pt x="1370" y="268"/>
                    <a:pt x="1103" y="0"/>
                    <a:pt x="7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4"/>
            <p:cNvSpPr/>
            <p:nvPr/>
          </p:nvSpPr>
          <p:spPr>
            <a:xfrm>
              <a:off x="7786966" y="1197051"/>
              <a:ext cx="43941" cy="37627"/>
            </a:xfrm>
            <a:custGeom>
              <a:avLst/>
              <a:gdLst/>
              <a:ahLst/>
              <a:cxnLst/>
              <a:rect l="l" t="t" r="r" b="b"/>
              <a:pathLst>
                <a:path w="1371" h="1174" extrusionOk="0">
                  <a:moveTo>
                    <a:pt x="786" y="0"/>
                  </a:moveTo>
                  <a:cubicBezTo>
                    <a:pt x="251" y="0"/>
                    <a:pt x="0" y="635"/>
                    <a:pt x="368" y="1003"/>
                  </a:cubicBezTo>
                  <a:cubicBezTo>
                    <a:pt x="486" y="1121"/>
                    <a:pt x="631" y="1173"/>
                    <a:pt x="774" y="1173"/>
                  </a:cubicBezTo>
                  <a:cubicBezTo>
                    <a:pt x="1077" y="1173"/>
                    <a:pt x="1370" y="937"/>
                    <a:pt x="1370" y="585"/>
                  </a:cubicBezTo>
                  <a:cubicBezTo>
                    <a:pt x="1370" y="268"/>
                    <a:pt x="1103" y="0"/>
                    <a:pt x="7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4"/>
            <p:cNvSpPr/>
            <p:nvPr/>
          </p:nvSpPr>
          <p:spPr>
            <a:xfrm>
              <a:off x="4706705" y="1223300"/>
              <a:ext cx="1060342" cy="697793"/>
            </a:xfrm>
            <a:custGeom>
              <a:avLst/>
              <a:gdLst/>
              <a:ahLst/>
              <a:cxnLst/>
              <a:rect l="l" t="t" r="r" b="b"/>
              <a:pathLst>
                <a:path w="33084" h="21772" extrusionOk="0">
                  <a:moveTo>
                    <a:pt x="2256" y="0"/>
                  </a:moveTo>
                  <a:lnTo>
                    <a:pt x="1" y="21771"/>
                  </a:lnTo>
                  <a:lnTo>
                    <a:pt x="30561" y="21771"/>
                  </a:lnTo>
                  <a:lnTo>
                    <a:pt x="3308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4"/>
            <p:cNvSpPr/>
            <p:nvPr/>
          </p:nvSpPr>
          <p:spPr>
            <a:xfrm>
              <a:off x="4812726" y="1335731"/>
              <a:ext cx="51440" cy="468603"/>
            </a:xfrm>
            <a:custGeom>
              <a:avLst/>
              <a:gdLst/>
              <a:ahLst/>
              <a:cxnLst/>
              <a:rect l="l" t="t" r="r" b="b"/>
              <a:pathLst>
                <a:path w="1605" h="14621" extrusionOk="0">
                  <a:moveTo>
                    <a:pt x="1554" y="1"/>
                  </a:moveTo>
                  <a:cubicBezTo>
                    <a:pt x="1503" y="1"/>
                    <a:pt x="1136" y="3269"/>
                    <a:pt x="719" y="7303"/>
                  </a:cubicBezTo>
                  <a:cubicBezTo>
                    <a:pt x="302" y="11329"/>
                    <a:pt x="1" y="14604"/>
                    <a:pt x="51" y="14621"/>
                  </a:cubicBezTo>
                  <a:cubicBezTo>
                    <a:pt x="84" y="14621"/>
                    <a:pt x="469" y="11346"/>
                    <a:pt x="886" y="7319"/>
                  </a:cubicBezTo>
                  <a:cubicBezTo>
                    <a:pt x="1304" y="3276"/>
                    <a:pt x="1605" y="1"/>
                    <a:pt x="1555" y="1"/>
                  </a:cubicBezTo>
                  <a:cubicBezTo>
                    <a:pt x="1555" y="1"/>
                    <a:pt x="1555" y="1"/>
                    <a:pt x="15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4"/>
            <p:cNvSpPr/>
            <p:nvPr/>
          </p:nvSpPr>
          <p:spPr>
            <a:xfrm>
              <a:off x="4894133" y="1356628"/>
              <a:ext cx="98586" cy="4840"/>
            </a:xfrm>
            <a:custGeom>
              <a:avLst/>
              <a:gdLst/>
              <a:ahLst/>
              <a:cxnLst/>
              <a:rect l="l" t="t" r="r" b="b"/>
              <a:pathLst>
                <a:path w="3076" h="151" extrusionOk="0">
                  <a:moveTo>
                    <a:pt x="1538" y="1"/>
                  </a:moveTo>
                  <a:cubicBezTo>
                    <a:pt x="686" y="1"/>
                    <a:pt x="1" y="34"/>
                    <a:pt x="1" y="67"/>
                  </a:cubicBezTo>
                  <a:cubicBezTo>
                    <a:pt x="1" y="118"/>
                    <a:pt x="686" y="151"/>
                    <a:pt x="1538" y="151"/>
                  </a:cubicBezTo>
                  <a:cubicBezTo>
                    <a:pt x="2390" y="151"/>
                    <a:pt x="3075" y="118"/>
                    <a:pt x="3075" y="67"/>
                  </a:cubicBezTo>
                  <a:cubicBezTo>
                    <a:pt x="3075" y="34"/>
                    <a:pt x="2390" y="1"/>
                    <a:pt x="15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4"/>
            <p:cNvSpPr/>
            <p:nvPr/>
          </p:nvSpPr>
          <p:spPr>
            <a:xfrm>
              <a:off x="5019449" y="1356628"/>
              <a:ext cx="391491" cy="4840"/>
            </a:xfrm>
            <a:custGeom>
              <a:avLst/>
              <a:gdLst/>
              <a:ahLst/>
              <a:cxnLst/>
              <a:rect l="l" t="t" r="r" b="b"/>
              <a:pathLst>
                <a:path w="12215" h="151" extrusionOk="0">
                  <a:moveTo>
                    <a:pt x="6116" y="1"/>
                  </a:moveTo>
                  <a:cubicBezTo>
                    <a:pt x="2724" y="1"/>
                    <a:pt x="0" y="34"/>
                    <a:pt x="0" y="67"/>
                  </a:cubicBezTo>
                  <a:cubicBezTo>
                    <a:pt x="0" y="118"/>
                    <a:pt x="2741" y="151"/>
                    <a:pt x="6116" y="151"/>
                  </a:cubicBezTo>
                  <a:cubicBezTo>
                    <a:pt x="9491" y="151"/>
                    <a:pt x="12214" y="118"/>
                    <a:pt x="12214" y="67"/>
                  </a:cubicBezTo>
                  <a:cubicBezTo>
                    <a:pt x="12214" y="34"/>
                    <a:pt x="9491" y="1"/>
                    <a:pt x="61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4"/>
            <p:cNvSpPr/>
            <p:nvPr/>
          </p:nvSpPr>
          <p:spPr>
            <a:xfrm>
              <a:off x="4882884" y="1604567"/>
              <a:ext cx="98041" cy="4872"/>
            </a:xfrm>
            <a:custGeom>
              <a:avLst/>
              <a:gdLst/>
              <a:ahLst/>
              <a:cxnLst/>
              <a:rect l="l" t="t" r="r" b="b"/>
              <a:pathLst>
                <a:path w="3059" h="152" extrusionOk="0">
                  <a:moveTo>
                    <a:pt x="1521" y="1"/>
                  </a:moveTo>
                  <a:cubicBezTo>
                    <a:pt x="686" y="1"/>
                    <a:pt x="1" y="34"/>
                    <a:pt x="1" y="67"/>
                  </a:cubicBezTo>
                  <a:cubicBezTo>
                    <a:pt x="1" y="118"/>
                    <a:pt x="686" y="151"/>
                    <a:pt x="1521" y="151"/>
                  </a:cubicBezTo>
                  <a:cubicBezTo>
                    <a:pt x="2373" y="151"/>
                    <a:pt x="3058" y="118"/>
                    <a:pt x="3058" y="67"/>
                  </a:cubicBezTo>
                  <a:cubicBezTo>
                    <a:pt x="3058" y="34"/>
                    <a:pt x="2373" y="1"/>
                    <a:pt x="15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4"/>
            <p:cNvSpPr/>
            <p:nvPr/>
          </p:nvSpPr>
          <p:spPr>
            <a:xfrm>
              <a:off x="5007655" y="1604567"/>
              <a:ext cx="392036" cy="4872"/>
            </a:xfrm>
            <a:custGeom>
              <a:avLst/>
              <a:gdLst/>
              <a:ahLst/>
              <a:cxnLst/>
              <a:rect l="l" t="t" r="r" b="b"/>
              <a:pathLst>
                <a:path w="12232" h="152" extrusionOk="0">
                  <a:moveTo>
                    <a:pt x="6116" y="1"/>
                  </a:moveTo>
                  <a:cubicBezTo>
                    <a:pt x="2741" y="1"/>
                    <a:pt x="1" y="34"/>
                    <a:pt x="1" y="67"/>
                  </a:cubicBezTo>
                  <a:cubicBezTo>
                    <a:pt x="1" y="118"/>
                    <a:pt x="2741" y="151"/>
                    <a:pt x="6116" y="151"/>
                  </a:cubicBezTo>
                  <a:cubicBezTo>
                    <a:pt x="9491" y="151"/>
                    <a:pt x="12232" y="118"/>
                    <a:pt x="12232" y="67"/>
                  </a:cubicBezTo>
                  <a:cubicBezTo>
                    <a:pt x="12232" y="34"/>
                    <a:pt x="9491" y="1"/>
                    <a:pt x="61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4"/>
            <p:cNvSpPr/>
            <p:nvPr/>
          </p:nvSpPr>
          <p:spPr>
            <a:xfrm>
              <a:off x="4874327" y="1718633"/>
              <a:ext cx="391491" cy="5384"/>
            </a:xfrm>
            <a:custGeom>
              <a:avLst/>
              <a:gdLst/>
              <a:ahLst/>
              <a:cxnLst/>
              <a:rect l="l" t="t" r="r" b="b"/>
              <a:pathLst>
                <a:path w="12215" h="168" extrusionOk="0">
                  <a:moveTo>
                    <a:pt x="6116" y="1"/>
                  </a:moveTo>
                  <a:cubicBezTo>
                    <a:pt x="2741" y="1"/>
                    <a:pt x="0" y="34"/>
                    <a:pt x="0" y="84"/>
                  </a:cubicBezTo>
                  <a:cubicBezTo>
                    <a:pt x="0" y="134"/>
                    <a:pt x="2741" y="168"/>
                    <a:pt x="6116" y="168"/>
                  </a:cubicBezTo>
                  <a:cubicBezTo>
                    <a:pt x="9491" y="168"/>
                    <a:pt x="12214" y="134"/>
                    <a:pt x="12214" y="84"/>
                  </a:cubicBezTo>
                  <a:cubicBezTo>
                    <a:pt x="12214" y="34"/>
                    <a:pt x="9491" y="1"/>
                    <a:pt x="61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4"/>
            <p:cNvSpPr/>
            <p:nvPr/>
          </p:nvSpPr>
          <p:spPr>
            <a:xfrm>
              <a:off x="4897338" y="1426241"/>
              <a:ext cx="138744" cy="5384"/>
            </a:xfrm>
            <a:custGeom>
              <a:avLst/>
              <a:gdLst/>
              <a:ahLst/>
              <a:cxnLst/>
              <a:rect l="l" t="t" r="r" b="b"/>
              <a:pathLst>
                <a:path w="4329" h="168" extrusionOk="0">
                  <a:moveTo>
                    <a:pt x="2173" y="1"/>
                  </a:moveTo>
                  <a:cubicBezTo>
                    <a:pt x="970" y="1"/>
                    <a:pt x="1" y="34"/>
                    <a:pt x="1" y="84"/>
                  </a:cubicBezTo>
                  <a:cubicBezTo>
                    <a:pt x="1" y="134"/>
                    <a:pt x="970" y="168"/>
                    <a:pt x="2173" y="168"/>
                  </a:cubicBezTo>
                  <a:cubicBezTo>
                    <a:pt x="3359" y="168"/>
                    <a:pt x="4328" y="134"/>
                    <a:pt x="4328" y="84"/>
                  </a:cubicBezTo>
                  <a:cubicBezTo>
                    <a:pt x="4328" y="34"/>
                    <a:pt x="3359" y="1"/>
                    <a:pt x="21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4"/>
            <p:cNvSpPr/>
            <p:nvPr/>
          </p:nvSpPr>
          <p:spPr>
            <a:xfrm>
              <a:off x="4894133" y="1529057"/>
              <a:ext cx="138200" cy="4872"/>
            </a:xfrm>
            <a:custGeom>
              <a:avLst/>
              <a:gdLst/>
              <a:ahLst/>
              <a:cxnLst/>
              <a:rect l="l" t="t" r="r" b="b"/>
              <a:pathLst>
                <a:path w="4312" h="152" extrusionOk="0">
                  <a:moveTo>
                    <a:pt x="2156" y="1"/>
                  </a:moveTo>
                  <a:cubicBezTo>
                    <a:pt x="970" y="1"/>
                    <a:pt x="1" y="34"/>
                    <a:pt x="1" y="84"/>
                  </a:cubicBezTo>
                  <a:cubicBezTo>
                    <a:pt x="1" y="118"/>
                    <a:pt x="970" y="151"/>
                    <a:pt x="2156" y="151"/>
                  </a:cubicBezTo>
                  <a:cubicBezTo>
                    <a:pt x="3342" y="151"/>
                    <a:pt x="4311" y="118"/>
                    <a:pt x="4311" y="84"/>
                  </a:cubicBezTo>
                  <a:cubicBezTo>
                    <a:pt x="4311" y="34"/>
                    <a:pt x="3342" y="1"/>
                    <a:pt x="21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4"/>
            <p:cNvSpPr/>
            <p:nvPr/>
          </p:nvSpPr>
          <p:spPr>
            <a:xfrm>
              <a:off x="5010892" y="1675782"/>
              <a:ext cx="138712" cy="4872"/>
            </a:xfrm>
            <a:custGeom>
              <a:avLst/>
              <a:gdLst/>
              <a:ahLst/>
              <a:cxnLst/>
              <a:rect l="l" t="t" r="r" b="b"/>
              <a:pathLst>
                <a:path w="4328" h="152" extrusionOk="0">
                  <a:moveTo>
                    <a:pt x="2172" y="1"/>
                  </a:moveTo>
                  <a:cubicBezTo>
                    <a:pt x="969" y="1"/>
                    <a:pt x="0" y="34"/>
                    <a:pt x="0" y="84"/>
                  </a:cubicBezTo>
                  <a:cubicBezTo>
                    <a:pt x="0" y="118"/>
                    <a:pt x="969" y="151"/>
                    <a:pt x="2172" y="151"/>
                  </a:cubicBezTo>
                  <a:cubicBezTo>
                    <a:pt x="3359" y="151"/>
                    <a:pt x="4328" y="118"/>
                    <a:pt x="4328" y="84"/>
                  </a:cubicBezTo>
                  <a:cubicBezTo>
                    <a:pt x="4328" y="34"/>
                    <a:pt x="3359" y="1"/>
                    <a:pt x="21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5185981" y="1426241"/>
              <a:ext cx="353479" cy="5384"/>
            </a:xfrm>
            <a:custGeom>
              <a:avLst/>
              <a:gdLst/>
              <a:ahLst/>
              <a:cxnLst/>
              <a:rect l="l" t="t" r="r" b="b"/>
              <a:pathLst>
                <a:path w="11029" h="168" extrusionOk="0">
                  <a:moveTo>
                    <a:pt x="5515" y="1"/>
                  </a:moveTo>
                  <a:cubicBezTo>
                    <a:pt x="2474" y="1"/>
                    <a:pt x="1" y="34"/>
                    <a:pt x="1" y="84"/>
                  </a:cubicBezTo>
                  <a:cubicBezTo>
                    <a:pt x="1" y="134"/>
                    <a:pt x="2474" y="168"/>
                    <a:pt x="5515" y="168"/>
                  </a:cubicBezTo>
                  <a:cubicBezTo>
                    <a:pt x="8556" y="168"/>
                    <a:pt x="11028" y="134"/>
                    <a:pt x="11028" y="84"/>
                  </a:cubicBezTo>
                  <a:cubicBezTo>
                    <a:pt x="11028" y="34"/>
                    <a:pt x="8556" y="1"/>
                    <a:pt x="551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5076754" y="1534954"/>
              <a:ext cx="353447" cy="5384"/>
            </a:xfrm>
            <a:custGeom>
              <a:avLst/>
              <a:gdLst/>
              <a:ahLst/>
              <a:cxnLst/>
              <a:rect l="l" t="t" r="r" b="b"/>
              <a:pathLst>
                <a:path w="11028" h="168" extrusionOk="0">
                  <a:moveTo>
                    <a:pt x="5514" y="1"/>
                  </a:moveTo>
                  <a:cubicBezTo>
                    <a:pt x="2473" y="1"/>
                    <a:pt x="0" y="34"/>
                    <a:pt x="0" y="84"/>
                  </a:cubicBezTo>
                  <a:cubicBezTo>
                    <a:pt x="0" y="117"/>
                    <a:pt x="2473" y="168"/>
                    <a:pt x="5514" y="168"/>
                  </a:cubicBezTo>
                  <a:cubicBezTo>
                    <a:pt x="8555" y="168"/>
                    <a:pt x="11028" y="117"/>
                    <a:pt x="11028" y="84"/>
                  </a:cubicBezTo>
                  <a:cubicBezTo>
                    <a:pt x="11028" y="34"/>
                    <a:pt x="8572" y="1"/>
                    <a:pt x="55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4"/>
            <p:cNvSpPr/>
            <p:nvPr/>
          </p:nvSpPr>
          <p:spPr>
            <a:xfrm>
              <a:off x="5198320" y="1675782"/>
              <a:ext cx="353447" cy="4872"/>
            </a:xfrm>
            <a:custGeom>
              <a:avLst/>
              <a:gdLst/>
              <a:ahLst/>
              <a:cxnLst/>
              <a:rect l="l" t="t" r="r" b="b"/>
              <a:pathLst>
                <a:path w="11028" h="152" extrusionOk="0">
                  <a:moveTo>
                    <a:pt x="5514" y="1"/>
                  </a:moveTo>
                  <a:cubicBezTo>
                    <a:pt x="2473" y="1"/>
                    <a:pt x="0" y="34"/>
                    <a:pt x="0" y="84"/>
                  </a:cubicBezTo>
                  <a:cubicBezTo>
                    <a:pt x="0" y="118"/>
                    <a:pt x="2473" y="151"/>
                    <a:pt x="5514" y="151"/>
                  </a:cubicBezTo>
                  <a:cubicBezTo>
                    <a:pt x="8572" y="151"/>
                    <a:pt x="11028" y="118"/>
                    <a:pt x="11028" y="84"/>
                  </a:cubicBezTo>
                  <a:cubicBezTo>
                    <a:pt x="11028" y="34"/>
                    <a:pt x="8572" y="1"/>
                    <a:pt x="551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4875384" y="1801642"/>
              <a:ext cx="354024" cy="4840"/>
            </a:xfrm>
            <a:custGeom>
              <a:avLst/>
              <a:gdLst/>
              <a:ahLst/>
              <a:cxnLst/>
              <a:rect l="l" t="t" r="r" b="b"/>
              <a:pathLst>
                <a:path w="11046" h="151" extrusionOk="0">
                  <a:moveTo>
                    <a:pt x="5531" y="0"/>
                  </a:moveTo>
                  <a:cubicBezTo>
                    <a:pt x="2474" y="0"/>
                    <a:pt x="1" y="34"/>
                    <a:pt x="1" y="84"/>
                  </a:cubicBezTo>
                  <a:cubicBezTo>
                    <a:pt x="1" y="117"/>
                    <a:pt x="2474" y="151"/>
                    <a:pt x="5531" y="151"/>
                  </a:cubicBezTo>
                  <a:cubicBezTo>
                    <a:pt x="8572" y="151"/>
                    <a:pt x="11045" y="117"/>
                    <a:pt x="11045" y="84"/>
                  </a:cubicBezTo>
                  <a:cubicBezTo>
                    <a:pt x="11045" y="34"/>
                    <a:pt x="8572" y="0"/>
                    <a:pt x="55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5266843" y="1801642"/>
              <a:ext cx="353479" cy="4840"/>
            </a:xfrm>
            <a:custGeom>
              <a:avLst/>
              <a:gdLst/>
              <a:ahLst/>
              <a:cxnLst/>
              <a:rect l="l" t="t" r="r" b="b"/>
              <a:pathLst>
                <a:path w="11029" h="151" extrusionOk="0">
                  <a:moveTo>
                    <a:pt x="5515" y="0"/>
                  </a:moveTo>
                  <a:cubicBezTo>
                    <a:pt x="2457" y="0"/>
                    <a:pt x="1" y="34"/>
                    <a:pt x="1" y="84"/>
                  </a:cubicBezTo>
                  <a:cubicBezTo>
                    <a:pt x="1" y="117"/>
                    <a:pt x="2457" y="151"/>
                    <a:pt x="5515" y="151"/>
                  </a:cubicBezTo>
                  <a:cubicBezTo>
                    <a:pt x="8556" y="151"/>
                    <a:pt x="11028" y="117"/>
                    <a:pt x="11028" y="84"/>
                  </a:cubicBezTo>
                  <a:cubicBezTo>
                    <a:pt x="11028" y="34"/>
                    <a:pt x="8556" y="0"/>
                    <a:pt x="55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4875384" y="1842346"/>
              <a:ext cx="354024" cy="5384"/>
            </a:xfrm>
            <a:custGeom>
              <a:avLst/>
              <a:gdLst/>
              <a:ahLst/>
              <a:cxnLst/>
              <a:rect l="l" t="t" r="r" b="b"/>
              <a:pathLst>
                <a:path w="11046" h="168" extrusionOk="0">
                  <a:moveTo>
                    <a:pt x="5531" y="0"/>
                  </a:moveTo>
                  <a:cubicBezTo>
                    <a:pt x="2474" y="0"/>
                    <a:pt x="1" y="34"/>
                    <a:pt x="1" y="84"/>
                  </a:cubicBezTo>
                  <a:cubicBezTo>
                    <a:pt x="1" y="134"/>
                    <a:pt x="2474" y="167"/>
                    <a:pt x="5531" y="167"/>
                  </a:cubicBezTo>
                  <a:cubicBezTo>
                    <a:pt x="8572" y="167"/>
                    <a:pt x="11045" y="134"/>
                    <a:pt x="11045" y="84"/>
                  </a:cubicBezTo>
                  <a:cubicBezTo>
                    <a:pt x="11045" y="34"/>
                    <a:pt x="8572" y="0"/>
                    <a:pt x="55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4892531" y="1455695"/>
              <a:ext cx="353992" cy="5384"/>
            </a:xfrm>
            <a:custGeom>
              <a:avLst/>
              <a:gdLst/>
              <a:ahLst/>
              <a:cxnLst/>
              <a:rect l="l" t="t" r="r" b="b"/>
              <a:pathLst>
                <a:path w="11045" h="168" extrusionOk="0">
                  <a:moveTo>
                    <a:pt x="5531" y="1"/>
                  </a:moveTo>
                  <a:cubicBezTo>
                    <a:pt x="2473" y="1"/>
                    <a:pt x="1" y="34"/>
                    <a:pt x="1" y="84"/>
                  </a:cubicBezTo>
                  <a:cubicBezTo>
                    <a:pt x="1" y="134"/>
                    <a:pt x="2473" y="168"/>
                    <a:pt x="5531" y="168"/>
                  </a:cubicBezTo>
                  <a:cubicBezTo>
                    <a:pt x="8572" y="168"/>
                    <a:pt x="11045" y="134"/>
                    <a:pt x="11045" y="84"/>
                  </a:cubicBezTo>
                  <a:cubicBezTo>
                    <a:pt x="11045" y="34"/>
                    <a:pt x="8572" y="1"/>
                    <a:pt x="553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5061210" y="1426785"/>
              <a:ext cx="91086" cy="4840"/>
            </a:xfrm>
            <a:custGeom>
              <a:avLst/>
              <a:gdLst/>
              <a:ahLst/>
              <a:cxnLst/>
              <a:rect l="l" t="t" r="r" b="b"/>
              <a:pathLst>
                <a:path w="2842" h="151" extrusionOk="0">
                  <a:moveTo>
                    <a:pt x="1421" y="0"/>
                  </a:moveTo>
                  <a:cubicBezTo>
                    <a:pt x="636" y="0"/>
                    <a:pt x="1" y="34"/>
                    <a:pt x="1" y="84"/>
                  </a:cubicBezTo>
                  <a:cubicBezTo>
                    <a:pt x="1" y="117"/>
                    <a:pt x="636" y="151"/>
                    <a:pt x="1421" y="151"/>
                  </a:cubicBezTo>
                  <a:cubicBezTo>
                    <a:pt x="2206" y="151"/>
                    <a:pt x="2841" y="117"/>
                    <a:pt x="2841" y="84"/>
                  </a:cubicBezTo>
                  <a:cubicBezTo>
                    <a:pt x="2841" y="34"/>
                    <a:pt x="2206" y="0"/>
                    <a:pt x="14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4"/>
            <p:cNvSpPr/>
            <p:nvPr/>
          </p:nvSpPr>
          <p:spPr>
            <a:xfrm>
              <a:off x="4878621" y="1638315"/>
              <a:ext cx="91054" cy="4840"/>
            </a:xfrm>
            <a:custGeom>
              <a:avLst/>
              <a:gdLst/>
              <a:ahLst/>
              <a:cxnLst/>
              <a:rect l="l" t="t" r="r" b="b"/>
              <a:pathLst>
                <a:path w="2841" h="151" extrusionOk="0">
                  <a:moveTo>
                    <a:pt x="1420" y="0"/>
                  </a:moveTo>
                  <a:cubicBezTo>
                    <a:pt x="635" y="0"/>
                    <a:pt x="0" y="34"/>
                    <a:pt x="0" y="67"/>
                  </a:cubicBezTo>
                  <a:cubicBezTo>
                    <a:pt x="0" y="117"/>
                    <a:pt x="635" y="151"/>
                    <a:pt x="1420" y="151"/>
                  </a:cubicBezTo>
                  <a:cubicBezTo>
                    <a:pt x="2206" y="151"/>
                    <a:pt x="2841" y="117"/>
                    <a:pt x="2841" y="67"/>
                  </a:cubicBezTo>
                  <a:cubicBezTo>
                    <a:pt x="2841" y="34"/>
                    <a:pt x="2206" y="0"/>
                    <a:pt x="14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4"/>
            <p:cNvSpPr/>
            <p:nvPr/>
          </p:nvSpPr>
          <p:spPr>
            <a:xfrm>
              <a:off x="4876474" y="1675782"/>
              <a:ext cx="91054" cy="4872"/>
            </a:xfrm>
            <a:custGeom>
              <a:avLst/>
              <a:gdLst/>
              <a:ahLst/>
              <a:cxnLst/>
              <a:rect l="l" t="t" r="r" b="b"/>
              <a:pathLst>
                <a:path w="2841" h="152" extrusionOk="0">
                  <a:moveTo>
                    <a:pt x="1420" y="1"/>
                  </a:moveTo>
                  <a:cubicBezTo>
                    <a:pt x="635" y="1"/>
                    <a:pt x="0" y="34"/>
                    <a:pt x="0" y="84"/>
                  </a:cubicBezTo>
                  <a:cubicBezTo>
                    <a:pt x="0" y="118"/>
                    <a:pt x="635" y="151"/>
                    <a:pt x="1420" y="151"/>
                  </a:cubicBezTo>
                  <a:cubicBezTo>
                    <a:pt x="2206" y="151"/>
                    <a:pt x="2841" y="118"/>
                    <a:pt x="2841" y="84"/>
                  </a:cubicBezTo>
                  <a:cubicBezTo>
                    <a:pt x="2841" y="34"/>
                    <a:pt x="2206" y="1"/>
                    <a:pt x="14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4"/>
            <p:cNvSpPr/>
            <p:nvPr/>
          </p:nvSpPr>
          <p:spPr>
            <a:xfrm>
              <a:off x="4772055" y="1294515"/>
              <a:ext cx="984288" cy="5384"/>
            </a:xfrm>
            <a:custGeom>
              <a:avLst/>
              <a:gdLst/>
              <a:ahLst/>
              <a:cxnLst/>
              <a:rect l="l" t="t" r="r" b="b"/>
              <a:pathLst>
                <a:path w="30711" h="168" extrusionOk="0">
                  <a:moveTo>
                    <a:pt x="15355" y="0"/>
                  </a:moveTo>
                  <a:cubicBezTo>
                    <a:pt x="6867" y="0"/>
                    <a:pt x="0" y="34"/>
                    <a:pt x="0" y="84"/>
                  </a:cubicBezTo>
                  <a:cubicBezTo>
                    <a:pt x="0" y="117"/>
                    <a:pt x="6867" y="167"/>
                    <a:pt x="15355" y="167"/>
                  </a:cubicBezTo>
                  <a:cubicBezTo>
                    <a:pt x="23827" y="167"/>
                    <a:pt x="30710" y="117"/>
                    <a:pt x="30710" y="84"/>
                  </a:cubicBezTo>
                  <a:cubicBezTo>
                    <a:pt x="30710" y="34"/>
                    <a:pt x="23827" y="0"/>
                    <a:pt x="153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4822918" y="1252209"/>
              <a:ext cx="27339" cy="23364"/>
            </a:xfrm>
            <a:custGeom>
              <a:avLst/>
              <a:gdLst/>
              <a:ahLst/>
              <a:cxnLst/>
              <a:rect l="l" t="t" r="r" b="b"/>
              <a:pathLst>
                <a:path w="853" h="729" extrusionOk="0">
                  <a:moveTo>
                    <a:pt x="485" y="0"/>
                  </a:moveTo>
                  <a:cubicBezTo>
                    <a:pt x="167" y="0"/>
                    <a:pt x="0" y="385"/>
                    <a:pt x="234" y="619"/>
                  </a:cubicBezTo>
                  <a:cubicBezTo>
                    <a:pt x="305" y="695"/>
                    <a:pt x="395" y="728"/>
                    <a:pt x="484" y="728"/>
                  </a:cubicBezTo>
                  <a:cubicBezTo>
                    <a:pt x="670" y="728"/>
                    <a:pt x="853" y="582"/>
                    <a:pt x="853" y="368"/>
                  </a:cubicBezTo>
                  <a:cubicBezTo>
                    <a:pt x="853" y="168"/>
                    <a:pt x="685" y="0"/>
                    <a:pt x="4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4872724" y="1252209"/>
              <a:ext cx="27339" cy="23364"/>
            </a:xfrm>
            <a:custGeom>
              <a:avLst/>
              <a:gdLst/>
              <a:ahLst/>
              <a:cxnLst/>
              <a:rect l="l" t="t" r="r" b="b"/>
              <a:pathLst>
                <a:path w="853" h="729" extrusionOk="0">
                  <a:moveTo>
                    <a:pt x="485" y="0"/>
                  </a:moveTo>
                  <a:cubicBezTo>
                    <a:pt x="167" y="0"/>
                    <a:pt x="0" y="385"/>
                    <a:pt x="234" y="619"/>
                  </a:cubicBezTo>
                  <a:cubicBezTo>
                    <a:pt x="310" y="695"/>
                    <a:pt x="402" y="728"/>
                    <a:pt x="491" y="728"/>
                  </a:cubicBezTo>
                  <a:cubicBezTo>
                    <a:pt x="677" y="728"/>
                    <a:pt x="852" y="582"/>
                    <a:pt x="852" y="368"/>
                  </a:cubicBezTo>
                  <a:cubicBezTo>
                    <a:pt x="852" y="168"/>
                    <a:pt x="685" y="0"/>
                    <a:pt x="4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4"/>
            <p:cNvSpPr/>
            <p:nvPr/>
          </p:nvSpPr>
          <p:spPr>
            <a:xfrm>
              <a:off x="4923043" y="1252209"/>
              <a:ext cx="27371" cy="23364"/>
            </a:xfrm>
            <a:custGeom>
              <a:avLst/>
              <a:gdLst/>
              <a:ahLst/>
              <a:cxnLst/>
              <a:rect l="l" t="t" r="r" b="b"/>
              <a:pathLst>
                <a:path w="854" h="729" extrusionOk="0">
                  <a:moveTo>
                    <a:pt x="485" y="0"/>
                  </a:moveTo>
                  <a:cubicBezTo>
                    <a:pt x="168" y="0"/>
                    <a:pt x="1" y="385"/>
                    <a:pt x="235" y="619"/>
                  </a:cubicBezTo>
                  <a:cubicBezTo>
                    <a:pt x="305" y="695"/>
                    <a:pt x="395" y="728"/>
                    <a:pt x="484" y="728"/>
                  </a:cubicBezTo>
                  <a:cubicBezTo>
                    <a:pt x="670" y="728"/>
                    <a:pt x="853" y="582"/>
                    <a:pt x="853" y="368"/>
                  </a:cubicBezTo>
                  <a:cubicBezTo>
                    <a:pt x="853" y="168"/>
                    <a:pt x="686" y="0"/>
                    <a:pt x="4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4"/>
            <p:cNvSpPr/>
            <p:nvPr/>
          </p:nvSpPr>
          <p:spPr>
            <a:xfrm>
              <a:off x="7882283" y="2757533"/>
              <a:ext cx="493762" cy="1596891"/>
            </a:xfrm>
            <a:custGeom>
              <a:avLst/>
              <a:gdLst/>
              <a:ahLst/>
              <a:cxnLst/>
              <a:rect l="l" t="t" r="r" b="b"/>
              <a:pathLst>
                <a:path w="15406" h="49825" extrusionOk="0">
                  <a:moveTo>
                    <a:pt x="0" y="0"/>
                  </a:moveTo>
                  <a:lnTo>
                    <a:pt x="0" y="49825"/>
                  </a:lnTo>
                  <a:lnTo>
                    <a:pt x="15406" y="49825"/>
                  </a:lnTo>
                  <a:lnTo>
                    <a:pt x="154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4"/>
            <p:cNvSpPr/>
            <p:nvPr/>
          </p:nvSpPr>
          <p:spPr>
            <a:xfrm>
              <a:off x="8376013" y="2758046"/>
              <a:ext cx="418797" cy="1596378"/>
            </a:xfrm>
            <a:custGeom>
              <a:avLst/>
              <a:gdLst/>
              <a:ahLst/>
              <a:cxnLst/>
              <a:rect l="l" t="t" r="r" b="b"/>
              <a:pathLst>
                <a:path w="13067" h="49809" extrusionOk="0">
                  <a:moveTo>
                    <a:pt x="1" y="1"/>
                  </a:moveTo>
                  <a:lnTo>
                    <a:pt x="1" y="49809"/>
                  </a:lnTo>
                  <a:lnTo>
                    <a:pt x="13067" y="49809"/>
                  </a:lnTo>
                  <a:lnTo>
                    <a:pt x="130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7920839" y="2822307"/>
              <a:ext cx="396298" cy="343832"/>
            </a:xfrm>
            <a:custGeom>
              <a:avLst/>
              <a:gdLst/>
              <a:ahLst/>
              <a:cxnLst/>
              <a:rect l="l" t="t" r="r" b="b"/>
              <a:pathLst>
                <a:path w="12365" h="10728" extrusionOk="0">
                  <a:moveTo>
                    <a:pt x="0" y="1"/>
                  </a:moveTo>
                  <a:lnTo>
                    <a:pt x="0" y="10728"/>
                  </a:lnTo>
                  <a:lnTo>
                    <a:pt x="12365" y="10728"/>
                  </a:lnTo>
                  <a:lnTo>
                    <a:pt x="12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4"/>
            <p:cNvSpPr/>
            <p:nvPr/>
          </p:nvSpPr>
          <p:spPr>
            <a:xfrm>
              <a:off x="7920839" y="3205208"/>
              <a:ext cx="396298" cy="344345"/>
            </a:xfrm>
            <a:custGeom>
              <a:avLst/>
              <a:gdLst/>
              <a:ahLst/>
              <a:cxnLst/>
              <a:rect l="l" t="t" r="r" b="b"/>
              <a:pathLst>
                <a:path w="12365" h="10744" extrusionOk="0">
                  <a:moveTo>
                    <a:pt x="0" y="0"/>
                  </a:moveTo>
                  <a:lnTo>
                    <a:pt x="0" y="10744"/>
                  </a:lnTo>
                  <a:lnTo>
                    <a:pt x="12365" y="10744"/>
                  </a:lnTo>
                  <a:lnTo>
                    <a:pt x="123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7920839" y="3588077"/>
              <a:ext cx="396298" cy="344377"/>
            </a:xfrm>
            <a:custGeom>
              <a:avLst/>
              <a:gdLst/>
              <a:ahLst/>
              <a:cxnLst/>
              <a:rect l="l" t="t" r="r" b="b"/>
              <a:pathLst>
                <a:path w="12365" h="10745" extrusionOk="0">
                  <a:moveTo>
                    <a:pt x="0" y="1"/>
                  </a:moveTo>
                  <a:lnTo>
                    <a:pt x="0" y="10745"/>
                  </a:lnTo>
                  <a:lnTo>
                    <a:pt x="12365" y="10745"/>
                  </a:lnTo>
                  <a:lnTo>
                    <a:pt x="12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7920839" y="3971523"/>
              <a:ext cx="396298" cy="343832"/>
            </a:xfrm>
            <a:custGeom>
              <a:avLst/>
              <a:gdLst/>
              <a:ahLst/>
              <a:cxnLst/>
              <a:rect l="l" t="t" r="r" b="b"/>
              <a:pathLst>
                <a:path w="12365" h="10728" extrusionOk="0">
                  <a:moveTo>
                    <a:pt x="0" y="0"/>
                  </a:moveTo>
                  <a:lnTo>
                    <a:pt x="0" y="10727"/>
                  </a:lnTo>
                  <a:lnTo>
                    <a:pt x="12365" y="10727"/>
                  </a:lnTo>
                  <a:lnTo>
                    <a:pt x="123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8086858" y="2872112"/>
              <a:ext cx="32146" cy="27659"/>
            </a:xfrm>
            <a:custGeom>
              <a:avLst/>
              <a:gdLst/>
              <a:ahLst/>
              <a:cxnLst/>
              <a:rect l="l" t="t" r="r" b="b"/>
              <a:pathLst>
                <a:path w="1003" h="863" extrusionOk="0">
                  <a:moveTo>
                    <a:pt x="568" y="1"/>
                  </a:moveTo>
                  <a:cubicBezTo>
                    <a:pt x="184" y="1"/>
                    <a:pt x="0" y="469"/>
                    <a:pt x="267" y="736"/>
                  </a:cubicBezTo>
                  <a:cubicBezTo>
                    <a:pt x="355" y="823"/>
                    <a:pt x="463" y="862"/>
                    <a:pt x="570" y="862"/>
                  </a:cubicBezTo>
                  <a:cubicBezTo>
                    <a:pt x="790" y="862"/>
                    <a:pt x="1003" y="694"/>
                    <a:pt x="1003" y="435"/>
                  </a:cubicBezTo>
                  <a:cubicBezTo>
                    <a:pt x="1003" y="184"/>
                    <a:pt x="802" y="1"/>
                    <a:pt x="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8086858" y="3259821"/>
              <a:ext cx="32146" cy="27339"/>
            </a:xfrm>
            <a:custGeom>
              <a:avLst/>
              <a:gdLst/>
              <a:ahLst/>
              <a:cxnLst/>
              <a:rect l="l" t="t" r="r" b="b"/>
              <a:pathLst>
                <a:path w="1003" h="853" extrusionOk="0">
                  <a:moveTo>
                    <a:pt x="568" y="1"/>
                  </a:moveTo>
                  <a:cubicBezTo>
                    <a:pt x="184" y="1"/>
                    <a:pt x="0" y="452"/>
                    <a:pt x="267" y="719"/>
                  </a:cubicBezTo>
                  <a:cubicBezTo>
                    <a:pt x="355" y="812"/>
                    <a:pt x="463" y="853"/>
                    <a:pt x="570" y="853"/>
                  </a:cubicBezTo>
                  <a:cubicBezTo>
                    <a:pt x="790" y="853"/>
                    <a:pt x="1003" y="677"/>
                    <a:pt x="1003" y="418"/>
                  </a:cubicBezTo>
                  <a:cubicBezTo>
                    <a:pt x="1003" y="184"/>
                    <a:pt x="802" y="1"/>
                    <a:pt x="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8086858" y="3646985"/>
              <a:ext cx="32146" cy="27659"/>
            </a:xfrm>
            <a:custGeom>
              <a:avLst/>
              <a:gdLst/>
              <a:ahLst/>
              <a:cxnLst/>
              <a:rect l="l" t="t" r="r" b="b"/>
              <a:pathLst>
                <a:path w="1003" h="863" extrusionOk="0">
                  <a:moveTo>
                    <a:pt x="568" y="1"/>
                  </a:moveTo>
                  <a:cubicBezTo>
                    <a:pt x="184" y="1"/>
                    <a:pt x="0" y="469"/>
                    <a:pt x="267" y="736"/>
                  </a:cubicBezTo>
                  <a:cubicBezTo>
                    <a:pt x="355" y="823"/>
                    <a:pt x="463" y="862"/>
                    <a:pt x="570" y="862"/>
                  </a:cubicBezTo>
                  <a:cubicBezTo>
                    <a:pt x="790" y="862"/>
                    <a:pt x="1003" y="694"/>
                    <a:pt x="1003" y="435"/>
                  </a:cubicBezTo>
                  <a:cubicBezTo>
                    <a:pt x="1003" y="201"/>
                    <a:pt x="802" y="1"/>
                    <a:pt x="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4"/>
            <p:cNvSpPr/>
            <p:nvPr/>
          </p:nvSpPr>
          <p:spPr>
            <a:xfrm>
              <a:off x="8086858" y="4034694"/>
              <a:ext cx="32146" cy="27371"/>
            </a:xfrm>
            <a:custGeom>
              <a:avLst/>
              <a:gdLst/>
              <a:ahLst/>
              <a:cxnLst/>
              <a:rect l="l" t="t" r="r" b="b"/>
              <a:pathLst>
                <a:path w="1003" h="854" extrusionOk="0">
                  <a:moveTo>
                    <a:pt x="568" y="1"/>
                  </a:moveTo>
                  <a:cubicBezTo>
                    <a:pt x="184" y="1"/>
                    <a:pt x="0" y="452"/>
                    <a:pt x="267" y="719"/>
                  </a:cubicBezTo>
                  <a:cubicBezTo>
                    <a:pt x="355" y="812"/>
                    <a:pt x="463" y="853"/>
                    <a:pt x="570" y="853"/>
                  </a:cubicBezTo>
                  <a:cubicBezTo>
                    <a:pt x="790" y="853"/>
                    <a:pt x="1003" y="678"/>
                    <a:pt x="1003" y="419"/>
                  </a:cubicBezTo>
                  <a:cubicBezTo>
                    <a:pt x="1003" y="185"/>
                    <a:pt x="802" y="1"/>
                    <a:pt x="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4"/>
            <p:cNvSpPr/>
            <p:nvPr/>
          </p:nvSpPr>
          <p:spPr>
            <a:xfrm>
              <a:off x="7882283" y="4354393"/>
              <a:ext cx="57337" cy="320821"/>
            </a:xfrm>
            <a:custGeom>
              <a:avLst/>
              <a:gdLst/>
              <a:ahLst/>
              <a:cxnLst/>
              <a:rect l="l" t="t" r="r" b="b"/>
              <a:pathLst>
                <a:path w="1789" h="10010" extrusionOk="0">
                  <a:moveTo>
                    <a:pt x="0" y="1"/>
                  </a:moveTo>
                  <a:lnTo>
                    <a:pt x="0" y="10009"/>
                  </a:lnTo>
                  <a:lnTo>
                    <a:pt x="1788" y="10009"/>
                  </a:lnTo>
                  <a:lnTo>
                    <a:pt x="178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4"/>
            <p:cNvSpPr/>
            <p:nvPr/>
          </p:nvSpPr>
          <p:spPr>
            <a:xfrm>
              <a:off x="8316593" y="4354393"/>
              <a:ext cx="57305" cy="320821"/>
            </a:xfrm>
            <a:custGeom>
              <a:avLst/>
              <a:gdLst/>
              <a:ahLst/>
              <a:cxnLst/>
              <a:rect l="l" t="t" r="r" b="b"/>
              <a:pathLst>
                <a:path w="1788" h="10010" extrusionOk="0">
                  <a:moveTo>
                    <a:pt x="0" y="1"/>
                  </a:moveTo>
                  <a:lnTo>
                    <a:pt x="0" y="10009"/>
                  </a:lnTo>
                  <a:lnTo>
                    <a:pt x="1788" y="10009"/>
                  </a:lnTo>
                  <a:lnTo>
                    <a:pt x="178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4"/>
            <p:cNvSpPr/>
            <p:nvPr/>
          </p:nvSpPr>
          <p:spPr>
            <a:xfrm>
              <a:off x="8731608" y="4354393"/>
              <a:ext cx="56793" cy="320821"/>
            </a:xfrm>
            <a:custGeom>
              <a:avLst/>
              <a:gdLst/>
              <a:ahLst/>
              <a:cxnLst/>
              <a:rect l="l" t="t" r="r" b="b"/>
              <a:pathLst>
                <a:path w="1772" h="10010" extrusionOk="0">
                  <a:moveTo>
                    <a:pt x="0" y="1"/>
                  </a:moveTo>
                  <a:lnTo>
                    <a:pt x="0" y="10009"/>
                  </a:lnTo>
                  <a:lnTo>
                    <a:pt x="1771" y="10009"/>
                  </a:lnTo>
                  <a:lnTo>
                    <a:pt x="177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4"/>
            <p:cNvSpPr/>
            <p:nvPr/>
          </p:nvSpPr>
          <p:spPr>
            <a:xfrm>
              <a:off x="3690303" y="4272954"/>
              <a:ext cx="403285" cy="315853"/>
            </a:xfrm>
            <a:custGeom>
              <a:avLst/>
              <a:gdLst/>
              <a:ahLst/>
              <a:cxnLst/>
              <a:rect l="l" t="t" r="r" b="b"/>
              <a:pathLst>
                <a:path w="12583" h="9855" extrusionOk="0">
                  <a:moveTo>
                    <a:pt x="8578" y="0"/>
                  </a:moveTo>
                  <a:cubicBezTo>
                    <a:pt x="7317" y="0"/>
                    <a:pt x="6147" y="819"/>
                    <a:pt x="5498" y="1907"/>
                  </a:cubicBezTo>
                  <a:cubicBezTo>
                    <a:pt x="4930" y="2876"/>
                    <a:pt x="4696" y="4096"/>
                    <a:pt x="3827" y="4831"/>
                  </a:cubicBezTo>
                  <a:cubicBezTo>
                    <a:pt x="3376" y="5215"/>
                    <a:pt x="2791" y="5416"/>
                    <a:pt x="2240" y="5650"/>
                  </a:cubicBezTo>
                  <a:cubicBezTo>
                    <a:pt x="1688" y="5884"/>
                    <a:pt x="1070" y="6134"/>
                    <a:pt x="786" y="6669"/>
                  </a:cubicBezTo>
                  <a:cubicBezTo>
                    <a:pt x="1" y="8106"/>
                    <a:pt x="1020" y="9342"/>
                    <a:pt x="1471" y="9727"/>
                  </a:cubicBezTo>
                  <a:lnTo>
                    <a:pt x="1655" y="9610"/>
                  </a:lnTo>
                  <a:lnTo>
                    <a:pt x="9775" y="9844"/>
                  </a:lnTo>
                  <a:cubicBezTo>
                    <a:pt x="9914" y="9850"/>
                    <a:pt x="10057" y="9854"/>
                    <a:pt x="10200" y="9854"/>
                  </a:cubicBezTo>
                  <a:cubicBezTo>
                    <a:pt x="10832" y="9854"/>
                    <a:pt x="11481" y="9767"/>
                    <a:pt x="11931" y="9359"/>
                  </a:cubicBezTo>
                  <a:cubicBezTo>
                    <a:pt x="12532" y="8808"/>
                    <a:pt x="12582" y="7872"/>
                    <a:pt x="12566" y="7053"/>
                  </a:cubicBezTo>
                  <a:cubicBezTo>
                    <a:pt x="12549" y="5566"/>
                    <a:pt x="12532" y="4029"/>
                    <a:pt x="11981" y="2659"/>
                  </a:cubicBezTo>
                  <a:cubicBezTo>
                    <a:pt x="11413" y="1272"/>
                    <a:pt x="10176" y="69"/>
                    <a:pt x="8689" y="2"/>
                  </a:cubicBezTo>
                  <a:cubicBezTo>
                    <a:pt x="8652" y="1"/>
                    <a:pt x="8615" y="0"/>
                    <a:pt x="8578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4"/>
            <p:cNvSpPr/>
            <p:nvPr/>
          </p:nvSpPr>
          <p:spPr>
            <a:xfrm>
              <a:off x="3551078" y="3872457"/>
              <a:ext cx="684428" cy="801154"/>
            </a:xfrm>
            <a:custGeom>
              <a:avLst/>
              <a:gdLst/>
              <a:ahLst/>
              <a:cxnLst/>
              <a:rect l="l" t="t" r="r" b="b"/>
              <a:pathLst>
                <a:path w="21355" h="24997" extrusionOk="0">
                  <a:moveTo>
                    <a:pt x="2423" y="201"/>
                  </a:moveTo>
                  <a:cubicBezTo>
                    <a:pt x="2507" y="652"/>
                    <a:pt x="2891" y="3075"/>
                    <a:pt x="3426" y="6349"/>
                  </a:cubicBezTo>
                  <a:lnTo>
                    <a:pt x="1287" y="6349"/>
                  </a:lnTo>
                  <a:lnTo>
                    <a:pt x="251" y="201"/>
                  </a:lnTo>
                  <a:close/>
                  <a:moveTo>
                    <a:pt x="6968" y="201"/>
                  </a:moveTo>
                  <a:lnTo>
                    <a:pt x="7453" y="6349"/>
                  </a:lnTo>
                  <a:lnTo>
                    <a:pt x="3643" y="6349"/>
                  </a:lnTo>
                  <a:cubicBezTo>
                    <a:pt x="3509" y="5497"/>
                    <a:pt x="3376" y="4695"/>
                    <a:pt x="3259" y="3977"/>
                  </a:cubicBezTo>
                  <a:cubicBezTo>
                    <a:pt x="2858" y="1487"/>
                    <a:pt x="2707" y="552"/>
                    <a:pt x="2624" y="201"/>
                  </a:cubicBezTo>
                  <a:close/>
                  <a:moveTo>
                    <a:pt x="11128" y="201"/>
                  </a:moveTo>
                  <a:lnTo>
                    <a:pt x="11262" y="6349"/>
                  </a:lnTo>
                  <a:lnTo>
                    <a:pt x="7670" y="6349"/>
                  </a:lnTo>
                  <a:lnTo>
                    <a:pt x="7185" y="201"/>
                  </a:lnTo>
                  <a:close/>
                  <a:moveTo>
                    <a:pt x="15389" y="201"/>
                  </a:moveTo>
                  <a:lnTo>
                    <a:pt x="15189" y="6349"/>
                  </a:lnTo>
                  <a:lnTo>
                    <a:pt x="11479" y="6349"/>
                  </a:lnTo>
                  <a:lnTo>
                    <a:pt x="11346" y="201"/>
                  </a:lnTo>
                  <a:close/>
                  <a:moveTo>
                    <a:pt x="18547" y="201"/>
                  </a:moveTo>
                  <a:lnTo>
                    <a:pt x="18029" y="6349"/>
                  </a:lnTo>
                  <a:lnTo>
                    <a:pt x="15406" y="6349"/>
                  </a:lnTo>
                  <a:lnTo>
                    <a:pt x="15606" y="201"/>
                  </a:lnTo>
                  <a:close/>
                  <a:moveTo>
                    <a:pt x="21103" y="201"/>
                  </a:moveTo>
                  <a:lnTo>
                    <a:pt x="20385" y="6349"/>
                  </a:lnTo>
                  <a:lnTo>
                    <a:pt x="18230" y="6349"/>
                  </a:lnTo>
                  <a:lnTo>
                    <a:pt x="18764" y="201"/>
                  </a:lnTo>
                  <a:close/>
                  <a:moveTo>
                    <a:pt x="3676" y="7937"/>
                  </a:moveTo>
                  <a:cubicBezTo>
                    <a:pt x="3994" y="9975"/>
                    <a:pt x="4361" y="12264"/>
                    <a:pt x="4729" y="14553"/>
                  </a:cubicBezTo>
                  <a:lnTo>
                    <a:pt x="2657" y="14553"/>
                  </a:lnTo>
                  <a:lnTo>
                    <a:pt x="1538" y="7937"/>
                  </a:lnTo>
                  <a:close/>
                  <a:moveTo>
                    <a:pt x="7570" y="7937"/>
                  </a:moveTo>
                  <a:lnTo>
                    <a:pt x="8087" y="14553"/>
                  </a:lnTo>
                  <a:lnTo>
                    <a:pt x="4930" y="14553"/>
                  </a:lnTo>
                  <a:cubicBezTo>
                    <a:pt x="4829" y="13885"/>
                    <a:pt x="4729" y="13200"/>
                    <a:pt x="4612" y="12532"/>
                  </a:cubicBezTo>
                  <a:cubicBezTo>
                    <a:pt x="4361" y="10961"/>
                    <a:pt x="4128" y="9407"/>
                    <a:pt x="3894" y="7937"/>
                  </a:cubicBezTo>
                  <a:close/>
                  <a:moveTo>
                    <a:pt x="11312" y="7937"/>
                  </a:moveTo>
                  <a:lnTo>
                    <a:pt x="11463" y="14553"/>
                  </a:lnTo>
                  <a:lnTo>
                    <a:pt x="8305" y="14553"/>
                  </a:lnTo>
                  <a:lnTo>
                    <a:pt x="7787" y="7937"/>
                  </a:lnTo>
                  <a:close/>
                  <a:moveTo>
                    <a:pt x="15139" y="7937"/>
                  </a:moveTo>
                  <a:lnTo>
                    <a:pt x="14921" y="14553"/>
                  </a:lnTo>
                  <a:lnTo>
                    <a:pt x="11663" y="14553"/>
                  </a:lnTo>
                  <a:lnTo>
                    <a:pt x="11513" y="7937"/>
                  </a:lnTo>
                  <a:close/>
                  <a:moveTo>
                    <a:pt x="17895" y="7937"/>
                  </a:moveTo>
                  <a:lnTo>
                    <a:pt x="17327" y="14553"/>
                  </a:lnTo>
                  <a:lnTo>
                    <a:pt x="15122" y="14553"/>
                  </a:lnTo>
                  <a:lnTo>
                    <a:pt x="15356" y="7937"/>
                  </a:lnTo>
                  <a:close/>
                  <a:moveTo>
                    <a:pt x="20201" y="7937"/>
                  </a:moveTo>
                  <a:lnTo>
                    <a:pt x="19416" y="14553"/>
                  </a:lnTo>
                  <a:lnTo>
                    <a:pt x="17528" y="14553"/>
                  </a:lnTo>
                  <a:lnTo>
                    <a:pt x="18096" y="7937"/>
                  </a:lnTo>
                  <a:close/>
                  <a:moveTo>
                    <a:pt x="4980" y="16141"/>
                  </a:moveTo>
                  <a:cubicBezTo>
                    <a:pt x="5280" y="18146"/>
                    <a:pt x="5598" y="20101"/>
                    <a:pt x="5882" y="21905"/>
                  </a:cubicBezTo>
                  <a:lnTo>
                    <a:pt x="3894" y="21905"/>
                  </a:lnTo>
                  <a:lnTo>
                    <a:pt x="2925" y="16141"/>
                  </a:lnTo>
                  <a:close/>
                  <a:moveTo>
                    <a:pt x="8221" y="16141"/>
                  </a:moveTo>
                  <a:lnTo>
                    <a:pt x="8672" y="21905"/>
                  </a:lnTo>
                  <a:lnTo>
                    <a:pt x="6099" y="21905"/>
                  </a:lnTo>
                  <a:cubicBezTo>
                    <a:pt x="5849" y="20351"/>
                    <a:pt x="5531" y="18329"/>
                    <a:pt x="5180" y="16141"/>
                  </a:cubicBezTo>
                  <a:close/>
                  <a:moveTo>
                    <a:pt x="11496" y="16141"/>
                  </a:moveTo>
                  <a:lnTo>
                    <a:pt x="11630" y="21905"/>
                  </a:lnTo>
                  <a:lnTo>
                    <a:pt x="8873" y="21905"/>
                  </a:lnTo>
                  <a:lnTo>
                    <a:pt x="8422" y="16141"/>
                  </a:lnTo>
                  <a:close/>
                  <a:moveTo>
                    <a:pt x="14854" y="16141"/>
                  </a:moveTo>
                  <a:lnTo>
                    <a:pt x="14671" y="21905"/>
                  </a:lnTo>
                  <a:lnTo>
                    <a:pt x="11847" y="21905"/>
                  </a:lnTo>
                  <a:lnTo>
                    <a:pt x="11713" y="16141"/>
                  </a:lnTo>
                  <a:close/>
                  <a:moveTo>
                    <a:pt x="17177" y="16141"/>
                  </a:moveTo>
                  <a:lnTo>
                    <a:pt x="16692" y="21905"/>
                  </a:lnTo>
                  <a:lnTo>
                    <a:pt x="14888" y="21905"/>
                  </a:lnTo>
                  <a:lnTo>
                    <a:pt x="15072" y="16141"/>
                  </a:lnTo>
                  <a:close/>
                  <a:moveTo>
                    <a:pt x="19232" y="16141"/>
                  </a:moveTo>
                  <a:lnTo>
                    <a:pt x="18547" y="21905"/>
                  </a:lnTo>
                  <a:lnTo>
                    <a:pt x="16910" y="21905"/>
                  </a:lnTo>
                  <a:lnTo>
                    <a:pt x="17394" y="16141"/>
                  </a:lnTo>
                  <a:close/>
                  <a:moveTo>
                    <a:pt x="1" y="0"/>
                  </a:moveTo>
                  <a:lnTo>
                    <a:pt x="3844" y="22824"/>
                  </a:lnTo>
                  <a:cubicBezTo>
                    <a:pt x="4011" y="23793"/>
                    <a:pt x="4712" y="24595"/>
                    <a:pt x="5665" y="24862"/>
                  </a:cubicBezTo>
                  <a:cubicBezTo>
                    <a:pt x="5681" y="24862"/>
                    <a:pt x="5715" y="24879"/>
                    <a:pt x="5732" y="24879"/>
                  </a:cubicBezTo>
                  <a:cubicBezTo>
                    <a:pt x="5798" y="24896"/>
                    <a:pt x="5865" y="24913"/>
                    <a:pt x="5932" y="24929"/>
                  </a:cubicBezTo>
                  <a:cubicBezTo>
                    <a:pt x="6066" y="24963"/>
                    <a:pt x="6216" y="24979"/>
                    <a:pt x="6367" y="24979"/>
                  </a:cubicBezTo>
                  <a:cubicBezTo>
                    <a:pt x="6367" y="24979"/>
                    <a:pt x="6367" y="24996"/>
                    <a:pt x="6367" y="24996"/>
                  </a:cubicBezTo>
                  <a:lnTo>
                    <a:pt x="6467" y="24979"/>
                  </a:lnTo>
                  <a:lnTo>
                    <a:pt x="15991" y="24979"/>
                  </a:lnTo>
                  <a:cubicBezTo>
                    <a:pt x="16158" y="24979"/>
                    <a:pt x="16342" y="24963"/>
                    <a:pt x="16509" y="24929"/>
                  </a:cubicBezTo>
                  <a:cubicBezTo>
                    <a:pt x="17645" y="24762"/>
                    <a:pt x="18530" y="23843"/>
                    <a:pt x="18664" y="22707"/>
                  </a:cubicBezTo>
                  <a:lnTo>
                    <a:pt x="20519" y="6968"/>
                  </a:lnTo>
                  <a:lnTo>
                    <a:pt x="20602" y="6349"/>
                  </a:lnTo>
                  <a:lnTo>
                    <a:pt x="21337" y="117"/>
                  </a:lnTo>
                  <a:lnTo>
                    <a:pt x="213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4"/>
            <p:cNvSpPr/>
            <p:nvPr/>
          </p:nvSpPr>
          <p:spPr>
            <a:xfrm>
              <a:off x="5215435" y="1824654"/>
              <a:ext cx="1158896" cy="762598"/>
            </a:xfrm>
            <a:custGeom>
              <a:avLst/>
              <a:gdLst/>
              <a:ahLst/>
              <a:cxnLst/>
              <a:rect l="l" t="t" r="r" b="b"/>
              <a:pathLst>
                <a:path w="36159" h="23794" extrusionOk="0">
                  <a:moveTo>
                    <a:pt x="2474" y="1"/>
                  </a:moveTo>
                  <a:lnTo>
                    <a:pt x="1" y="23794"/>
                  </a:lnTo>
                  <a:lnTo>
                    <a:pt x="33401" y="23794"/>
                  </a:lnTo>
                  <a:lnTo>
                    <a:pt x="361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4"/>
            <p:cNvSpPr/>
            <p:nvPr/>
          </p:nvSpPr>
          <p:spPr>
            <a:xfrm>
              <a:off x="5161366" y="1824654"/>
              <a:ext cx="1158319" cy="762598"/>
            </a:xfrm>
            <a:custGeom>
              <a:avLst/>
              <a:gdLst/>
              <a:ahLst/>
              <a:cxnLst/>
              <a:rect l="l" t="t" r="r" b="b"/>
              <a:pathLst>
                <a:path w="36141" h="23794" extrusionOk="0">
                  <a:moveTo>
                    <a:pt x="2456" y="1"/>
                  </a:moveTo>
                  <a:lnTo>
                    <a:pt x="0" y="23794"/>
                  </a:lnTo>
                  <a:lnTo>
                    <a:pt x="33384" y="23794"/>
                  </a:lnTo>
                  <a:lnTo>
                    <a:pt x="361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4"/>
            <p:cNvSpPr/>
            <p:nvPr/>
          </p:nvSpPr>
          <p:spPr>
            <a:xfrm>
              <a:off x="5198320" y="1845006"/>
              <a:ext cx="1075310" cy="707440"/>
            </a:xfrm>
            <a:custGeom>
              <a:avLst/>
              <a:gdLst/>
              <a:ahLst/>
              <a:cxnLst/>
              <a:rect l="l" t="t" r="r" b="b"/>
              <a:pathLst>
                <a:path w="33551" h="22073" extrusionOk="0">
                  <a:moveTo>
                    <a:pt x="2306" y="1"/>
                  </a:moveTo>
                  <a:lnTo>
                    <a:pt x="0" y="22073"/>
                  </a:lnTo>
                  <a:lnTo>
                    <a:pt x="30995" y="22073"/>
                  </a:lnTo>
                  <a:lnTo>
                    <a:pt x="3355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4"/>
            <p:cNvSpPr/>
            <p:nvPr/>
          </p:nvSpPr>
          <p:spPr>
            <a:xfrm>
              <a:off x="5305944" y="1959617"/>
              <a:ext cx="50895" cy="475013"/>
            </a:xfrm>
            <a:custGeom>
              <a:avLst/>
              <a:gdLst/>
              <a:ahLst/>
              <a:cxnLst/>
              <a:rect l="l" t="t" r="r" b="b"/>
              <a:pathLst>
                <a:path w="1588" h="14821" extrusionOk="0">
                  <a:moveTo>
                    <a:pt x="1538" y="0"/>
                  </a:moveTo>
                  <a:lnTo>
                    <a:pt x="1538" y="0"/>
                  </a:lnTo>
                  <a:cubicBezTo>
                    <a:pt x="1504" y="0"/>
                    <a:pt x="1120" y="3309"/>
                    <a:pt x="702" y="7402"/>
                  </a:cubicBezTo>
                  <a:cubicBezTo>
                    <a:pt x="292" y="11267"/>
                    <a:pt x="1" y="14446"/>
                    <a:pt x="12" y="14790"/>
                  </a:cubicBezTo>
                  <a:lnTo>
                    <a:pt x="12" y="14790"/>
                  </a:lnTo>
                  <a:cubicBezTo>
                    <a:pt x="94" y="14447"/>
                    <a:pt x="458" y="11283"/>
                    <a:pt x="853" y="7419"/>
                  </a:cubicBezTo>
                  <a:cubicBezTo>
                    <a:pt x="1270" y="3325"/>
                    <a:pt x="1588" y="0"/>
                    <a:pt x="1538" y="0"/>
                  </a:cubicBezTo>
                  <a:close/>
                  <a:moveTo>
                    <a:pt x="12" y="14790"/>
                  </a:moveTo>
                  <a:cubicBezTo>
                    <a:pt x="7" y="14810"/>
                    <a:pt x="3" y="14821"/>
                    <a:pt x="1" y="14821"/>
                  </a:cubicBezTo>
                  <a:lnTo>
                    <a:pt x="17" y="14821"/>
                  </a:lnTo>
                  <a:cubicBezTo>
                    <a:pt x="14" y="14821"/>
                    <a:pt x="13" y="14810"/>
                    <a:pt x="12" y="1479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4"/>
            <p:cNvSpPr/>
            <p:nvPr/>
          </p:nvSpPr>
          <p:spPr>
            <a:xfrm>
              <a:off x="5387351" y="1981026"/>
              <a:ext cx="99643" cy="4872"/>
            </a:xfrm>
            <a:custGeom>
              <a:avLst/>
              <a:gdLst/>
              <a:ahLst/>
              <a:cxnLst/>
              <a:rect l="l" t="t" r="r" b="b"/>
              <a:pathLst>
                <a:path w="3109" h="152" extrusionOk="0">
                  <a:moveTo>
                    <a:pt x="1554" y="1"/>
                  </a:moveTo>
                  <a:cubicBezTo>
                    <a:pt x="702" y="1"/>
                    <a:pt x="0" y="34"/>
                    <a:pt x="0" y="68"/>
                  </a:cubicBezTo>
                  <a:cubicBezTo>
                    <a:pt x="0" y="118"/>
                    <a:pt x="702" y="151"/>
                    <a:pt x="1554" y="151"/>
                  </a:cubicBezTo>
                  <a:cubicBezTo>
                    <a:pt x="2423" y="151"/>
                    <a:pt x="3108" y="118"/>
                    <a:pt x="3108" y="68"/>
                  </a:cubicBezTo>
                  <a:cubicBezTo>
                    <a:pt x="3108" y="34"/>
                    <a:pt x="2423" y="1"/>
                    <a:pt x="1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4"/>
            <p:cNvSpPr/>
            <p:nvPr/>
          </p:nvSpPr>
          <p:spPr>
            <a:xfrm>
              <a:off x="5514269" y="1981026"/>
              <a:ext cx="396843" cy="4872"/>
            </a:xfrm>
            <a:custGeom>
              <a:avLst/>
              <a:gdLst/>
              <a:ahLst/>
              <a:cxnLst/>
              <a:rect l="l" t="t" r="r" b="b"/>
              <a:pathLst>
                <a:path w="12382" h="152" extrusionOk="0">
                  <a:moveTo>
                    <a:pt x="6199" y="1"/>
                  </a:moveTo>
                  <a:cubicBezTo>
                    <a:pt x="2774" y="1"/>
                    <a:pt x="0" y="34"/>
                    <a:pt x="0" y="68"/>
                  </a:cubicBezTo>
                  <a:cubicBezTo>
                    <a:pt x="0" y="118"/>
                    <a:pt x="2774" y="151"/>
                    <a:pt x="6199" y="151"/>
                  </a:cubicBezTo>
                  <a:cubicBezTo>
                    <a:pt x="9608" y="151"/>
                    <a:pt x="12381" y="118"/>
                    <a:pt x="12381" y="68"/>
                  </a:cubicBezTo>
                  <a:cubicBezTo>
                    <a:pt x="12381" y="34"/>
                    <a:pt x="9608" y="1"/>
                    <a:pt x="61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4"/>
            <p:cNvSpPr/>
            <p:nvPr/>
          </p:nvSpPr>
          <p:spPr>
            <a:xfrm>
              <a:off x="5375556" y="2232202"/>
              <a:ext cx="99643" cy="4840"/>
            </a:xfrm>
            <a:custGeom>
              <a:avLst/>
              <a:gdLst/>
              <a:ahLst/>
              <a:cxnLst/>
              <a:rect l="l" t="t" r="r" b="b"/>
              <a:pathLst>
                <a:path w="3109" h="151" extrusionOk="0">
                  <a:moveTo>
                    <a:pt x="1555" y="0"/>
                  </a:moveTo>
                  <a:cubicBezTo>
                    <a:pt x="702" y="0"/>
                    <a:pt x="1" y="33"/>
                    <a:pt x="1" y="84"/>
                  </a:cubicBezTo>
                  <a:cubicBezTo>
                    <a:pt x="1" y="117"/>
                    <a:pt x="702" y="150"/>
                    <a:pt x="1555" y="150"/>
                  </a:cubicBezTo>
                  <a:cubicBezTo>
                    <a:pt x="2423" y="150"/>
                    <a:pt x="3108" y="117"/>
                    <a:pt x="3108" y="84"/>
                  </a:cubicBezTo>
                  <a:cubicBezTo>
                    <a:pt x="3108" y="33"/>
                    <a:pt x="2423" y="0"/>
                    <a:pt x="15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4"/>
            <p:cNvSpPr/>
            <p:nvPr/>
          </p:nvSpPr>
          <p:spPr>
            <a:xfrm>
              <a:off x="5502474" y="2232202"/>
              <a:ext cx="397388" cy="4840"/>
            </a:xfrm>
            <a:custGeom>
              <a:avLst/>
              <a:gdLst/>
              <a:ahLst/>
              <a:cxnLst/>
              <a:rect l="l" t="t" r="r" b="b"/>
              <a:pathLst>
                <a:path w="12399" h="151" extrusionOk="0">
                  <a:moveTo>
                    <a:pt x="6199" y="0"/>
                  </a:moveTo>
                  <a:cubicBezTo>
                    <a:pt x="2774" y="0"/>
                    <a:pt x="1" y="33"/>
                    <a:pt x="1" y="84"/>
                  </a:cubicBezTo>
                  <a:cubicBezTo>
                    <a:pt x="1" y="117"/>
                    <a:pt x="2774" y="150"/>
                    <a:pt x="6199" y="150"/>
                  </a:cubicBezTo>
                  <a:cubicBezTo>
                    <a:pt x="9608" y="150"/>
                    <a:pt x="12398" y="117"/>
                    <a:pt x="12398" y="84"/>
                  </a:cubicBezTo>
                  <a:cubicBezTo>
                    <a:pt x="12398" y="33"/>
                    <a:pt x="9625" y="0"/>
                    <a:pt x="61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4"/>
            <p:cNvSpPr/>
            <p:nvPr/>
          </p:nvSpPr>
          <p:spPr>
            <a:xfrm>
              <a:off x="5366999" y="2348383"/>
              <a:ext cx="397388" cy="4872"/>
            </a:xfrm>
            <a:custGeom>
              <a:avLst/>
              <a:gdLst/>
              <a:ahLst/>
              <a:cxnLst/>
              <a:rect l="l" t="t" r="r" b="b"/>
              <a:pathLst>
                <a:path w="12399" h="152" extrusionOk="0">
                  <a:moveTo>
                    <a:pt x="6199" y="1"/>
                  </a:moveTo>
                  <a:cubicBezTo>
                    <a:pt x="2774" y="1"/>
                    <a:pt x="0" y="34"/>
                    <a:pt x="0" y="68"/>
                  </a:cubicBezTo>
                  <a:cubicBezTo>
                    <a:pt x="0" y="118"/>
                    <a:pt x="2774" y="151"/>
                    <a:pt x="6199" y="151"/>
                  </a:cubicBezTo>
                  <a:cubicBezTo>
                    <a:pt x="9624" y="151"/>
                    <a:pt x="12398" y="118"/>
                    <a:pt x="12398" y="68"/>
                  </a:cubicBezTo>
                  <a:cubicBezTo>
                    <a:pt x="12398" y="34"/>
                    <a:pt x="9624" y="1"/>
                    <a:pt x="61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5390556" y="2051728"/>
              <a:ext cx="140347" cy="4840"/>
            </a:xfrm>
            <a:custGeom>
              <a:avLst/>
              <a:gdLst/>
              <a:ahLst/>
              <a:cxnLst/>
              <a:rect l="l" t="t" r="r" b="b"/>
              <a:pathLst>
                <a:path w="4379" h="151" extrusionOk="0">
                  <a:moveTo>
                    <a:pt x="2189" y="0"/>
                  </a:moveTo>
                  <a:cubicBezTo>
                    <a:pt x="986" y="0"/>
                    <a:pt x="0" y="34"/>
                    <a:pt x="0" y="84"/>
                  </a:cubicBezTo>
                  <a:cubicBezTo>
                    <a:pt x="0" y="117"/>
                    <a:pt x="986" y="151"/>
                    <a:pt x="2189" y="151"/>
                  </a:cubicBezTo>
                  <a:cubicBezTo>
                    <a:pt x="3409" y="151"/>
                    <a:pt x="4378" y="117"/>
                    <a:pt x="4378" y="84"/>
                  </a:cubicBezTo>
                  <a:cubicBezTo>
                    <a:pt x="4378" y="34"/>
                    <a:pt x="3409" y="0"/>
                    <a:pt x="21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4"/>
            <p:cNvSpPr/>
            <p:nvPr/>
          </p:nvSpPr>
          <p:spPr>
            <a:xfrm>
              <a:off x="5387351" y="2155602"/>
              <a:ext cx="140315" cy="5384"/>
            </a:xfrm>
            <a:custGeom>
              <a:avLst/>
              <a:gdLst/>
              <a:ahLst/>
              <a:cxnLst/>
              <a:rect l="l" t="t" r="r" b="b"/>
              <a:pathLst>
                <a:path w="4378" h="168" extrusionOk="0">
                  <a:moveTo>
                    <a:pt x="2189" y="1"/>
                  </a:moveTo>
                  <a:cubicBezTo>
                    <a:pt x="969" y="1"/>
                    <a:pt x="0" y="51"/>
                    <a:pt x="0" y="84"/>
                  </a:cubicBezTo>
                  <a:cubicBezTo>
                    <a:pt x="0" y="134"/>
                    <a:pt x="969" y="168"/>
                    <a:pt x="2189" y="168"/>
                  </a:cubicBezTo>
                  <a:cubicBezTo>
                    <a:pt x="3392" y="168"/>
                    <a:pt x="4378" y="134"/>
                    <a:pt x="4378" y="84"/>
                  </a:cubicBezTo>
                  <a:cubicBezTo>
                    <a:pt x="4378" y="51"/>
                    <a:pt x="3392" y="1"/>
                    <a:pt x="21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4"/>
            <p:cNvSpPr/>
            <p:nvPr/>
          </p:nvSpPr>
          <p:spPr>
            <a:xfrm>
              <a:off x="5505679" y="2304475"/>
              <a:ext cx="140347" cy="5384"/>
            </a:xfrm>
            <a:custGeom>
              <a:avLst/>
              <a:gdLst/>
              <a:ahLst/>
              <a:cxnLst/>
              <a:rect l="l" t="t" r="r" b="b"/>
              <a:pathLst>
                <a:path w="4379" h="168" extrusionOk="0">
                  <a:moveTo>
                    <a:pt x="2190" y="1"/>
                  </a:moveTo>
                  <a:cubicBezTo>
                    <a:pt x="987" y="1"/>
                    <a:pt x="1" y="34"/>
                    <a:pt x="1" y="84"/>
                  </a:cubicBezTo>
                  <a:cubicBezTo>
                    <a:pt x="1" y="118"/>
                    <a:pt x="987" y="168"/>
                    <a:pt x="2190" y="168"/>
                  </a:cubicBezTo>
                  <a:cubicBezTo>
                    <a:pt x="3393" y="168"/>
                    <a:pt x="4378" y="118"/>
                    <a:pt x="4378" y="84"/>
                  </a:cubicBezTo>
                  <a:cubicBezTo>
                    <a:pt x="4378" y="34"/>
                    <a:pt x="3393" y="1"/>
                    <a:pt x="21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4"/>
            <p:cNvSpPr/>
            <p:nvPr/>
          </p:nvSpPr>
          <p:spPr>
            <a:xfrm>
              <a:off x="5682948" y="2051728"/>
              <a:ext cx="358287" cy="4840"/>
            </a:xfrm>
            <a:custGeom>
              <a:avLst/>
              <a:gdLst/>
              <a:ahLst/>
              <a:cxnLst/>
              <a:rect l="l" t="t" r="r" b="b"/>
              <a:pathLst>
                <a:path w="11179" h="151" extrusionOk="0">
                  <a:moveTo>
                    <a:pt x="5598" y="0"/>
                  </a:moveTo>
                  <a:cubicBezTo>
                    <a:pt x="2507" y="0"/>
                    <a:pt x="0" y="34"/>
                    <a:pt x="0" y="84"/>
                  </a:cubicBezTo>
                  <a:cubicBezTo>
                    <a:pt x="0" y="117"/>
                    <a:pt x="2507" y="151"/>
                    <a:pt x="5598" y="151"/>
                  </a:cubicBezTo>
                  <a:cubicBezTo>
                    <a:pt x="8689" y="151"/>
                    <a:pt x="11178" y="117"/>
                    <a:pt x="11178" y="84"/>
                  </a:cubicBezTo>
                  <a:cubicBezTo>
                    <a:pt x="11178" y="34"/>
                    <a:pt x="8689" y="0"/>
                    <a:pt x="55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5572632" y="2162044"/>
              <a:ext cx="358287" cy="4840"/>
            </a:xfrm>
            <a:custGeom>
              <a:avLst/>
              <a:gdLst/>
              <a:ahLst/>
              <a:cxnLst/>
              <a:rect l="l" t="t" r="r" b="b"/>
              <a:pathLst>
                <a:path w="11179" h="151" extrusionOk="0">
                  <a:moveTo>
                    <a:pt x="5581" y="0"/>
                  </a:moveTo>
                  <a:cubicBezTo>
                    <a:pt x="2490" y="0"/>
                    <a:pt x="0" y="34"/>
                    <a:pt x="0" y="67"/>
                  </a:cubicBezTo>
                  <a:cubicBezTo>
                    <a:pt x="0" y="117"/>
                    <a:pt x="2490" y="151"/>
                    <a:pt x="5581" y="151"/>
                  </a:cubicBezTo>
                  <a:cubicBezTo>
                    <a:pt x="8672" y="151"/>
                    <a:pt x="11178" y="117"/>
                    <a:pt x="11178" y="67"/>
                  </a:cubicBezTo>
                  <a:cubicBezTo>
                    <a:pt x="11178" y="34"/>
                    <a:pt x="8672" y="0"/>
                    <a:pt x="55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5695800" y="2304475"/>
              <a:ext cx="358287" cy="5384"/>
            </a:xfrm>
            <a:custGeom>
              <a:avLst/>
              <a:gdLst/>
              <a:ahLst/>
              <a:cxnLst/>
              <a:rect l="l" t="t" r="r" b="b"/>
              <a:pathLst>
                <a:path w="11179" h="168" extrusionOk="0">
                  <a:moveTo>
                    <a:pt x="5581" y="1"/>
                  </a:moveTo>
                  <a:cubicBezTo>
                    <a:pt x="2507" y="1"/>
                    <a:pt x="0" y="34"/>
                    <a:pt x="0" y="84"/>
                  </a:cubicBezTo>
                  <a:cubicBezTo>
                    <a:pt x="0" y="118"/>
                    <a:pt x="2507" y="168"/>
                    <a:pt x="5581" y="168"/>
                  </a:cubicBezTo>
                  <a:cubicBezTo>
                    <a:pt x="8672" y="168"/>
                    <a:pt x="11178" y="118"/>
                    <a:pt x="11178" y="84"/>
                  </a:cubicBezTo>
                  <a:cubicBezTo>
                    <a:pt x="11178" y="34"/>
                    <a:pt x="8672" y="1"/>
                    <a:pt x="5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4"/>
            <p:cNvSpPr/>
            <p:nvPr/>
          </p:nvSpPr>
          <p:spPr>
            <a:xfrm>
              <a:off x="5368602" y="2431938"/>
              <a:ext cx="358287" cy="5384"/>
            </a:xfrm>
            <a:custGeom>
              <a:avLst/>
              <a:gdLst/>
              <a:ahLst/>
              <a:cxnLst/>
              <a:rect l="l" t="t" r="r" b="b"/>
              <a:pathLst>
                <a:path w="11179" h="168" extrusionOk="0">
                  <a:moveTo>
                    <a:pt x="5581" y="0"/>
                  </a:moveTo>
                  <a:cubicBezTo>
                    <a:pt x="2507" y="0"/>
                    <a:pt x="0" y="34"/>
                    <a:pt x="0" y="84"/>
                  </a:cubicBezTo>
                  <a:cubicBezTo>
                    <a:pt x="0" y="134"/>
                    <a:pt x="2507" y="167"/>
                    <a:pt x="5581" y="167"/>
                  </a:cubicBezTo>
                  <a:cubicBezTo>
                    <a:pt x="8672" y="167"/>
                    <a:pt x="11178" y="134"/>
                    <a:pt x="11178" y="84"/>
                  </a:cubicBezTo>
                  <a:cubicBezTo>
                    <a:pt x="11178" y="34"/>
                    <a:pt x="8672" y="0"/>
                    <a:pt x="55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5764868" y="2431938"/>
              <a:ext cx="358287" cy="5384"/>
            </a:xfrm>
            <a:custGeom>
              <a:avLst/>
              <a:gdLst/>
              <a:ahLst/>
              <a:cxnLst/>
              <a:rect l="l" t="t" r="r" b="b"/>
              <a:pathLst>
                <a:path w="11179" h="168" extrusionOk="0">
                  <a:moveTo>
                    <a:pt x="5598" y="0"/>
                  </a:moveTo>
                  <a:cubicBezTo>
                    <a:pt x="2507" y="0"/>
                    <a:pt x="1" y="34"/>
                    <a:pt x="1" y="84"/>
                  </a:cubicBezTo>
                  <a:cubicBezTo>
                    <a:pt x="1" y="134"/>
                    <a:pt x="2507" y="167"/>
                    <a:pt x="5598" y="167"/>
                  </a:cubicBezTo>
                  <a:cubicBezTo>
                    <a:pt x="8673" y="167"/>
                    <a:pt x="11179" y="134"/>
                    <a:pt x="11179" y="84"/>
                  </a:cubicBezTo>
                  <a:cubicBezTo>
                    <a:pt x="11179" y="34"/>
                    <a:pt x="8673" y="0"/>
                    <a:pt x="55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4"/>
            <p:cNvSpPr/>
            <p:nvPr/>
          </p:nvSpPr>
          <p:spPr>
            <a:xfrm>
              <a:off x="5368602" y="2473699"/>
              <a:ext cx="358287" cy="4840"/>
            </a:xfrm>
            <a:custGeom>
              <a:avLst/>
              <a:gdLst/>
              <a:ahLst/>
              <a:cxnLst/>
              <a:rect l="l" t="t" r="r" b="b"/>
              <a:pathLst>
                <a:path w="11179" h="151" extrusionOk="0">
                  <a:moveTo>
                    <a:pt x="5581" y="1"/>
                  </a:moveTo>
                  <a:cubicBezTo>
                    <a:pt x="2490" y="1"/>
                    <a:pt x="0" y="34"/>
                    <a:pt x="0" y="67"/>
                  </a:cubicBezTo>
                  <a:cubicBezTo>
                    <a:pt x="0" y="118"/>
                    <a:pt x="2507" y="151"/>
                    <a:pt x="5581" y="151"/>
                  </a:cubicBezTo>
                  <a:cubicBezTo>
                    <a:pt x="8672" y="151"/>
                    <a:pt x="11178" y="118"/>
                    <a:pt x="11178" y="67"/>
                  </a:cubicBezTo>
                  <a:cubicBezTo>
                    <a:pt x="11178" y="34"/>
                    <a:pt x="8672" y="1"/>
                    <a:pt x="5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4"/>
            <p:cNvSpPr/>
            <p:nvPr/>
          </p:nvSpPr>
          <p:spPr>
            <a:xfrm>
              <a:off x="5385748" y="2081695"/>
              <a:ext cx="358800" cy="4872"/>
            </a:xfrm>
            <a:custGeom>
              <a:avLst/>
              <a:gdLst/>
              <a:ahLst/>
              <a:cxnLst/>
              <a:rect l="l" t="t" r="r" b="b"/>
              <a:pathLst>
                <a:path w="11195" h="152" extrusionOk="0">
                  <a:moveTo>
                    <a:pt x="5597" y="1"/>
                  </a:moveTo>
                  <a:cubicBezTo>
                    <a:pt x="2506" y="1"/>
                    <a:pt x="0" y="34"/>
                    <a:pt x="0" y="84"/>
                  </a:cubicBezTo>
                  <a:cubicBezTo>
                    <a:pt x="0" y="118"/>
                    <a:pt x="2506" y="151"/>
                    <a:pt x="5597" y="151"/>
                  </a:cubicBezTo>
                  <a:cubicBezTo>
                    <a:pt x="8689" y="151"/>
                    <a:pt x="11195" y="118"/>
                    <a:pt x="11195" y="84"/>
                  </a:cubicBezTo>
                  <a:cubicBezTo>
                    <a:pt x="11195" y="34"/>
                    <a:pt x="8689" y="1"/>
                    <a:pt x="55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5556575" y="2052241"/>
              <a:ext cx="92144" cy="4872"/>
            </a:xfrm>
            <a:custGeom>
              <a:avLst/>
              <a:gdLst/>
              <a:ahLst/>
              <a:cxnLst/>
              <a:rect l="l" t="t" r="r" b="b"/>
              <a:pathLst>
                <a:path w="2875" h="152" extrusionOk="0">
                  <a:moveTo>
                    <a:pt x="1437" y="1"/>
                  </a:moveTo>
                  <a:cubicBezTo>
                    <a:pt x="635" y="1"/>
                    <a:pt x="0" y="34"/>
                    <a:pt x="0" y="85"/>
                  </a:cubicBezTo>
                  <a:cubicBezTo>
                    <a:pt x="0" y="118"/>
                    <a:pt x="635" y="151"/>
                    <a:pt x="1437" y="151"/>
                  </a:cubicBezTo>
                  <a:cubicBezTo>
                    <a:pt x="2222" y="151"/>
                    <a:pt x="2874" y="118"/>
                    <a:pt x="2874" y="85"/>
                  </a:cubicBezTo>
                  <a:cubicBezTo>
                    <a:pt x="2874" y="34"/>
                    <a:pt x="2222" y="1"/>
                    <a:pt x="14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5371262" y="2266463"/>
              <a:ext cx="92144" cy="4840"/>
            </a:xfrm>
            <a:custGeom>
              <a:avLst/>
              <a:gdLst/>
              <a:ahLst/>
              <a:cxnLst/>
              <a:rect l="l" t="t" r="r" b="b"/>
              <a:pathLst>
                <a:path w="2875" h="151" extrusionOk="0">
                  <a:moveTo>
                    <a:pt x="1438" y="0"/>
                  </a:moveTo>
                  <a:cubicBezTo>
                    <a:pt x="636" y="0"/>
                    <a:pt x="1" y="34"/>
                    <a:pt x="1" y="84"/>
                  </a:cubicBezTo>
                  <a:cubicBezTo>
                    <a:pt x="1" y="117"/>
                    <a:pt x="636" y="151"/>
                    <a:pt x="1438" y="151"/>
                  </a:cubicBezTo>
                  <a:cubicBezTo>
                    <a:pt x="2240" y="151"/>
                    <a:pt x="2875" y="117"/>
                    <a:pt x="2875" y="84"/>
                  </a:cubicBezTo>
                  <a:cubicBezTo>
                    <a:pt x="2875" y="34"/>
                    <a:pt x="2240" y="0"/>
                    <a:pt x="14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5369146" y="2304475"/>
              <a:ext cx="92144" cy="5384"/>
            </a:xfrm>
            <a:custGeom>
              <a:avLst/>
              <a:gdLst/>
              <a:ahLst/>
              <a:cxnLst/>
              <a:rect l="l" t="t" r="r" b="b"/>
              <a:pathLst>
                <a:path w="2875" h="168" extrusionOk="0">
                  <a:moveTo>
                    <a:pt x="1437" y="1"/>
                  </a:moveTo>
                  <a:cubicBezTo>
                    <a:pt x="635" y="1"/>
                    <a:pt x="0" y="34"/>
                    <a:pt x="0" y="84"/>
                  </a:cubicBezTo>
                  <a:cubicBezTo>
                    <a:pt x="0" y="118"/>
                    <a:pt x="635" y="168"/>
                    <a:pt x="1437" y="168"/>
                  </a:cubicBezTo>
                  <a:cubicBezTo>
                    <a:pt x="2239" y="168"/>
                    <a:pt x="2874" y="118"/>
                    <a:pt x="2874" y="84"/>
                  </a:cubicBezTo>
                  <a:cubicBezTo>
                    <a:pt x="2874" y="34"/>
                    <a:pt x="2239" y="1"/>
                    <a:pt x="14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5263638" y="1917856"/>
              <a:ext cx="997684" cy="5384"/>
            </a:xfrm>
            <a:custGeom>
              <a:avLst/>
              <a:gdLst/>
              <a:ahLst/>
              <a:cxnLst/>
              <a:rect l="l" t="t" r="r" b="b"/>
              <a:pathLst>
                <a:path w="31129" h="168" extrusionOk="0">
                  <a:moveTo>
                    <a:pt x="15556" y="0"/>
                  </a:moveTo>
                  <a:cubicBezTo>
                    <a:pt x="6968" y="0"/>
                    <a:pt x="1" y="50"/>
                    <a:pt x="1" y="84"/>
                  </a:cubicBezTo>
                  <a:cubicBezTo>
                    <a:pt x="1" y="134"/>
                    <a:pt x="6968" y="167"/>
                    <a:pt x="15556" y="167"/>
                  </a:cubicBezTo>
                  <a:cubicBezTo>
                    <a:pt x="24161" y="167"/>
                    <a:pt x="31129" y="134"/>
                    <a:pt x="31129" y="84"/>
                  </a:cubicBezTo>
                  <a:cubicBezTo>
                    <a:pt x="31129" y="50"/>
                    <a:pt x="24161" y="0"/>
                    <a:pt x="155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5315046" y="1875005"/>
              <a:ext cx="27339" cy="23877"/>
            </a:xfrm>
            <a:custGeom>
              <a:avLst/>
              <a:gdLst/>
              <a:ahLst/>
              <a:cxnLst/>
              <a:rect l="l" t="t" r="r" b="b"/>
              <a:pathLst>
                <a:path w="853" h="745" extrusionOk="0">
                  <a:moveTo>
                    <a:pt x="485" y="0"/>
                  </a:moveTo>
                  <a:cubicBezTo>
                    <a:pt x="168" y="0"/>
                    <a:pt x="1" y="401"/>
                    <a:pt x="235" y="635"/>
                  </a:cubicBezTo>
                  <a:cubicBezTo>
                    <a:pt x="310" y="711"/>
                    <a:pt x="401" y="744"/>
                    <a:pt x="489" y="744"/>
                  </a:cubicBezTo>
                  <a:cubicBezTo>
                    <a:pt x="676" y="744"/>
                    <a:pt x="853" y="595"/>
                    <a:pt x="853" y="368"/>
                  </a:cubicBezTo>
                  <a:cubicBezTo>
                    <a:pt x="853" y="168"/>
                    <a:pt x="686" y="0"/>
                    <a:pt x="4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5365909" y="1875005"/>
              <a:ext cx="27371" cy="23877"/>
            </a:xfrm>
            <a:custGeom>
              <a:avLst/>
              <a:gdLst/>
              <a:ahLst/>
              <a:cxnLst/>
              <a:rect l="l" t="t" r="r" b="b"/>
              <a:pathLst>
                <a:path w="854" h="745" extrusionOk="0">
                  <a:moveTo>
                    <a:pt x="485" y="0"/>
                  </a:moveTo>
                  <a:cubicBezTo>
                    <a:pt x="151" y="0"/>
                    <a:pt x="1" y="401"/>
                    <a:pt x="218" y="635"/>
                  </a:cubicBezTo>
                  <a:cubicBezTo>
                    <a:pt x="293" y="711"/>
                    <a:pt x="386" y="744"/>
                    <a:pt x="477" y="744"/>
                  </a:cubicBezTo>
                  <a:cubicBezTo>
                    <a:pt x="669" y="744"/>
                    <a:pt x="853" y="595"/>
                    <a:pt x="853" y="368"/>
                  </a:cubicBezTo>
                  <a:cubicBezTo>
                    <a:pt x="853" y="168"/>
                    <a:pt x="686" y="0"/>
                    <a:pt x="4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5416260" y="1875005"/>
              <a:ext cx="27883" cy="23877"/>
            </a:xfrm>
            <a:custGeom>
              <a:avLst/>
              <a:gdLst/>
              <a:ahLst/>
              <a:cxnLst/>
              <a:rect l="l" t="t" r="r" b="b"/>
              <a:pathLst>
                <a:path w="870" h="745" extrusionOk="0">
                  <a:moveTo>
                    <a:pt x="502" y="0"/>
                  </a:moveTo>
                  <a:cubicBezTo>
                    <a:pt x="168" y="0"/>
                    <a:pt x="1" y="401"/>
                    <a:pt x="234" y="635"/>
                  </a:cubicBezTo>
                  <a:cubicBezTo>
                    <a:pt x="310" y="711"/>
                    <a:pt x="402" y="744"/>
                    <a:pt x="493" y="744"/>
                  </a:cubicBezTo>
                  <a:cubicBezTo>
                    <a:pt x="685" y="744"/>
                    <a:pt x="869" y="595"/>
                    <a:pt x="869" y="368"/>
                  </a:cubicBezTo>
                  <a:cubicBezTo>
                    <a:pt x="869" y="168"/>
                    <a:pt x="702" y="0"/>
                    <a:pt x="5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565990" y="1808052"/>
              <a:ext cx="1218862" cy="802244"/>
            </a:xfrm>
            <a:custGeom>
              <a:avLst/>
              <a:gdLst/>
              <a:ahLst/>
              <a:cxnLst/>
              <a:rect l="l" t="t" r="r" b="b"/>
              <a:pathLst>
                <a:path w="38030" h="25031" extrusionOk="0">
                  <a:moveTo>
                    <a:pt x="2607" y="1"/>
                  </a:moveTo>
                  <a:lnTo>
                    <a:pt x="1" y="25030"/>
                  </a:lnTo>
                  <a:lnTo>
                    <a:pt x="35139" y="25030"/>
                  </a:lnTo>
                  <a:lnTo>
                    <a:pt x="380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508684" y="1808052"/>
              <a:ext cx="1218862" cy="802244"/>
            </a:xfrm>
            <a:custGeom>
              <a:avLst/>
              <a:gdLst/>
              <a:ahLst/>
              <a:cxnLst/>
              <a:rect l="l" t="t" r="r" b="b"/>
              <a:pathLst>
                <a:path w="38030" h="25031" extrusionOk="0">
                  <a:moveTo>
                    <a:pt x="2608" y="1"/>
                  </a:moveTo>
                  <a:lnTo>
                    <a:pt x="1" y="25030"/>
                  </a:lnTo>
                  <a:lnTo>
                    <a:pt x="35139" y="25030"/>
                  </a:lnTo>
                  <a:lnTo>
                    <a:pt x="380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548330" y="1829494"/>
              <a:ext cx="1131012" cy="744393"/>
            </a:xfrm>
            <a:custGeom>
              <a:avLst/>
              <a:gdLst/>
              <a:ahLst/>
              <a:cxnLst/>
              <a:rect l="l" t="t" r="r" b="b"/>
              <a:pathLst>
                <a:path w="35289" h="23226" extrusionOk="0">
                  <a:moveTo>
                    <a:pt x="2406" y="0"/>
                  </a:moveTo>
                  <a:lnTo>
                    <a:pt x="0" y="23225"/>
                  </a:lnTo>
                  <a:lnTo>
                    <a:pt x="32599" y="23225"/>
                  </a:lnTo>
                  <a:lnTo>
                    <a:pt x="3528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6660794" y="1938720"/>
              <a:ext cx="54100" cy="499660"/>
            </a:xfrm>
            <a:custGeom>
              <a:avLst/>
              <a:gdLst/>
              <a:ahLst/>
              <a:cxnLst/>
              <a:rect l="l" t="t" r="r" b="b"/>
              <a:pathLst>
                <a:path w="1688" h="15590" extrusionOk="0">
                  <a:moveTo>
                    <a:pt x="1654" y="1"/>
                  </a:moveTo>
                  <a:lnTo>
                    <a:pt x="1654" y="1"/>
                  </a:lnTo>
                  <a:cubicBezTo>
                    <a:pt x="1604" y="1"/>
                    <a:pt x="1220" y="3493"/>
                    <a:pt x="769" y="7787"/>
                  </a:cubicBezTo>
                  <a:cubicBezTo>
                    <a:pt x="318" y="12098"/>
                    <a:pt x="0" y="15590"/>
                    <a:pt x="50" y="15590"/>
                  </a:cubicBezTo>
                  <a:cubicBezTo>
                    <a:pt x="50" y="15590"/>
                    <a:pt x="51" y="15590"/>
                    <a:pt x="51" y="15590"/>
                  </a:cubicBezTo>
                  <a:cubicBezTo>
                    <a:pt x="86" y="15590"/>
                    <a:pt x="486" y="12104"/>
                    <a:pt x="919" y="7804"/>
                  </a:cubicBezTo>
                  <a:cubicBezTo>
                    <a:pt x="1370" y="3510"/>
                    <a:pt x="1688" y="17"/>
                    <a:pt x="16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747553" y="1961219"/>
              <a:ext cx="104964" cy="5384"/>
            </a:xfrm>
            <a:custGeom>
              <a:avLst/>
              <a:gdLst/>
              <a:ahLst/>
              <a:cxnLst/>
              <a:rect l="l" t="t" r="r" b="b"/>
              <a:pathLst>
                <a:path w="3275" h="168" extrusionOk="0">
                  <a:moveTo>
                    <a:pt x="1637" y="1"/>
                  </a:moveTo>
                  <a:cubicBezTo>
                    <a:pt x="735" y="1"/>
                    <a:pt x="0" y="34"/>
                    <a:pt x="0" y="84"/>
                  </a:cubicBezTo>
                  <a:cubicBezTo>
                    <a:pt x="0" y="117"/>
                    <a:pt x="735" y="168"/>
                    <a:pt x="1637" y="168"/>
                  </a:cubicBezTo>
                  <a:cubicBezTo>
                    <a:pt x="2540" y="168"/>
                    <a:pt x="3275" y="117"/>
                    <a:pt x="3275" y="84"/>
                  </a:cubicBezTo>
                  <a:cubicBezTo>
                    <a:pt x="3275" y="34"/>
                    <a:pt x="2540" y="1"/>
                    <a:pt x="1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880881" y="1961219"/>
              <a:ext cx="417740" cy="5384"/>
            </a:xfrm>
            <a:custGeom>
              <a:avLst/>
              <a:gdLst/>
              <a:ahLst/>
              <a:cxnLst/>
              <a:rect l="l" t="t" r="r" b="b"/>
              <a:pathLst>
                <a:path w="13034" h="168" extrusionOk="0">
                  <a:moveTo>
                    <a:pt x="6517" y="1"/>
                  </a:moveTo>
                  <a:cubicBezTo>
                    <a:pt x="2924" y="1"/>
                    <a:pt x="0" y="34"/>
                    <a:pt x="0" y="84"/>
                  </a:cubicBezTo>
                  <a:cubicBezTo>
                    <a:pt x="0" y="117"/>
                    <a:pt x="2924" y="168"/>
                    <a:pt x="6517" y="168"/>
                  </a:cubicBezTo>
                  <a:cubicBezTo>
                    <a:pt x="10126" y="168"/>
                    <a:pt x="13033" y="117"/>
                    <a:pt x="13033" y="84"/>
                  </a:cubicBezTo>
                  <a:cubicBezTo>
                    <a:pt x="13033" y="34"/>
                    <a:pt x="10126" y="1"/>
                    <a:pt x="65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735214" y="2225760"/>
              <a:ext cx="104996" cy="5384"/>
            </a:xfrm>
            <a:custGeom>
              <a:avLst/>
              <a:gdLst/>
              <a:ahLst/>
              <a:cxnLst/>
              <a:rect l="l" t="t" r="r" b="b"/>
              <a:pathLst>
                <a:path w="3276" h="168" extrusionOk="0">
                  <a:moveTo>
                    <a:pt x="1638" y="1"/>
                  </a:moveTo>
                  <a:cubicBezTo>
                    <a:pt x="736" y="1"/>
                    <a:pt x="1" y="34"/>
                    <a:pt x="1" y="84"/>
                  </a:cubicBezTo>
                  <a:cubicBezTo>
                    <a:pt x="1" y="117"/>
                    <a:pt x="736" y="168"/>
                    <a:pt x="1638" y="168"/>
                  </a:cubicBezTo>
                  <a:cubicBezTo>
                    <a:pt x="2540" y="168"/>
                    <a:pt x="3276" y="117"/>
                    <a:pt x="3276" y="84"/>
                  </a:cubicBezTo>
                  <a:cubicBezTo>
                    <a:pt x="3276" y="34"/>
                    <a:pt x="2540" y="1"/>
                    <a:pt x="16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868574" y="2225760"/>
              <a:ext cx="417708" cy="5384"/>
            </a:xfrm>
            <a:custGeom>
              <a:avLst/>
              <a:gdLst/>
              <a:ahLst/>
              <a:cxnLst/>
              <a:rect l="l" t="t" r="r" b="b"/>
              <a:pathLst>
                <a:path w="13033" h="168" extrusionOk="0">
                  <a:moveTo>
                    <a:pt x="6516" y="1"/>
                  </a:moveTo>
                  <a:cubicBezTo>
                    <a:pt x="2907" y="1"/>
                    <a:pt x="0" y="34"/>
                    <a:pt x="0" y="84"/>
                  </a:cubicBezTo>
                  <a:cubicBezTo>
                    <a:pt x="0" y="117"/>
                    <a:pt x="2924" y="168"/>
                    <a:pt x="6516" y="168"/>
                  </a:cubicBezTo>
                  <a:cubicBezTo>
                    <a:pt x="10109" y="168"/>
                    <a:pt x="13033" y="117"/>
                    <a:pt x="13033" y="84"/>
                  </a:cubicBezTo>
                  <a:cubicBezTo>
                    <a:pt x="13033" y="34"/>
                    <a:pt x="10126" y="1"/>
                    <a:pt x="65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726111" y="2347870"/>
              <a:ext cx="417740" cy="4840"/>
            </a:xfrm>
            <a:custGeom>
              <a:avLst/>
              <a:gdLst/>
              <a:ahLst/>
              <a:cxnLst/>
              <a:rect l="l" t="t" r="r" b="b"/>
              <a:pathLst>
                <a:path w="13034" h="151" extrusionOk="0">
                  <a:moveTo>
                    <a:pt x="6517" y="0"/>
                  </a:moveTo>
                  <a:cubicBezTo>
                    <a:pt x="2925" y="0"/>
                    <a:pt x="1" y="33"/>
                    <a:pt x="1" y="84"/>
                  </a:cubicBezTo>
                  <a:cubicBezTo>
                    <a:pt x="1" y="117"/>
                    <a:pt x="2925" y="150"/>
                    <a:pt x="6517" y="150"/>
                  </a:cubicBezTo>
                  <a:cubicBezTo>
                    <a:pt x="10126" y="150"/>
                    <a:pt x="13033" y="117"/>
                    <a:pt x="13033" y="84"/>
                  </a:cubicBezTo>
                  <a:cubicBezTo>
                    <a:pt x="13033" y="33"/>
                    <a:pt x="10126" y="0"/>
                    <a:pt x="65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6751271" y="2036184"/>
              <a:ext cx="147302" cy="4872"/>
            </a:xfrm>
            <a:custGeom>
              <a:avLst/>
              <a:gdLst/>
              <a:ahLst/>
              <a:cxnLst/>
              <a:rect l="l" t="t" r="r" b="b"/>
              <a:pathLst>
                <a:path w="4596" h="152" extrusionOk="0">
                  <a:moveTo>
                    <a:pt x="2290" y="1"/>
                  </a:moveTo>
                  <a:cubicBezTo>
                    <a:pt x="1020" y="1"/>
                    <a:pt x="1" y="34"/>
                    <a:pt x="1" y="68"/>
                  </a:cubicBezTo>
                  <a:cubicBezTo>
                    <a:pt x="1" y="118"/>
                    <a:pt x="1020" y="151"/>
                    <a:pt x="2290" y="151"/>
                  </a:cubicBezTo>
                  <a:cubicBezTo>
                    <a:pt x="3560" y="151"/>
                    <a:pt x="4596" y="118"/>
                    <a:pt x="4596" y="68"/>
                  </a:cubicBezTo>
                  <a:cubicBezTo>
                    <a:pt x="4596" y="34"/>
                    <a:pt x="3560" y="1"/>
                    <a:pt x="22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4"/>
            <p:cNvSpPr/>
            <p:nvPr/>
          </p:nvSpPr>
          <p:spPr>
            <a:xfrm>
              <a:off x="6747553" y="2145443"/>
              <a:ext cx="147270" cy="4840"/>
            </a:xfrm>
            <a:custGeom>
              <a:avLst/>
              <a:gdLst/>
              <a:ahLst/>
              <a:cxnLst/>
              <a:rect l="l" t="t" r="r" b="b"/>
              <a:pathLst>
                <a:path w="4595" h="151" extrusionOk="0">
                  <a:moveTo>
                    <a:pt x="2289" y="0"/>
                  </a:moveTo>
                  <a:cubicBezTo>
                    <a:pt x="1019" y="0"/>
                    <a:pt x="0" y="34"/>
                    <a:pt x="0" y="84"/>
                  </a:cubicBezTo>
                  <a:cubicBezTo>
                    <a:pt x="0" y="117"/>
                    <a:pt x="1019" y="151"/>
                    <a:pt x="2289" y="151"/>
                  </a:cubicBezTo>
                  <a:cubicBezTo>
                    <a:pt x="3559" y="151"/>
                    <a:pt x="4595" y="117"/>
                    <a:pt x="4595" y="84"/>
                  </a:cubicBezTo>
                  <a:cubicBezTo>
                    <a:pt x="4595" y="34"/>
                    <a:pt x="3559" y="0"/>
                    <a:pt x="22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4"/>
            <p:cNvSpPr/>
            <p:nvPr/>
          </p:nvSpPr>
          <p:spPr>
            <a:xfrm>
              <a:off x="6872324" y="2301815"/>
              <a:ext cx="147270" cy="5384"/>
            </a:xfrm>
            <a:custGeom>
              <a:avLst/>
              <a:gdLst/>
              <a:ahLst/>
              <a:cxnLst/>
              <a:rect l="l" t="t" r="r" b="b"/>
              <a:pathLst>
                <a:path w="4595" h="168" extrusionOk="0">
                  <a:moveTo>
                    <a:pt x="2289" y="0"/>
                  </a:moveTo>
                  <a:cubicBezTo>
                    <a:pt x="1019" y="0"/>
                    <a:pt x="0" y="34"/>
                    <a:pt x="0" y="84"/>
                  </a:cubicBezTo>
                  <a:cubicBezTo>
                    <a:pt x="0" y="134"/>
                    <a:pt x="1019" y="167"/>
                    <a:pt x="2289" y="167"/>
                  </a:cubicBezTo>
                  <a:cubicBezTo>
                    <a:pt x="3559" y="167"/>
                    <a:pt x="4595" y="134"/>
                    <a:pt x="4595" y="84"/>
                  </a:cubicBezTo>
                  <a:cubicBezTo>
                    <a:pt x="4595" y="34"/>
                    <a:pt x="3559" y="0"/>
                    <a:pt x="22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4"/>
            <p:cNvSpPr/>
            <p:nvPr/>
          </p:nvSpPr>
          <p:spPr>
            <a:xfrm>
              <a:off x="7058662" y="2036184"/>
              <a:ext cx="377036" cy="4872"/>
            </a:xfrm>
            <a:custGeom>
              <a:avLst/>
              <a:gdLst/>
              <a:ahLst/>
              <a:cxnLst/>
              <a:rect l="l" t="t" r="r" b="b"/>
              <a:pathLst>
                <a:path w="11764" h="152" extrusionOk="0">
                  <a:moveTo>
                    <a:pt x="5882" y="1"/>
                  </a:moveTo>
                  <a:cubicBezTo>
                    <a:pt x="2624" y="1"/>
                    <a:pt x="1" y="34"/>
                    <a:pt x="1" y="68"/>
                  </a:cubicBezTo>
                  <a:cubicBezTo>
                    <a:pt x="1" y="118"/>
                    <a:pt x="2624" y="151"/>
                    <a:pt x="5882" y="151"/>
                  </a:cubicBezTo>
                  <a:cubicBezTo>
                    <a:pt x="9124" y="151"/>
                    <a:pt x="11764" y="118"/>
                    <a:pt x="11764" y="68"/>
                  </a:cubicBezTo>
                  <a:cubicBezTo>
                    <a:pt x="11764" y="34"/>
                    <a:pt x="9124" y="1"/>
                    <a:pt x="58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4"/>
            <p:cNvSpPr/>
            <p:nvPr/>
          </p:nvSpPr>
          <p:spPr>
            <a:xfrm>
              <a:off x="6941936" y="2151853"/>
              <a:ext cx="377036" cy="4872"/>
            </a:xfrm>
            <a:custGeom>
              <a:avLst/>
              <a:gdLst/>
              <a:ahLst/>
              <a:cxnLst/>
              <a:rect l="l" t="t" r="r" b="b"/>
              <a:pathLst>
                <a:path w="11764" h="152" extrusionOk="0">
                  <a:moveTo>
                    <a:pt x="5882" y="1"/>
                  </a:moveTo>
                  <a:cubicBezTo>
                    <a:pt x="2640" y="1"/>
                    <a:pt x="0" y="34"/>
                    <a:pt x="0" y="84"/>
                  </a:cubicBezTo>
                  <a:cubicBezTo>
                    <a:pt x="0" y="118"/>
                    <a:pt x="2640" y="151"/>
                    <a:pt x="5882" y="151"/>
                  </a:cubicBezTo>
                  <a:cubicBezTo>
                    <a:pt x="9140" y="151"/>
                    <a:pt x="11763" y="118"/>
                    <a:pt x="11763" y="84"/>
                  </a:cubicBezTo>
                  <a:cubicBezTo>
                    <a:pt x="11763" y="34"/>
                    <a:pt x="9140" y="1"/>
                    <a:pt x="58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4"/>
            <p:cNvSpPr/>
            <p:nvPr/>
          </p:nvSpPr>
          <p:spPr>
            <a:xfrm>
              <a:off x="7072059" y="2301815"/>
              <a:ext cx="377036" cy="5384"/>
            </a:xfrm>
            <a:custGeom>
              <a:avLst/>
              <a:gdLst/>
              <a:ahLst/>
              <a:cxnLst/>
              <a:rect l="l" t="t" r="r" b="b"/>
              <a:pathLst>
                <a:path w="11764" h="168" extrusionOk="0">
                  <a:moveTo>
                    <a:pt x="5882" y="0"/>
                  </a:moveTo>
                  <a:cubicBezTo>
                    <a:pt x="2624" y="0"/>
                    <a:pt x="0" y="34"/>
                    <a:pt x="0" y="84"/>
                  </a:cubicBezTo>
                  <a:cubicBezTo>
                    <a:pt x="0" y="134"/>
                    <a:pt x="2624" y="167"/>
                    <a:pt x="5882" y="167"/>
                  </a:cubicBezTo>
                  <a:cubicBezTo>
                    <a:pt x="9123" y="167"/>
                    <a:pt x="11763" y="134"/>
                    <a:pt x="11763" y="84"/>
                  </a:cubicBezTo>
                  <a:cubicBezTo>
                    <a:pt x="11763" y="34"/>
                    <a:pt x="9123" y="0"/>
                    <a:pt x="58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4"/>
            <p:cNvSpPr/>
            <p:nvPr/>
          </p:nvSpPr>
          <p:spPr>
            <a:xfrm>
              <a:off x="6727714" y="2436200"/>
              <a:ext cx="377036" cy="4872"/>
            </a:xfrm>
            <a:custGeom>
              <a:avLst/>
              <a:gdLst/>
              <a:ahLst/>
              <a:cxnLst/>
              <a:rect l="l" t="t" r="r" b="b"/>
              <a:pathLst>
                <a:path w="11764" h="152" extrusionOk="0">
                  <a:moveTo>
                    <a:pt x="5882" y="1"/>
                  </a:moveTo>
                  <a:cubicBezTo>
                    <a:pt x="2624" y="1"/>
                    <a:pt x="1" y="34"/>
                    <a:pt x="1" y="68"/>
                  </a:cubicBezTo>
                  <a:cubicBezTo>
                    <a:pt x="1" y="118"/>
                    <a:pt x="2624" y="151"/>
                    <a:pt x="5882" y="151"/>
                  </a:cubicBezTo>
                  <a:cubicBezTo>
                    <a:pt x="9124" y="151"/>
                    <a:pt x="11764" y="118"/>
                    <a:pt x="11764" y="68"/>
                  </a:cubicBezTo>
                  <a:cubicBezTo>
                    <a:pt x="11764" y="34"/>
                    <a:pt x="9124" y="1"/>
                    <a:pt x="58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4"/>
            <p:cNvSpPr/>
            <p:nvPr/>
          </p:nvSpPr>
          <p:spPr>
            <a:xfrm>
              <a:off x="7144364" y="2436200"/>
              <a:ext cx="377004" cy="4872"/>
            </a:xfrm>
            <a:custGeom>
              <a:avLst/>
              <a:gdLst/>
              <a:ahLst/>
              <a:cxnLst/>
              <a:rect l="l" t="t" r="r" b="b"/>
              <a:pathLst>
                <a:path w="11763" h="152" extrusionOk="0">
                  <a:moveTo>
                    <a:pt x="5881" y="1"/>
                  </a:moveTo>
                  <a:cubicBezTo>
                    <a:pt x="2640" y="1"/>
                    <a:pt x="0" y="34"/>
                    <a:pt x="0" y="68"/>
                  </a:cubicBezTo>
                  <a:cubicBezTo>
                    <a:pt x="0" y="118"/>
                    <a:pt x="2640" y="151"/>
                    <a:pt x="5881" y="151"/>
                  </a:cubicBezTo>
                  <a:cubicBezTo>
                    <a:pt x="9140" y="151"/>
                    <a:pt x="11763" y="118"/>
                    <a:pt x="11763" y="68"/>
                  </a:cubicBezTo>
                  <a:cubicBezTo>
                    <a:pt x="11763" y="34"/>
                    <a:pt x="9140" y="1"/>
                    <a:pt x="58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4"/>
            <p:cNvSpPr/>
            <p:nvPr/>
          </p:nvSpPr>
          <p:spPr>
            <a:xfrm>
              <a:off x="6727714" y="2479596"/>
              <a:ext cx="377036" cy="5384"/>
            </a:xfrm>
            <a:custGeom>
              <a:avLst/>
              <a:gdLst/>
              <a:ahLst/>
              <a:cxnLst/>
              <a:rect l="l" t="t" r="r" b="b"/>
              <a:pathLst>
                <a:path w="11764" h="168" extrusionOk="0">
                  <a:moveTo>
                    <a:pt x="5882" y="0"/>
                  </a:moveTo>
                  <a:cubicBezTo>
                    <a:pt x="2624" y="0"/>
                    <a:pt x="1" y="34"/>
                    <a:pt x="1" y="84"/>
                  </a:cubicBezTo>
                  <a:cubicBezTo>
                    <a:pt x="1" y="117"/>
                    <a:pt x="2624" y="167"/>
                    <a:pt x="5882" y="167"/>
                  </a:cubicBezTo>
                  <a:cubicBezTo>
                    <a:pt x="9124" y="167"/>
                    <a:pt x="11764" y="117"/>
                    <a:pt x="11764" y="84"/>
                  </a:cubicBezTo>
                  <a:cubicBezTo>
                    <a:pt x="11764" y="34"/>
                    <a:pt x="9124" y="0"/>
                    <a:pt x="58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4"/>
            <p:cNvSpPr/>
            <p:nvPr/>
          </p:nvSpPr>
          <p:spPr>
            <a:xfrm>
              <a:off x="6745918" y="2067241"/>
              <a:ext cx="377036" cy="5384"/>
            </a:xfrm>
            <a:custGeom>
              <a:avLst/>
              <a:gdLst/>
              <a:ahLst/>
              <a:cxnLst/>
              <a:rect l="l" t="t" r="r" b="b"/>
              <a:pathLst>
                <a:path w="11764" h="168" extrusionOk="0">
                  <a:moveTo>
                    <a:pt x="5882" y="1"/>
                  </a:moveTo>
                  <a:cubicBezTo>
                    <a:pt x="2641" y="1"/>
                    <a:pt x="1" y="34"/>
                    <a:pt x="1" y="84"/>
                  </a:cubicBezTo>
                  <a:cubicBezTo>
                    <a:pt x="1" y="134"/>
                    <a:pt x="2641" y="168"/>
                    <a:pt x="5882" y="168"/>
                  </a:cubicBezTo>
                  <a:cubicBezTo>
                    <a:pt x="9124" y="168"/>
                    <a:pt x="11764" y="134"/>
                    <a:pt x="11764" y="84"/>
                  </a:cubicBezTo>
                  <a:cubicBezTo>
                    <a:pt x="11764" y="34"/>
                    <a:pt x="9140" y="1"/>
                    <a:pt x="58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4"/>
            <p:cNvSpPr/>
            <p:nvPr/>
          </p:nvSpPr>
          <p:spPr>
            <a:xfrm>
              <a:off x="6925334" y="2036184"/>
              <a:ext cx="96951" cy="5384"/>
            </a:xfrm>
            <a:custGeom>
              <a:avLst/>
              <a:gdLst/>
              <a:ahLst/>
              <a:cxnLst/>
              <a:rect l="l" t="t" r="r" b="b"/>
              <a:pathLst>
                <a:path w="3025" h="168" extrusionOk="0">
                  <a:moveTo>
                    <a:pt x="1521" y="1"/>
                  </a:moveTo>
                  <a:cubicBezTo>
                    <a:pt x="685" y="1"/>
                    <a:pt x="0" y="51"/>
                    <a:pt x="0" y="84"/>
                  </a:cubicBezTo>
                  <a:cubicBezTo>
                    <a:pt x="0" y="134"/>
                    <a:pt x="685" y="168"/>
                    <a:pt x="1521" y="168"/>
                  </a:cubicBezTo>
                  <a:cubicBezTo>
                    <a:pt x="2356" y="168"/>
                    <a:pt x="3025" y="134"/>
                    <a:pt x="3025" y="84"/>
                  </a:cubicBezTo>
                  <a:cubicBezTo>
                    <a:pt x="3025" y="51"/>
                    <a:pt x="2356" y="1"/>
                    <a:pt x="15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4"/>
            <p:cNvSpPr/>
            <p:nvPr/>
          </p:nvSpPr>
          <p:spPr>
            <a:xfrm>
              <a:off x="6730406" y="2261624"/>
              <a:ext cx="97496" cy="5416"/>
            </a:xfrm>
            <a:custGeom>
              <a:avLst/>
              <a:gdLst/>
              <a:ahLst/>
              <a:cxnLst/>
              <a:rect l="l" t="t" r="r" b="b"/>
              <a:pathLst>
                <a:path w="3042" h="169" extrusionOk="0">
                  <a:moveTo>
                    <a:pt x="1521" y="1"/>
                  </a:moveTo>
                  <a:cubicBezTo>
                    <a:pt x="685" y="1"/>
                    <a:pt x="0" y="34"/>
                    <a:pt x="0" y="85"/>
                  </a:cubicBezTo>
                  <a:cubicBezTo>
                    <a:pt x="0" y="135"/>
                    <a:pt x="685" y="168"/>
                    <a:pt x="1521" y="168"/>
                  </a:cubicBezTo>
                  <a:cubicBezTo>
                    <a:pt x="2356" y="168"/>
                    <a:pt x="3041" y="135"/>
                    <a:pt x="3041" y="85"/>
                  </a:cubicBezTo>
                  <a:cubicBezTo>
                    <a:pt x="3041" y="34"/>
                    <a:pt x="2356" y="1"/>
                    <a:pt x="15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4"/>
            <p:cNvSpPr/>
            <p:nvPr/>
          </p:nvSpPr>
          <p:spPr>
            <a:xfrm>
              <a:off x="6728259" y="2301815"/>
              <a:ext cx="96951" cy="5384"/>
            </a:xfrm>
            <a:custGeom>
              <a:avLst/>
              <a:gdLst/>
              <a:ahLst/>
              <a:cxnLst/>
              <a:rect l="l" t="t" r="r" b="b"/>
              <a:pathLst>
                <a:path w="3025" h="168" extrusionOk="0">
                  <a:moveTo>
                    <a:pt x="1521" y="0"/>
                  </a:moveTo>
                  <a:cubicBezTo>
                    <a:pt x="686" y="0"/>
                    <a:pt x="1" y="34"/>
                    <a:pt x="1" y="84"/>
                  </a:cubicBezTo>
                  <a:cubicBezTo>
                    <a:pt x="1" y="134"/>
                    <a:pt x="686" y="167"/>
                    <a:pt x="1521" y="167"/>
                  </a:cubicBezTo>
                  <a:cubicBezTo>
                    <a:pt x="2356" y="167"/>
                    <a:pt x="3025" y="134"/>
                    <a:pt x="3025" y="84"/>
                  </a:cubicBezTo>
                  <a:cubicBezTo>
                    <a:pt x="3025" y="34"/>
                    <a:pt x="2356" y="0"/>
                    <a:pt x="15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4"/>
            <p:cNvSpPr/>
            <p:nvPr/>
          </p:nvSpPr>
          <p:spPr>
            <a:xfrm>
              <a:off x="6616885" y="1895356"/>
              <a:ext cx="1050150" cy="4840"/>
            </a:xfrm>
            <a:custGeom>
              <a:avLst/>
              <a:gdLst/>
              <a:ahLst/>
              <a:cxnLst/>
              <a:rect l="l" t="t" r="r" b="b"/>
              <a:pathLst>
                <a:path w="32766" h="151" extrusionOk="0">
                  <a:moveTo>
                    <a:pt x="16391" y="0"/>
                  </a:moveTo>
                  <a:cubicBezTo>
                    <a:pt x="7335" y="0"/>
                    <a:pt x="0" y="34"/>
                    <a:pt x="0" y="84"/>
                  </a:cubicBezTo>
                  <a:cubicBezTo>
                    <a:pt x="0" y="117"/>
                    <a:pt x="7335" y="151"/>
                    <a:pt x="16391" y="151"/>
                  </a:cubicBezTo>
                  <a:cubicBezTo>
                    <a:pt x="25431" y="151"/>
                    <a:pt x="32766" y="117"/>
                    <a:pt x="32766" y="84"/>
                  </a:cubicBezTo>
                  <a:cubicBezTo>
                    <a:pt x="32766" y="34"/>
                    <a:pt x="25431" y="0"/>
                    <a:pt x="163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6671498" y="1849845"/>
              <a:ext cx="28941" cy="25159"/>
            </a:xfrm>
            <a:custGeom>
              <a:avLst/>
              <a:gdLst/>
              <a:ahLst/>
              <a:cxnLst/>
              <a:rect l="l" t="t" r="r" b="b"/>
              <a:pathLst>
                <a:path w="903" h="785" extrusionOk="0">
                  <a:moveTo>
                    <a:pt x="518" y="0"/>
                  </a:moveTo>
                  <a:cubicBezTo>
                    <a:pt x="167" y="0"/>
                    <a:pt x="0" y="418"/>
                    <a:pt x="234" y="668"/>
                  </a:cubicBezTo>
                  <a:cubicBezTo>
                    <a:pt x="315" y="749"/>
                    <a:pt x="412" y="784"/>
                    <a:pt x="507" y="784"/>
                  </a:cubicBezTo>
                  <a:cubicBezTo>
                    <a:pt x="709" y="784"/>
                    <a:pt x="903" y="623"/>
                    <a:pt x="903" y="384"/>
                  </a:cubicBezTo>
                  <a:cubicBezTo>
                    <a:pt x="903" y="184"/>
                    <a:pt x="736" y="0"/>
                    <a:pt x="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6724509" y="1849845"/>
              <a:ext cx="29486" cy="25159"/>
            </a:xfrm>
            <a:custGeom>
              <a:avLst/>
              <a:gdLst/>
              <a:ahLst/>
              <a:cxnLst/>
              <a:rect l="l" t="t" r="r" b="b"/>
              <a:pathLst>
                <a:path w="920" h="785" extrusionOk="0">
                  <a:moveTo>
                    <a:pt x="519" y="0"/>
                  </a:moveTo>
                  <a:cubicBezTo>
                    <a:pt x="184" y="0"/>
                    <a:pt x="1" y="418"/>
                    <a:pt x="251" y="668"/>
                  </a:cubicBezTo>
                  <a:cubicBezTo>
                    <a:pt x="331" y="749"/>
                    <a:pt x="429" y="784"/>
                    <a:pt x="524" y="784"/>
                  </a:cubicBezTo>
                  <a:cubicBezTo>
                    <a:pt x="726" y="784"/>
                    <a:pt x="920" y="623"/>
                    <a:pt x="920" y="384"/>
                  </a:cubicBezTo>
                  <a:cubicBezTo>
                    <a:pt x="920" y="184"/>
                    <a:pt x="736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6778064" y="1849845"/>
              <a:ext cx="28941" cy="25159"/>
            </a:xfrm>
            <a:custGeom>
              <a:avLst/>
              <a:gdLst/>
              <a:ahLst/>
              <a:cxnLst/>
              <a:rect l="l" t="t" r="r" b="b"/>
              <a:pathLst>
                <a:path w="903" h="785" extrusionOk="0">
                  <a:moveTo>
                    <a:pt x="518" y="0"/>
                  </a:moveTo>
                  <a:cubicBezTo>
                    <a:pt x="184" y="0"/>
                    <a:pt x="0" y="418"/>
                    <a:pt x="251" y="668"/>
                  </a:cubicBezTo>
                  <a:cubicBezTo>
                    <a:pt x="326" y="749"/>
                    <a:pt x="420" y="784"/>
                    <a:pt x="512" y="784"/>
                  </a:cubicBezTo>
                  <a:cubicBezTo>
                    <a:pt x="709" y="784"/>
                    <a:pt x="903" y="623"/>
                    <a:pt x="903" y="384"/>
                  </a:cubicBezTo>
                  <a:cubicBezTo>
                    <a:pt x="903" y="184"/>
                    <a:pt x="736" y="0"/>
                    <a:pt x="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5974250" y="894499"/>
              <a:ext cx="1164248" cy="766348"/>
            </a:xfrm>
            <a:custGeom>
              <a:avLst/>
              <a:gdLst/>
              <a:ahLst/>
              <a:cxnLst/>
              <a:rect l="l" t="t" r="r" b="b"/>
              <a:pathLst>
                <a:path w="36326" h="23911" extrusionOk="0">
                  <a:moveTo>
                    <a:pt x="2490" y="0"/>
                  </a:moveTo>
                  <a:lnTo>
                    <a:pt x="1" y="23910"/>
                  </a:lnTo>
                  <a:lnTo>
                    <a:pt x="33552" y="23910"/>
                  </a:lnTo>
                  <a:lnTo>
                    <a:pt x="363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4"/>
            <p:cNvSpPr/>
            <p:nvPr/>
          </p:nvSpPr>
          <p:spPr>
            <a:xfrm>
              <a:off x="5919637" y="894499"/>
              <a:ext cx="1164216" cy="766348"/>
            </a:xfrm>
            <a:custGeom>
              <a:avLst/>
              <a:gdLst/>
              <a:ahLst/>
              <a:cxnLst/>
              <a:rect l="l" t="t" r="r" b="b"/>
              <a:pathLst>
                <a:path w="36325" h="23911" extrusionOk="0">
                  <a:moveTo>
                    <a:pt x="2490" y="0"/>
                  </a:moveTo>
                  <a:lnTo>
                    <a:pt x="1" y="23910"/>
                  </a:lnTo>
                  <a:lnTo>
                    <a:pt x="33551" y="23910"/>
                  </a:lnTo>
                  <a:lnTo>
                    <a:pt x="3632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4"/>
            <p:cNvSpPr/>
            <p:nvPr/>
          </p:nvSpPr>
          <p:spPr>
            <a:xfrm>
              <a:off x="5957136" y="915364"/>
              <a:ext cx="1080149" cy="710645"/>
            </a:xfrm>
            <a:custGeom>
              <a:avLst/>
              <a:gdLst/>
              <a:ahLst/>
              <a:cxnLst/>
              <a:rect l="l" t="t" r="r" b="b"/>
              <a:pathLst>
                <a:path w="33702" h="22173" extrusionOk="0">
                  <a:moveTo>
                    <a:pt x="2306" y="1"/>
                  </a:moveTo>
                  <a:lnTo>
                    <a:pt x="0" y="22173"/>
                  </a:lnTo>
                  <a:lnTo>
                    <a:pt x="31145" y="22173"/>
                  </a:lnTo>
                  <a:lnTo>
                    <a:pt x="337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4"/>
            <p:cNvSpPr/>
            <p:nvPr/>
          </p:nvSpPr>
          <p:spPr>
            <a:xfrm>
              <a:off x="6065849" y="1029430"/>
              <a:ext cx="51953" cy="477192"/>
            </a:xfrm>
            <a:custGeom>
              <a:avLst/>
              <a:gdLst/>
              <a:ahLst/>
              <a:cxnLst/>
              <a:rect l="l" t="t" r="r" b="b"/>
              <a:pathLst>
                <a:path w="1621" h="14889" extrusionOk="0">
                  <a:moveTo>
                    <a:pt x="1571" y="1"/>
                  </a:moveTo>
                  <a:cubicBezTo>
                    <a:pt x="1537" y="1"/>
                    <a:pt x="1153" y="3326"/>
                    <a:pt x="735" y="7436"/>
                  </a:cubicBezTo>
                  <a:cubicBezTo>
                    <a:pt x="301" y="11546"/>
                    <a:pt x="0" y="14888"/>
                    <a:pt x="33" y="14888"/>
                  </a:cubicBezTo>
                  <a:cubicBezTo>
                    <a:pt x="34" y="14888"/>
                    <a:pt x="34" y="14888"/>
                    <a:pt x="34" y="14888"/>
                  </a:cubicBezTo>
                  <a:cubicBezTo>
                    <a:pt x="85" y="14888"/>
                    <a:pt x="469" y="11553"/>
                    <a:pt x="886" y="7453"/>
                  </a:cubicBezTo>
                  <a:cubicBezTo>
                    <a:pt x="1303" y="3342"/>
                    <a:pt x="1621" y="17"/>
                    <a:pt x="15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4"/>
            <p:cNvSpPr/>
            <p:nvPr/>
          </p:nvSpPr>
          <p:spPr>
            <a:xfrm>
              <a:off x="6148314" y="1050871"/>
              <a:ext cx="100701" cy="4840"/>
            </a:xfrm>
            <a:custGeom>
              <a:avLst/>
              <a:gdLst/>
              <a:ahLst/>
              <a:cxnLst/>
              <a:rect l="l" t="t" r="r" b="b"/>
              <a:pathLst>
                <a:path w="3142" h="151" extrusionOk="0">
                  <a:moveTo>
                    <a:pt x="1571" y="0"/>
                  </a:moveTo>
                  <a:cubicBezTo>
                    <a:pt x="702" y="0"/>
                    <a:pt x="0" y="33"/>
                    <a:pt x="0" y="84"/>
                  </a:cubicBezTo>
                  <a:cubicBezTo>
                    <a:pt x="0" y="117"/>
                    <a:pt x="702" y="150"/>
                    <a:pt x="1571" y="150"/>
                  </a:cubicBezTo>
                  <a:cubicBezTo>
                    <a:pt x="2440" y="150"/>
                    <a:pt x="3141" y="117"/>
                    <a:pt x="3141" y="84"/>
                  </a:cubicBezTo>
                  <a:cubicBezTo>
                    <a:pt x="3141" y="33"/>
                    <a:pt x="2440" y="0"/>
                    <a:pt x="15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4"/>
            <p:cNvSpPr/>
            <p:nvPr/>
          </p:nvSpPr>
          <p:spPr>
            <a:xfrm>
              <a:off x="6275745" y="1050871"/>
              <a:ext cx="398990" cy="4840"/>
            </a:xfrm>
            <a:custGeom>
              <a:avLst/>
              <a:gdLst/>
              <a:ahLst/>
              <a:cxnLst/>
              <a:rect l="l" t="t" r="r" b="b"/>
              <a:pathLst>
                <a:path w="12449" h="151" extrusionOk="0">
                  <a:moveTo>
                    <a:pt x="6233" y="0"/>
                  </a:moveTo>
                  <a:cubicBezTo>
                    <a:pt x="2791" y="0"/>
                    <a:pt x="1" y="33"/>
                    <a:pt x="1" y="84"/>
                  </a:cubicBezTo>
                  <a:cubicBezTo>
                    <a:pt x="1" y="117"/>
                    <a:pt x="2791" y="150"/>
                    <a:pt x="6233" y="150"/>
                  </a:cubicBezTo>
                  <a:cubicBezTo>
                    <a:pt x="9675" y="150"/>
                    <a:pt x="12449" y="117"/>
                    <a:pt x="12449" y="84"/>
                  </a:cubicBezTo>
                  <a:cubicBezTo>
                    <a:pt x="12449" y="33"/>
                    <a:pt x="9675" y="0"/>
                    <a:pt x="62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4"/>
            <p:cNvSpPr/>
            <p:nvPr/>
          </p:nvSpPr>
          <p:spPr>
            <a:xfrm>
              <a:off x="6136520" y="1303617"/>
              <a:ext cx="100701" cy="4840"/>
            </a:xfrm>
            <a:custGeom>
              <a:avLst/>
              <a:gdLst/>
              <a:ahLst/>
              <a:cxnLst/>
              <a:rect l="l" t="t" r="r" b="b"/>
              <a:pathLst>
                <a:path w="3142" h="151" extrusionOk="0">
                  <a:moveTo>
                    <a:pt x="1571" y="0"/>
                  </a:moveTo>
                  <a:cubicBezTo>
                    <a:pt x="702" y="0"/>
                    <a:pt x="1" y="34"/>
                    <a:pt x="1" y="67"/>
                  </a:cubicBezTo>
                  <a:cubicBezTo>
                    <a:pt x="1" y="117"/>
                    <a:pt x="702" y="151"/>
                    <a:pt x="1571" y="151"/>
                  </a:cubicBezTo>
                  <a:cubicBezTo>
                    <a:pt x="2440" y="151"/>
                    <a:pt x="3142" y="117"/>
                    <a:pt x="3142" y="67"/>
                  </a:cubicBezTo>
                  <a:cubicBezTo>
                    <a:pt x="3142" y="34"/>
                    <a:pt x="2440" y="0"/>
                    <a:pt x="15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4"/>
            <p:cNvSpPr/>
            <p:nvPr/>
          </p:nvSpPr>
          <p:spPr>
            <a:xfrm>
              <a:off x="6263982" y="1303617"/>
              <a:ext cx="398990" cy="4840"/>
            </a:xfrm>
            <a:custGeom>
              <a:avLst/>
              <a:gdLst/>
              <a:ahLst/>
              <a:cxnLst/>
              <a:rect l="l" t="t" r="r" b="b"/>
              <a:pathLst>
                <a:path w="12449" h="151" extrusionOk="0">
                  <a:moveTo>
                    <a:pt x="6232" y="0"/>
                  </a:moveTo>
                  <a:cubicBezTo>
                    <a:pt x="2791" y="0"/>
                    <a:pt x="0" y="34"/>
                    <a:pt x="0" y="67"/>
                  </a:cubicBezTo>
                  <a:cubicBezTo>
                    <a:pt x="0" y="117"/>
                    <a:pt x="2791" y="151"/>
                    <a:pt x="6232" y="151"/>
                  </a:cubicBezTo>
                  <a:cubicBezTo>
                    <a:pt x="9674" y="151"/>
                    <a:pt x="12448" y="117"/>
                    <a:pt x="12448" y="67"/>
                  </a:cubicBezTo>
                  <a:cubicBezTo>
                    <a:pt x="12448" y="34"/>
                    <a:pt x="9674" y="0"/>
                    <a:pt x="62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4"/>
            <p:cNvSpPr/>
            <p:nvPr/>
          </p:nvSpPr>
          <p:spPr>
            <a:xfrm>
              <a:off x="6127962" y="1419831"/>
              <a:ext cx="399503" cy="5384"/>
            </a:xfrm>
            <a:custGeom>
              <a:avLst/>
              <a:gdLst/>
              <a:ahLst/>
              <a:cxnLst/>
              <a:rect l="l" t="t" r="r" b="b"/>
              <a:pathLst>
                <a:path w="12465" h="168" extrusionOk="0">
                  <a:moveTo>
                    <a:pt x="6232" y="0"/>
                  </a:moveTo>
                  <a:cubicBezTo>
                    <a:pt x="2791" y="0"/>
                    <a:pt x="0" y="34"/>
                    <a:pt x="0" y="84"/>
                  </a:cubicBezTo>
                  <a:cubicBezTo>
                    <a:pt x="0" y="117"/>
                    <a:pt x="2791" y="167"/>
                    <a:pt x="6232" y="167"/>
                  </a:cubicBezTo>
                  <a:cubicBezTo>
                    <a:pt x="9674" y="167"/>
                    <a:pt x="12465" y="117"/>
                    <a:pt x="12465" y="84"/>
                  </a:cubicBezTo>
                  <a:cubicBezTo>
                    <a:pt x="12465" y="34"/>
                    <a:pt x="9674" y="0"/>
                    <a:pt x="62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4"/>
            <p:cNvSpPr/>
            <p:nvPr/>
          </p:nvSpPr>
          <p:spPr>
            <a:xfrm>
              <a:off x="6152064" y="1122086"/>
              <a:ext cx="140860" cy="5384"/>
            </a:xfrm>
            <a:custGeom>
              <a:avLst/>
              <a:gdLst/>
              <a:ahLst/>
              <a:cxnLst/>
              <a:rect l="l" t="t" r="r" b="b"/>
              <a:pathLst>
                <a:path w="4395" h="168" extrusionOk="0">
                  <a:moveTo>
                    <a:pt x="2189" y="0"/>
                  </a:moveTo>
                  <a:cubicBezTo>
                    <a:pt x="986" y="0"/>
                    <a:pt x="0" y="34"/>
                    <a:pt x="0" y="84"/>
                  </a:cubicBezTo>
                  <a:cubicBezTo>
                    <a:pt x="0" y="134"/>
                    <a:pt x="986" y="167"/>
                    <a:pt x="2189" y="167"/>
                  </a:cubicBezTo>
                  <a:cubicBezTo>
                    <a:pt x="3409" y="167"/>
                    <a:pt x="4394" y="134"/>
                    <a:pt x="4394" y="84"/>
                  </a:cubicBezTo>
                  <a:cubicBezTo>
                    <a:pt x="4394" y="34"/>
                    <a:pt x="3409" y="0"/>
                    <a:pt x="21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4"/>
            <p:cNvSpPr/>
            <p:nvPr/>
          </p:nvSpPr>
          <p:spPr>
            <a:xfrm>
              <a:off x="6148314" y="1226505"/>
              <a:ext cx="140860" cy="5384"/>
            </a:xfrm>
            <a:custGeom>
              <a:avLst/>
              <a:gdLst/>
              <a:ahLst/>
              <a:cxnLst/>
              <a:rect l="l" t="t" r="r" b="b"/>
              <a:pathLst>
                <a:path w="4395" h="168" extrusionOk="0">
                  <a:moveTo>
                    <a:pt x="2206" y="0"/>
                  </a:moveTo>
                  <a:cubicBezTo>
                    <a:pt x="986" y="0"/>
                    <a:pt x="0" y="51"/>
                    <a:pt x="0" y="84"/>
                  </a:cubicBezTo>
                  <a:cubicBezTo>
                    <a:pt x="0" y="134"/>
                    <a:pt x="986" y="168"/>
                    <a:pt x="2206" y="168"/>
                  </a:cubicBezTo>
                  <a:cubicBezTo>
                    <a:pt x="3409" y="168"/>
                    <a:pt x="4394" y="134"/>
                    <a:pt x="4394" y="84"/>
                  </a:cubicBezTo>
                  <a:cubicBezTo>
                    <a:pt x="4394" y="51"/>
                    <a:pt x="3409" y="0"/>
                    <a:pt x="2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4"/>
            <p:cNvSpPr/>
            <p:nvPr/>
          </p:nvSpPr>
          <p:spPr>
            <a:xfrm>
              <a:off x="6267732" y="1375922"/>
              <a:ext cx="140860" cy="5384"/>
            </a:xfrm>
            <a:custGeom>
              <a:avLst/>
              <a:gdLst/>
              <a:ahLst/>
              <a:cxnLst/>
              <a:rect l="l" t="t" r="r" b="b"/>
              <a:pathLst>
                <a:path w="4395" h="168" extrusionOk="0">
                  <a:moveTo>
                    <a:pt x="2189" y="0"/>
                  </a:moveTo>
                  <a:cubicBezTo>
                    <a:pt x="986" y="0"/>
                    <a:pt x="0" y="50"/>
                    <a:pt x="0" y="84"/>
                  </a:cubicBezTo>
                  <a:cubicBezTo>
                    <a:pt x="0" y="134"/>
                    <a:pt x="986" y="167"/>
                    <a:pt x="2189" y="167"/>
                  </a:cubicBezTo>
                  <a:cubicBezTo>
                    <a:pt x="3409" y="167"/>
                    <a:pt x="4394" y="134"/>
                    <a:pt x="4394" y="84"/>
                  </a:cubicBezTo>
                  <a:cubicBezTo>
                    <a:pt x="4394" y="50"/>
                    <a:pt x="3409" y="0"/>
                    <a:pt x="21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4"/>
            <p:cNvSpPr/>
            <p:nvPr/>
          </p:nvSpPr>
          <p:spPr>
            <a:xfrm>
              <a:off x="6445514" y="1122086"/>
              <a:ext cx="359889" cy="5384"/>
            </a:xfrm>
            <a:custGeom>
              <a:avLst/>
              <a:gdLst/>
              <a:ahLst/>
              <a:cxnLst/>
              <a:rect l="l" t="t" r="r" b="b"/>
              <a:pathLst>
                <a:path w="11229" h="168" extrusionOk="0">
                  <a:moveTo>
                    <a:pt x="5614" y="0"/>
                  </a:moveTo>
                  <a:cubicBezTo>
                    <a:pt x="2523" y="0"/>
                    <a:pt x="0" y="34"/>
                    <a:pt x="0" y="84"/>
                  </a:cubicBezTo>
                  <a:cubicBezTo>
                    <a:pt x="0" y="134"/>
                    <a:pt x="2523" y="167"/>
                    <a:pt x="5614" y="167"/>
                  </a:cubicBezTo>
                  <a:cubicBezTo>
                    <a:pt x="8722" y="167"/>
                    <a:pt x="11229" y="134"/>
                    <a:pt x="11229" y="84"/>
                  </a:cubicBezTo>
                  <a:cubicBezTo>
                    <a:pt x="11229" y="34"/>
                    <a:pt x="8722" y="0"/>
                    <a:pt x="56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4"/>
            <p:cNvSpPr/>
            <p:nvPr/>
          </p:nvSpPr>
          <p:spPr>
            <a:xfrm>
              <a:off x="6334653" y="1232915"/>
              <a:ext cx="359889" cy="4872"/>
            </a:xfrm>
            <a:custGeom>
              <a:avLst/>
              <a:gdLst/>
              <a:ahLst/>
              <a:cxnLst/>
              <a:rect l="l" t="t" r="r" b="b"/>
              <a:pathLst>
                <a:path w="11229" h="152" extrusionOk="0">
                  <a:moveTo>
                    <a:pt x="5615" y="1"/>
                  </a:moveTo>
                  <a:cubicBezTo>
                    <a:pt x="2507" y="1"/>
                    <a:pt x="1" y="34"/>
                    <a:pt x="1" y="84"/>
                  </a:cubicBezTo>
                  <a:cubicBezTo>
                    <a:pt x="1" y="118"/>
                    <a:pt x="2507" y="151"/>
                    <a:pt x="5615" y="151"/>
                  </a:cubicBezTo>
                  <a:cubicBezTo>
                    <a:pt x="8706" y="151"/>
                    <a:pt x="11229" y="118"/>
                    <a:pt x="11229" y="84"/>
                  </a:cubicBezTo>
                  <a:cubicBezTo>
                    <a:pt x="11229" y="34"/>
                    <a:pt x="8706" y="1"/>
                    <a:pt x="5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4"/>
            <p:cNvSpPr/>
            <p:nvPr/>
          </p:nvSpPr>
          <p:spPr>
            <a:xfrm>
              <a:off x="6458366" y="1375922"/>
              <a:ext cx="359889" cy="5384"/>
            </a:xfrm>
            <a:custGeom>
              <a:avLst/>
              <a:gdLst/>
              <a:ahLst/>
              <a:cxnLst/>
              <a:rect l="l" t="t" r="r" b="b"/>
              <a:pathLst>
                <a:path w="11229" h="168" extrusionOk="0">
                  <a:moveTo>
                    <a:pt x="5614" y="0"/>
                  </a:moveTo>
                  <a:cubicBezTo>
                    <a:pt x="2507" y="0"/>
                    <a:pt x="0" y="50"/>
                    <a:pt x="0" y="84"/>
                  </a:cubicBezTo>
                  <a:cubicBezTo>
                    <a:pt x="0" y="134"/>
                    <a:pt x="2507" y="167"/>
                    <a:pt x="5614" y="167"/>
                  </a:cubicBezTo>
                  <a:cubicBezTo>
                    <a:pt x="8722" y="167"/>
                    <a:pt x="11229" y="134"/>
                    <a:pt x="11229" y="84"/>
                  </a:cubicBezTo>
                  <a:cubicBezTo>
                    <a:pt x="11229" y="50"/>
                    <a:pt x="8722" y="0"/>
                    <a:pt x="56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4"/>
            <p:cNvSpPr/>
            <p:nvPr/>
          </p:nvSpPr>
          <p:spPr>
            <a:xfrm>
              <a:off x="6129565" y="1504443"/>
              <a:ext cx="359889" cy="4840"/>
            </a:xfrm>
            <a:custGeom>
              <a:avLst/>
              <a:gdLst/>
              <a:ahLst/>
              <a:cxnLst/>
              <a:rect l="l" t="t" r="r" b="b"/>
              <a:pathLst>
                <a:path w="11229" h="151" extrusionOk="0">
                  <a:moveTo>
                    <a:pt x="5614" y="0"/>
                  </a:moveTo>
                  <a:cubicBezTo>
                    <a:pt x="2523" y="0"/>
                    <a:pt x="0" y="34"/>
                    <a:pt x="0" y="67"/>
                  </a:cubicBezTo>
                  <a:cubicBezTo>
                    <a:pt x="0" y="117"/>
                    <a:pt x="2523" y="151"/>
                    <a:pt x="5614" y="151"/>
                  </a:cubicBezTo>
                  <a:cubicBezTo>
                    <a:pt x="8722" y="151"/>
                    <a:pt x="11228" y="117"/>
                    <a:pt x="11228" y="67"/>
                  </a:cubicBezTo>
                  <a:cubicBezTo>
                    <a:pt x="11228" y="34"/>
                    <a:pt x="8722" y="0"/>
                    <a:pt x="56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4"/>
            <p:cNvSpPr/>
            <p:nvPr/>
          </p:nvSpPr>
          <p:spPr>
            <a:xfrm>
              <a:off x="6527978" y="1504443"/>
              <a:ext cx="359889" cy="4840"/>
            </a:xfrm>
            <a:custGeom>
              <a:avLst/>
              <a:gdLst/>
              <a:ahLst/>
              <a:cxnLst/>
              <a:rect l="l" t="t" r="r" b="b"/>
              <a:pathLst>
                <a:path w="11229" h="151" extrusionOk="0">
                  <a:moveTo>
                    <a:pt x="5615" y="0"/>
                  </a:moveTo>
                  <a:cubicBezTo>
                    <a:pt x="2507" y="0"/>
                    <a:pt x="1" y="34"/>
                    <a:pt x="1" y="67"/>
                  </a:cubicBezTo>
                  <a:cubicBezTo>
                    <a:pt x="1" y="117"/>
                    <a:pt x="2507" y="151"/>
                    <a:pt x="5615" y="151"/>
                  </a:cubicBezTo>
                  <a:cubicBezTo>
                    <a:pt x="8706" y="151"/>
                    <a:pt x="11229" y="117"/>
                    <a:pt x="11229" y="67"/>
                  </a:cubicBezTo>
                  <a:cubicBezTo>
                    <a:pt x="11229" y="34"/>
                    <a:pt x="870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4"/>
            <p:cNvSpPr/>
            <p:nvPr/>
          </p:nvSpPr>
          <p:spPr>
            <a:xfrm>
              <a:off x="6129565" y="1545659"/>
              <a:ext cx="359889" cy="5384"/>
            </a:xfrm>
            <a:custGeom>
              <a:avLst/>
              <a:gdLst/>
              <a:ahLst/>
              <a:cxnLst/>
              <a:rect l="l" t="t" r="r" b="b"/>
              <a:pathLst>
                <a:path w="11229" h="168" extrusionOk="0">
                  <a:moveTo>
                    <a:pt x="5614" y="1"/>
                  </a:moveTo>
                  <a:cubicBezTo>
                    <a:pt x="2507" y="1"/>
                    <a:pt x="0" y="51"/>
                    <a:pt x="0" y="84"/>
                  </a:cubicBezTo>
                  <a:cubicBezTo>
                    <a:pt x="0" y="134"/>
                    <a:pt x="2523" y="168"/>
                    <a:pt x="5614" y="168"/>
                  </a:cubicBezTo>
                  <a:cubicBezTo>
                    <a:pt x="8722" y="168"/>
                    <a:pt x="11228" y="134"/>
                    <a:pt x="11228" y="84"/>
                  </a:cubicBezTo>
                  <a:cubicBezTo>
                    <a:pt x="11228" y="51"/>
                    <a:pt x="8722" y="1"/>
                    <a:pt x="56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6147224" y="1152053"/>
              <a:ext cx="359889" cy="5416"/>
            </a:xfrm>
            <a:custGeom>
              <a:avLst/>
              <a:gdLst/>
              <a:ahLst/>
              <a:cxnLst/>
              <a:rect l="l" t="t" r="r" b="b"/>
              <a:pathLst>
                <a:path w="11229" h="169" extrusionOk="0">
                  <a:moveTo>
                    <a:pt x="5615" y="1"/>
                  </a:moveTo>
                  <a:cubicBezTo>
                    <a:pt x="2507" y="1"/>
                    <a:pt x="1" y="34"/>
                    <a:pt x="1" y="84"/>
                  </a:cubicBezTo>
                  <a:cubicBezTo>
                    <a:pt x="1" y="135"/>
                    <a:pt x="2507" y="168"/>
                    <a:pt x="5615" y="168"/>
                  </a:cubicBezTo>
                  <a:cubicBezTo>
                    <a:pt x="8706" y="168"/>
                    <a:pt x="11229" y="135"/>
                    <a:pt x="11229" y="84"/>
                  </a:cubicBezTo>
                  <a:cubicBezTo>
                    <a:pt x="11229" y="34"/>
                    <a:pt x="8723" y="1"/>
                    <a:pt x="5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4"/>
            <p:cNvSpPr/>
            <p:nvPr/>
          </p:nvSpPr>
          <p:spPr>
            <a:xfrm>
              <a:off x="6318596" y="1122599"/>
              <a:ext cx="92689" cy="4872"/>
            </a:xfrm>
            <a:custGeom>
              <a:avLst/>
              <a:gdLst/>
              <a:ahLst/>
              <a:cxnLst/>
              <a:rect l="l" t="t" r="r" b="b"/>
              <a:pathLst>
                <a:path w="2892" h="152" extrusionOk="0">
                  <a:moveTo>
                    <a:pt x="1437" y="1"/>
                  </a:moveTo>
                  <a:cubicBezTo>
                    <a:pt x="635" y="1"/>
                    <a:pt x="0" y="34"/>
                    <a:pt x="0" y="85"/>
                  </a:cubicBezTo>
                  <a:cubicBezTo>
                    <a:pt x="0" y="118"/>
                    <a:pt x="635" y="151"/>
                    <a:pt x="1437" y="151"/>
                  </a:cubicBezTo>
                  <a:cubicBezTo>
                    <a:pt x="2239" y="151"/>
                    <a:pt x="2891" y="118"/>
                    <a:pt x="2891" y="85"/>
                  </a:cubicBezTo>
                  <a:cubicBezTo>
                    <a:pt x="2891" y="34"/>
                    <a:pt x="2239" y="1"/>
                    <a:pt x="14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4"/>
            <p:cNvSpPr/>
            <p:nvPr/>
          </p:nvSpPr>
          <p:spPr>
            <a:xfrm>
              <a:off x="6132225" y="1337879"/>
              <a:ext cx="93233" cy="4872"/>
            </a:xfrm>
            <a:custGeom>
              <a:avLst/>
              <a:gdLst/>
              <a:ahLst/>
              <a:cxnLst/>
              <a:rect l="l" t="t" r="r" b="b"/>
              <a:pathLst>
                <a:path w="2909" h="152" extrusionOk="0">
                  <a:moveTo>
                    <a:pt x="1455" y="1"/>
                  </a:moveTo>
                  <a:cubicBezTo>
                    <a:pt x="653" y="1"/>
                    <a:pt x="1" y="34"/>
                    <a:pt x="1" y="84"/>
                  </a:cubicBezTo>
                  <a:cubicBezTo>
                    <a:pt x="1" y="118"/>
                    <a:pt x="653" y="151"/>
                    <a:pt x="1455" y="151"/>
                  </a:cubicBezTo>
                  <a:cubicBezTo>
                    <a:pt x="2257" y="151"/>
                    <a:pt x="2908" y="118"/>
                    <a:pt x="2908" y="84"/>
                  </a:cubicBezTo>
                  <a:cubicBezTo>
                    <a:pt x="2908" y="34"/>
                    <a:pt x="2257" y="1"/>
                    <a:pt x="1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6130110" y="1375922"/>
              <a:ext cx="92657" cy="5384"/>
            </a:xfrm>
            <a:custGeom>
              <a:avLst/>
              <a:gdLst/>
              <a:ahLst/>
              <a:cxnLst/>
              <a:rect l="l" t="t" r="r" b="b"/>
              <a:pathLst>
                <a:path w="2891" h="168" extrusionOk="0">
                  <a:moveTo>
                    <a:pt x="1454" y="0"/>
                  </a:moveTo>
                  <a:cubicBezTo>
                    <a:pt x="652" y="0"/>
                    <a:pt x="0" y="50"/>
                    <a:pt x="0" y="84"/>
                  </a:cubicBezTo>
                  <a:cubicBezTo>
                    <a:pt x="0" y="134"/>
                    <a:pt x="652" y="167"/>
                    <a:pt x="1454" y="167"/>
                  </a:cubicBezTo>
                  <a:cubicBezTo>
                    <a:pt x="2256" y="167"/>
                    <a:pt x="2891" y="134"/>
                    <a:pt x="2891" y="84"/>
                  </a:cubicBezTo>
                  <a:cubicBezTo>
                    <a:pt x="2891" y="50"/>
                    <a:pt x="2256" y="0"/>
                    <a:pt x="14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6024056" y="987668"/>
              <a:ext cx="1002524" cy="5384"/>
            </a:xfrm>
            <a:custGeom>
              <a:avLst/>
              <a:gdLst/>
              <a:ahLst/>
              <a:cxnLst/>
              <a:rect l="l" t="t" r="r" b="b"/>
              <a:pathLst>
                <a:path w="31280" h="168" extrusionOk="0">
                  <a:moveTo>
                    <a:pt x="15640" y="0"/>
                  </a:moveTo>
                  <a:cubicBezTo>
                    <a:pt x="7002" y="0"/>
                    <a:pt x="1" y="51"/>
                    <a:pt x="1" y="84"/>
                  </a:cubicBezTo>
                  <a:cubicBezTo>
                    <a:pt x="1" y="134"/>
                    <a:pt x="7002" y="168"/>
                    <a:pt x="15640" y="168"/>
                  </a:cubicBezTo>
                  <a:cubicBezTo>
                    <a:pt x="24278" y="168"/>
                    <a:pt x="31279" y="134"/>
                    <a:pt x="31279" y="84"/>
                  </a:cubicBezTo>
                  <a:cubicBezTo>
                    <a:pt x="31279" y="51"/>
                    <a:pt x="24278" y="0"/>
                    <a:pt x="15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6076009" y="944818"/>
              <a:ext cx="27883" cy="23877"/>
            </a:xfrm>
            <a:custGeom>
              <a:avLst/>
              <a:gdLst/>
              <a:ahLst/>
              <a:cxnLst/>
              <a:rect l="l" t="t" r="r" b="b"/>
              <a:pathLst>
                <a:path w="870" h="745" extrusionOk="0">
                  <a:moveTo>
                    <a:pt x="485" y="1"/>
                  </a:moveTo>
                  <a:cubicBezTo>
                    <a:pt x="168" y="1"/>
                    <a:pt x="0" y="402"/>
                    <a:pt x="234" y="636"/>
                  </a:cubicBezTo>
                  <a:cubicBezTo>
                    <a:pt x="310" y="711"/>
                    <a:pt x="401" y="745"/>
                    <a:pt x="490" y="745"/>
                  </a:cubicBezTo>
                  <a:cubicBezTo>
                    <a:pt x="678" y="745"/>
                    <a:pt x="858" y="595"/>
                    <a:pt x="869" y="368"/>
                  </a:cubicBezTo>
                  <a:cubicBezTo>
                    <a:pt x="853" y="168"/>
                    <a:pt x="702" y="1"/>
                    <a:pt x="4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6126873" y="944818"/>
              <a:ext cx="27883" cy="23877"/>
            </a:xfrm>
            <a:custGeom>
              <a:avLst/>
              <a:gdLst/>
              <a:ahLst/>
              <a:cxnLst/>
              <a:rect l="l" t="t" r="r" b="b"/>
              <a:pathLst>
                <a:path w="870" h="745" extrusionOk="0">
                  <a:moveTo>
                    <a:pt x="502" y="1"/>
                  </a:moveTo>
                  <a:cubicBezTo>
                    <a:pt x="168" y="1"/>
                    <a:pt x="1" y="402"/>
                    <a:pt x="235" y="636"/>
                  </a:cubicBezTo>
                  <a:cubicBezTo>
                    <a:pt x="310" y="711"/>
                    <a:pt x="403" y="745"/>
                    <a:pt x="494" y="745"/>
                  </a:cubicBezTo>
                  <a:cubicBezTo>
                    <a:pt x="685" y="745"/>
                    <a:pt x="870" y="595"/>
                    <a:pt x="870" y="368"/>
                  </a:cubicBezTo>
                  <a:cubicBezTo>
                    <a:pt x="870" y="168"/>
                    <a:pt x="703" y="1"/>
                    <a:pt x="5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6177768" y="944818"/>
              <a:ext cx="27851" cy="23877"/>
            </a:xfrm>
            <a:custGeom>
              <a:avLst/>
              <a:gdLst/>
              <a:ahLst/>
              <a:cxnLst/>
              <a:rect l="l" t="t" r="r" b="b"/>
              <a:pathLst>
                <a:path w="869" h="745" extrusionOk="0">
                  <a:moveTo>
                    <a:pt x="501" y="1"/>
                  </a:moveTo>
                  <a:cubicBezTo>
                    <a:pt x="167" y="1"/>
                    <a:pt x="0" y="402"/>
                    <a:pt x="234" y="636"/>
                  </a:cubicBezTo>
                  <a:cubicBezTo>
                    <a:pt x="309" y="711"/>
                    <a:pt x="402" y="745"/>
                    <a:pt x="493" y="745"/>
                  </a:cubicBezTo>
                  <a:cubicBezTo>
                    <a:pt x="685" y="745"/>
                    <a:pt x="869" y="595"/>
                    <a:pt x="869" y="368"/>
                  </a:cubicBezTo>
                  <a:cubicBezTo>
                    <a:pt x="869" y="168"/>
                    <a:pt x="702" y="1"/>
                    <a:pt x="5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5144220" y="4554160"/>
              <a:ext cx="84099" cy="114611"/>
            </a:xfrm>
            <a:custGeom>
              <a:avLst/>
              <a:gdLst/>
              <a:ahLst/>
              <a:cxnLst/>
              <a:rect l="l" t="t" r="r" b="b"/>
              <a:pathLst>
                <a:path w="2624" h="3576" extrusionOk="0">
                  <a:moveTo>
                    <a:pt x="1" y="0"/>
                  </a:moveTo>
                  <a:lnTo>
                    <a:pt x="1" y="3576"/>
                  </a:lnTo>
                  <a:lnTo>
                    <a:pt x="2624" y="3576"/>
                  </a:lnTo>
                  <a:lnTo>
                    <a:pt x="26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5677051" y="3184856"/>
              <a:ext cx="743336" cy="35896"/>
            </a:xfrm>
            <a:custGeom>
              <a:avLst/>
              <a:gdLst/>
              <a:ahLst/>
              <a:cxnLst/>
              <a:rect l="l" t="t" r="r" b="b"/>
              <a:pathLst>
                <a:path w="23193" h="1120" extrusionOk="0">
                  <a:moveTo>
                    <a:pt x="1" y="0"/>
                  </a:moveTo>
                  <a:lnTo>
                    <a:pt x="1" y="1120"/>
                  </a:lnTo>
                  <a:lnTo>
                    <a:pt x="23192" y="1120"/>
                  </a:lnTo>
                  <a:lnTo>
                    <a:pt x="231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5968385" y="2698081"/>
              <a:ext cx="706895" cy="522671"/>
            </a:xfrm>
            <a:custGeom>
              <a:avLst/>
              <a:gdLst/>
              <a:ahLst/>
              <a:cxnLst/>
              <a:rect l="l" t="t" r="r" b="b"/>
              <a:pathLst>
                <a:path w="22056" h="16308" extrusionOk="0">
                  <a:moveTo>
                    <a:pt x="3943" y="0"/>
                  </a:moveTo>
                  <a:lnTo>
                    <a:pt x="0" y="16308"/>
                  </a:lnTo>
                  <a:lnTo>
                    <a:pt x="17694" y="16308"/>
                  </a:lnTo>
                  <a:lnTo>
                    <a:pt x="220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6003192" y="2722727"/>
              <a:ext cx="639430" cy="458411"/>
            </a:xfrm>
            <a:custGeom>
              <a:avLst/>
              <a:gdLst/>
              <a:ahLst/>
              <a:cxnLst/>
              <a:rect l="l" t="t" r="r" b="b"/>
              <a:pathLst>
                <a:path w="19951" h="14303" extrusionOk="0">
                  <a:moveTo>
                    <a:pt x="3693" y="0"/>
                  </a:moveTo>
                  <a:lnTo>
                    <a:pt x="0" y="14303"/>
                  </a:lnTo>
                  <a:lnTo>
                    <a:pt x="16174" y="14303"/>
                  </a:lnTo>
                  <a:lnTo>
                    <a:pt x="1995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6102258" y="2811057"/>
              <a:ext cx="380241" cy="130187"/>
            </a:xfrm>
            <a:custGeom>
              <a:avLst/>
              <a:gdLst/>
              <a:ahLst/>
              <a:cxnLst/>
              <a:rect l="l" t="t" r="r" b="b"/>
              <a:pathLst>
                <a:path w="11864" h="4062" extrusionOk="0">
                  <a:moveTo>
                    <a:pt x="1003" y="1"/>
                  </a:moveTo>
                  <a:lnTo>
                    <a:pt x="0" y="4061"/>
                  </a:lnTo>
                  <a:lnTo>
                    <a:pt x="10727" y="4061"/>
                  </a:lnTo>
                  <a:lnTo>
                    <a:pt x="118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6140814" y="2791795"/>
              <a:ext cx="269380" cy="4840"/>
            </a:xfrm>
            <a:custGeom>
              <a:avLst/>
              <a:gdLst/>
              <a:ahLst/>
              <a:cxnLst/>
              <a:rect l="l" t="t" r="r" b="b"/>
              <a:pathLst>
                <a:path w="8405" h="151" extrusionOk="0">
                  <a:moveTo>
                    <a:pt x="4194" y="0"/>
                  </a:moveTo>
                  <a:cubicBezTo>
                    <a:pt x="1872" y="0"/>
                    <a:pt x="0" y="34"/>
                    <a:pt x="0" y="67"/>
                  </a:cubicBezTo>
                  <a:cubicBezTo>
                    <a:pt x="0" y="117"/>
                    <a:pt x="1872" y="151"/>
                    <a:pt x="4194" y="151"/>
                  </a:cubicBezTo>
                  <a:cubicBezTo>
                    <a:pt x="6517" y="151"/>
                    <a:pt x="8405" y="117"/>
                    <a:pt x="8405" y="67"/>
                  </a:cubicBezTo>
                  <a:cubicBezTo>
                    <a:pt x="8405" y="34"/>
                    <a:pt x="6517" y="0"/>
                    <a:pt x="41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6144564" y="2833556"/>
              <a:ext cx="108714" cy="5384"/>
            </a:xfrm>
            <a:custGeom>
              <a:avLst/>
              <a:gdLst/>
              <a:ahLst/>
              <a:cxnLst/>
              <a:rect l="l" t="t" r="r" b="b"/>
              <a:pathLst>
                <a:path w="3392" h="168" extrusionOk="0">
                  <a:moveTo>
                    <a:pt x="1704" y="1"/>
                  </a:moveTo>
                  <a:cubicBezTo>
                    <a:pt x="769" y="1"/>
                    <a:pt x="0" y="34"/>
                    <a:pt x="0" y="84"/>
                  </a:cubicBezTo>
                  <a:cubicBezTo>
                    <a:pt x="0" y="118"/>
                    <a:pt x="769" y="168"/>
                    <a:pt x="1704" y="168"/>
                  </a:cubicBezTo>
                  <a:cubicBezTo>
                    <a:pt x="2640" y="168"/>
                    <a:pt x="3392" y="118"/>
                    <a:pt x="3392" y="84"/>
                  </a:cubicBezTo>
                  <a:cubicBezTo>
                    <a:pt x="3392" y="34"/>
                    <a:pt x="2640" y="1"/>
                    <a:pt x="17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6269848" y="2831409"/>
              <a:ext cx="70734" cy="5384"/>
            </a:xfrm>
            <a:custGeom>
              <a:avLst/>
              <a:gdLst/>
              <a:ahLst/>
              <a:cxnLst/>
              <a:rect l="l" t="t" r="r" b="b"/>
              <a:pathLst>
                <a:path w="2207" h="168" extrusionOk="0">
                  <a:moveTo>
                    <a:pt x="1104" y="1"/>
                  </a:moveTo>
                  <a:cubicBezTo>
                    <a:pt x="486" y="1"/>
                    <a:pt x="1" y="34"/>
                    <a:pt x="1" y="84"/>
                  </a:cubicBezTo>
                  <a:cubicBezTo>
                    <a:pt x="1" y="135"/>
                    <a:pt x="486" y="168"/>
                    <a:pt x="1104" y="168"/>
                  </a:cubicBezTo>
                  <a:cubicBezTo>
                    <a:pt x="1705" y="168"/>
                    <a:pt x="2207" y="135"/>
                    <a:pt x="2207" y="84"/>
                  </a:cubicBezTo>
                  <a:cubicBezTo>
                    <a:pt x="2207" y="34"/>
                    <a:pt x="1705" y="1"/>
                    <a:pt x="1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6141872" y="2857113"/>
              <a:ext cx="296719" cy="5384"/>
            </a:xfrm>
            <a:custGeom>
              <a:avLst/>
              <a:gdLst/>
              <a:ahLst/>
              <a:cxnLst/>
              <a:rect l="l" t="t" r="r" b="b"/>
              <a:pathLst>
                <a:path w="9258" h="168" extrusionOk="0">
                  <a:moveTo>
                    <a:pt x="4629" y="1"/>
                  </a:moveTo>
                  <a:cubicBezTo>
                    <a:pt x="2072" y="1"/>
                    <a:pt x="1" y="34"/>
                    <a:pt x="1" y="84"/>
                  </a:cubicBezTo>
                  <a:cubicBezTo>
                    <a:pt x="1" y="118"/>
                    <a:pt x="2072" y="168"/>
                    <a:pt x="4629" y="168"/>
                  </a:cubicBezTo>
                  <a:cubicBezTo>
                    <a:pt x="7185" y="168"/>
                    <a:pt x="9257" y="118"/>
                    <a:pt x="9257" y="84"/>
                  </a:cubicBezTo>
                  <a:cubicBezTo>
                    <a:pt x="9257" y="34"/>
                    <a:pt x="7185" y="1"/>
                    <a:pt x="46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6135462" y="2878554"/>
              <a:ext cx="96406" cy="5384"/>
            </a:xfrm>
            <a:custGeom>
              <a:avLst/>
              <a:gdLst/>
              <a:ahLst/>
              <a:cxnLst/>
              <a:rect l="l" t="t" r="r" b="b"/>
              <a:pathLst>
                <a:path w="3008" h="168" extrusionOk="0">
                  <a:moveTo>
                    <a:pt x="1504" y="0"/>
                  </a:moveTo>
                  <a:cubicBezTo>
                    <a:pt x="668" y="0"/>
                    <a:pt x="0" y="34"/>
                    <a:pt x="0" y="84"/>
                  </a:cubicBezTo>
                  <a:cubicBezTo>
                    <a:pt x="0" y="134"/>
                    <a:pt x="668" y="167"/>
                    <a:pt x="1504" y="167"/>
                  </a:cubicBezTo>
                  <a:cubicBezTo>
                    <a:pt x="2339" y="167"/>
                    <a:pt x="3008" y="134"/>
                    <a:pt x="3008" y="84"/>
                  </a:cubicBezTo>
                  <a:cubicBezTo>
                    <a:pt x="3008" y="34"/>
                    <a:pt x="2339" y="0"/>
                    <a:pt x="15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4"/>
            <p:cNvSpPr/>
            <p:nvPr/>
          </p:nvSpPr>
          <p:spPr>
            <a:xfrm>
              <a:off x="6136520" y="2909611"/>
              <a:ext cx="275822" cy="4840"/>
            </a:xfrm>
            <a:custGeom>
              <a:avLst/>
              <a:gdLst/>
              <a:ahLst/>
              <a:cxnLst/>
              <a:rect l="l" t="t" r="r" b="b"/>
              <a:pathLst>
                <a:path w="8606" h="151" extrusionOk="0">
                  <a:moveTo>
                    <a:pt x="4295" y="0"/>
                  </a:moveTo>
                  <a:cubicBezTo>
                    <a:pt x="1922" y="0"/>
                    <a:pt x="1" y="34"/>
                    <a:pt x="1" y="67"/>
                  </a:cubicBezTo>
                  <a:cubicBezTo>
                    <a:pt x="1" y="117"/>
                    <a:pt x="1922" y="151"/>
                    <a:pt x="4295" y="151"/>
                  </a:cubicBezTo>
                  <a:cubicBezTo>
                    <a:pt x="6667" y="151"/>
                    <a:pt x="8605" y="117"/>
                    <a:pt x="8605" y="67"/>
                  </a:cubicBezTo>
                  <a:cubicBezTo>
                    <a:pt x="8605" y="34"/>
                    <a:pt x="6667" y="0"/>
                    <a:pt x="42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6102771" y="2976018"/>
              <a:ext cx="106598" cy="4840"/>
            </a:xfrm>
            <a:custGeom>
              <a:avLst/>
              <a:gdLst/>
              <a:ahLst/>
              <a:cxnLst/>
              <a:rect l="l" t="t" r="r" b="b"/>
              <a:pathLst>
                <a:path w="3326" h="151" extrusionOk="0">
                  <a:moveTo>
                    <a:pt x="1655" y="0"/>
                  </a:moveTo>
                  <a:cubicBezTo>
                    <a:pt x="736" y="0"/>
                    <a:pt x="1" y="34"/>
                    <a:pt x="1" y="84"/>
                  </a:cubicBezTo>
                  <a:cubicBezTo>
                    <a:pt x="1" y="117"/>
                    <a:pt x="736" y="151"/>
                    <a:pt x="1655" y="151"/>
                  </a:cubicBezTo>
                  <a:cubicBezTo>
                    <a:pt x="2574" y="151"/>
                    <a:pt x="3326" y="117"/>
                    <a:pt x="3326" y="84"/>
                  </a:cubicBezTo>
                  <a:cubicBezTo>
                    <a:pt x="3326" y="34"/>
                    <a:pt x="2574" y="0"/>
                    <a:pt x="1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6227542" y="2976018"/>
              <a:ext cx="72882" cy="5384"/>
            </a:xfrm>
            <a:custGeom>
              <a:avLst/>
              <a:gdLst/>
              <a:ahLst/>
              <a:cxnLst/>
              <a:rect l="l" t="t" r="r" b="b"/>
              <a:pathLst>
                <a:path w="2274" h="168" extrusionOk="0">
                  <a:moveTo>
                    <a:pt x="1137" y="0"/>
                  </a:moveTo>
                  <a:cubicBezTo>
                    <a:pt x="519" y="0"/>
                    <a:pt x="1" y="34"/>
                    <a:pt x="1" y="67"/>
                  </a:cubicBezTo>
                  <a:cubicBezTo>
                    <a:pt x="1" y="117"/>
                    <a:pt x="519" y="151"/>
                    <a:pt x="1137" y="167"/>
                  </a:cubicBezTo>
                  <a:cubicBezTo>
                    <a:pt x="1772" y="167"/>
                    <a:pt x="2273" y="134"/>
                    <a:pt x="2273" y="84"/>
                  </a:cubicBezTo>
                  <a:cubicBezTo>
                    <a:pt x="2273" y="50"/>
                    <a:pt x="1772" y="17"/>
                    <a:pt x="11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6320743" y="2973871"/>
              <a:ext cx="31089" cy="5384"/>
            </a:xfrm>
            <a:custGeom>
              <a:avLst/>
              <a:gdLst/>
              <a:ahLst/>
              <a:cxnLst/>
              <a:rect l="l" t="t" r="r" b="b"/>
              <a:pathLst>
                <a:path w="970" h="168" extrusionOk="0">
                  <a:moveTo>
                    <a:pt x="485" y="0"/>
                  </a:moveTo>
                  <a:cubicBezTo>
                    <a:pt x="217" y="0"/>
                    <a:pt x="0" y="34"/>
                    <a:pt x="0" y="84"/>
                  </a:cubicBezTo>
                  <a:cubicBezTo>
                    <a:pt x="0" y="134"/>
                    <a:pt x="217" y="167"/>
                    <a:pt x="485" y="167"/>
                  </a:cubicBezTo>
                  <a:cubicBezTo>
                    <a:pt x="752" y="167"/>
                    <a:pt x="969" y="134"/>
                    <a:pt x="969" y="84"/>
                  </a:cubicBezTo>
                  <a:cubicBezTo>
                    <a:pt x="969" y="34"/>
                    <a:pt x="752" y="0"/>
                    <a:pt x="4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6104918" y="3002780"/>
              <a:ext cx="33781" cy="4840"/>
            </a:xfrm>
            <a:custGeom>
              <a:avLst/>
              <a:gdLst/>
              <a:ahLst/>
              <a:cxnLst/>
              <a:rect l="l" t="t" r="r" b="b"/>
              <a:pathLst>
                <a:path w="1054" h="151" extrusionOk="0">
                  <a:moveTo>
                    <a:pt x="519" y="1"/>
                  </a:moveTo>
                  <a:cubicBezTo>
                    <a:pt x="235" y="1"/>
                    <a:pt x="1" y="34"/>
                    <a:pt x="1" y="84"/>
                  </a:cubicBezTo>
                  <a:cubicBezTo>
                    <a:pt x="1" y="118"/>
                    <a:pt x="235" y="151"/>
                    <a:pt x="519" y="151"/>
                  </a:cubicBezTo>
                  <a:cubicBezTo>
                    <a:pt x="819" y="151"/>
                    <a:pt x="1053" y="118"/>
                    <a:pt x="1053" y="84"/>
                  </a:cubicBezTo>
                  <a:cubicBezTo>
                    <a:pt x="1053" y="34"/>
                    <a:pt x="819" y="1"/>
                    <a:pt x="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6159019" y="3002780"/>
              <a:ext cx="80894" cy="4840"/>
            </a:xfrm>
            <a:custGeom>
              <a:avLst/>
              <a:gdLst/>
              <a:ahLst/>
              <a:cxnLst/>
              <a:rect l="l" t="t" r="r" b="b"/>
              <a:pathLst>
                <a:path w="2524" h="151" extrusionOk="0">
                  <a:moveTo>
                    <a:pt x="1270" y="1"/>
                  </a:moveTo>
                  <a:cubicBezTo>
                    <a:pt x="568" y="1"/>
                    <a:pt x="0" y="34"/>
                    <a:pt x="0" y="84"/>
                  </a:cubicBezTo>
                  <a:cubicBezTo>
                    <a:pt x="0" y="118"/>
                    <a:pt x="568" y="151"/>
                    <a:pt x="1270" y="151"/>
                  </a:cubicBezTo>
                  <a:cubicBezTo>
                    <a:pt x="1955" y="151"/>
                    <a:pt x="2523" y="118"/>
                    <a:pt x="2523" y="84"/>
                  </a:cubicBezTo>
                  <a:cubicBezTo>
                    <a:pt x="2523" y="34"/>
                    <a:pt x="1955" y="1"/>
                    <a:pt x="12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6265585" y="2999575"/>
              <a:ext cx="216370" cy="4840"/>
            </a:xfrm>
            <a:custGeom>
              <a:avLst/>
              <a:gdLst/>
              <a:ahLst/>
              <a:cxnLst/>
              <a:rect l="l" t="t" r="r" b="b"/>
              <a:pathLst>
                <a:path w="6751" h="151" extrusionOk="0">
                  <a:moveTo>
                    <a:pt x="3375" y="0"/>
                  </a:moveTo>
                  <a:cubicBezTo>
                    <a:pt x="1504" y="0"/>
                    <a:pt x="0" y="34"/>
                    <a:pt x="0" y="84"/>
                  </a:cubicBezTo>
                  <a:cubicBezTo>
                    <a:pt x="0" y="117"/>
                    <a:pt x="1504" y="151"/>
                    <a:pt x="3375" y="151"/>
                  </a:cubicBezTo>
                  <a:cubicBezTo>
                    <a:pt x="5230" y="151"/>
                    <a:pt x="6751" y="117"/>
                    <a:pt x="6751" y="84"/>
                  </a:cubicBezTo>
                  <a:cubicBezTo>
                    <a:pt x="6751" y="34"/>
                    <a:pt x="5230" y="0"/>
                    <a:pt x="33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6098508" y="3030087"/>
              <a:ext cx="34838" cy="5384"/>
            </a:xfrm>
            <a:custGeom>
              <a:avLst/>
              <a:gdLst/>
              <a:ahLst/>
              <a:cxnLst/>
              <a:rect l="l" t="t" r="r" b="b"/>
              <a:pathLst>
                <a:path w="1087" h="168" extrusionOk="0">
                  <a:moveTo>
                    <a:pt x="552" y="1"/>
                  </a:moveTo>
                  <a:cubicBezTo>
                    <a:pt x="251" y="1"/>
                    <a:pt x="0" y="34"/>
                    <a:pt x="0" y="84"/>
                  </a:cubicBezTo>
                  <a:cubicBezTo>
                    <a:pt x="0" y="134"/>
                    <a:pt x="251" y="168"/>
                    <a:pt x="552" y="168"/>
                  </a:cubicBezTo>
                  <a:cubicBezTo>
                    <a:pt x="852" y="168"/>
                    <a:pt x="1086" y="134"/>
                    <a:pt x="1086" y="84"/>
                  </a:cubicBezTo>
                  <a:cubicBezTo>
                    <a:pt x="1086" y="34"/>
                    <a:pt x="852" y="1"/>
                    <a:pt x="5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4"/>
            <p:cNvSpPr/>
            <p:nvPr/>
          </p:nvSpPr>
          <p:spPr>
            <a:xfrm>
              <a:off x="6144564" y="3029029"/>
              <a:ext cx="42338" cy="5384"/>
            </a:xfrm>
            <a:custGeom>
              <a:avLst/>
              <a:gdLst/>
              <a:ahLst/>
              <a:cxnLst/>
              <a:rect l="l" t="t" r="r" b="b"/>
              <a:pathLst>
                <a:path w="1321" h="168" extrusionOk="0">
                  <a:moveTo>
                    <a:pt x="669" y="0"/>
                  </a:moveTo>
                  <a:cubicBezTo>
                    <a:pt x="301" y="0"/>
                    <a:pt x="0" y="50"/>
                    <a:pt x="0" y="84"/>
                  </a:cubicBezTo>
                  <a:cubicBezTo>
                    <a:pt x="0" y="134"/>
                    <a:pt x="301" y="167"/>
                    <a:pt x="669" y="167"/>
                  </a:cubicBezTo>
                  <a:cubicBezTo>
                    <a:pt x="1019" y="167"/>
                    <a:pt x="1320" y="134"/>
                    <a:pt x="1320" y="84"/>
                  </a:cubicBezTo>
                  <a:cubicBezTo>
                    <a:pt x="1320" y="50"/>
                    <a:pt x="1019" y="0"/>
                    <a:pt x="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6209337" y="3027427"/>
              <a:ext cx="136052" cy="4840"/>
            </a:xfrm>
            <a:custGeom>
              <a:avLst/>
              <a:gdLst/>
              <a:ahLst/>
              <a:cxnLst/>
              <a:rect l="l" t="t" r="r" b="b"/>
              <a:pathLst>
                <a:path w="4245" h="151" extrusionOk="0">
                  <a:moveTo>
                    <a:pt x="2123" y="0"/>
                  </a:moveTo>
                  <a:cubicBezTo>
                    <a:pt x="953" y="0"/>
                    <a:pt x="1" y="34"/>
                    <a:pt x="1" y="67"/>
                  </a:cubicBezTo>
                  <a:cubicBezTo>
                    <a:pt x="1" y="117"/>
                    <a:pt x="953" y="151"/>
                    <a:pt x="2123" y="151"/>
                  </a:cubicBezTo>
                  <a:cubicBezTo>
                    <a:pt x="3292" y="151"/>
                    <a:pt x="4245" y="117"/>
                    <a:pt x="4245" y="67"/>
                  </a:cubicBezTo>
                  <a:cubicBezTo>
                    <a:pt x="4245" y="34"/>
                    <a:pt x="3292" y="0"/>
                    <a:pt x="2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4"/>
            <p:cNvSpPr/>
            <p:nvPr/>
          </p:nvSpPr>
          <p:spPr>
            <a:xfrm>
              <a:off x="6096361" y="3075598"/>
              <a:ext cx="164961" cy="4872"/>
            </a:xfrm>
            <a:custGeom>
              <a:avLst/>
              <a:gdLst/>
              <a:ahLst/>
              <a:cxnLst/>
              <a:rect l="l" t="t" r="r" b="b"/>
              <a:pathLst>
                <a:path w="5147" h="152" extrusionOk="0">
                  <a:moveTo>
                    <a:pt x="2574" y="1"/>
                  </a:moveTo>
                  <a:cubicBezTo>
                    <a:pt x="1153" y="1"/>
                    <a:pt x="0" y="34"/>
                    <a:pt x="0" y="68"/>
                  </a:cubicBezTo>
                  <a:cubicBezTo>
                    <a:pt x="0" y="118"/>
                    <a:pt x="1153" y="151"/>
                    <a:pt x="2574" y="151"/>
                  </a:cubicBezTo>
                  <a:cubicBezTo>
                    <a:pt x="3994" y="151"/>
                    <a:pt x="5147" y="118"/>
                    <a:pt x="5147" y="68"/>
                  </a:cubicBezTo>
                  <a:cubicBezTo>
                    <a:pt x="5147" y="34"/>
                    <a:pt x="4010" y="1"/>
                    <a:pt x="2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4"/>
            <p:cNvSpPr/>
            <p:nvPr/>
          </p:nvSpPr>
          <p:spPr>
            <a:xfrm>
              <a:off x="6283245" y="3073482"/>
              <a:ext cx="74484" cy="4840"/>
            </a:xfrm>
            <a:custGeom>
              <a:avLst/>
              <a:gdLst/>
              <a:ahLst/>
              <a:cxnLst/>
              <a:rect l="l" t="t" r="r" b="b"/>
              <a:pathLst>
                <a:path w="2324" h="151" extrusionOk="0">
                  <a:moveTo>
                    <a:pt x="1154" y="0"/>
                  </a:moveTo>
                  <a:cubicBezTo>
                    <a:pt x="519" y="0"/>
                    <a:pt x="1" y="34"/>
                    <a:pt x="1" y="67"/>
                  </a:cubicBezTo>
                  <a:cubicBezTo>
                    <a:pt x="1" y="117"/>
                    <a:pt x="519" y="150"/>
                    <a:pt x="1154" y="150"/>
                  </a:cubicBezTo>
                  <a:cubicBezTo>
                    <a:pt x="1805" y="150"/>
                    <a:pt x="2323" y="117"/>
                    <a:pt x="2323" y="67"/>
                  </a:cubicBezTo>
                  <a:cubicBezTo>
                    <a:pt x="2323" y="34"/>
                    <a:pt x="1805" y="0"/>
                    <a:pt x="11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4"/>
            <p:cNvSpPr/>
            <p:nvPr/>
          </p:nvSpPr>
          <p:spPr>
            <a:xfrm>
              <a:off x="6376959" y="3073482"/>
              <a:ext cx="123745" cy="4840"/>
            </a:xfrm>
            <a:custGeom>
              <a:avLst/>
              <a:gdLst/>
              <a:ahLst/>
              <a:cxnLst/>
              <a:rect l="l" t="t" r="r" b="b"/>
              <a:pathLst>
                <a:path w="3861" h="151" extrusionOk="0">
                  <a:moveTo>
                    <a:pt x="1922" y="0"/>
                  </a:moveTo>
                  <a:cubicBezTo>
                    <a:pt x="853" y="0"/>
                    <a:pt x="1" y="34"/>
                    <a:pt x="1" y="67"/>
                  </a:cubicBezTo>
                  <a:cubicBezTo>
                    <a:pt x="1" y="117"/>
                    <a:pt x="853" y="150"/>
                    <a:pt x="1922" y="150"/>
                  </a:cubicBezTo>
                  <a:cubicBezTo>
                    <a:pt x="2992" y="150"/>
                    <a:pt x="3860" y="117"/>
                    <a:pt x="3860" y="67"/>
                  </a:cubicBezTo>
                  <a:cubicBezTo>
                    <a:pt x="3860" y="34"/>
                    <a:pt x="2992" y="0"/>
                    <a:pt x="19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4"/>
            <p:cNvSpPr/>
            <p:nvPr/>
          </p:nvSpPr>
          <p:spPr>
            <a:xfrm>
              <a:off x="6441764" y="2789648"/>
              <a:ext cx="25736" cy="4840"/>
            </a:xfrm>
            <a:custGeom>
              <a:avLst/>
              <a:gdLst/>
              <a:ahLst/>
              <a:cxnLst/>
              <a:rect l="l" t="t" r="r" b="b"/>
              <a:pathLst>
                <a:path w="803" h="151" extrusionOk="0">
                  <a:moveTo>
                    <a:pt x="401" y="1"/>
                  </a:moveTo>
                  <a:cubicBezTo>
                    <a:pt x="184" y="1"/>
                    <a:pt x="0" y="34"/>
                    <a:pt x="0" y="84"/>
                  </a:cubicBezTo>
                  <a:cubicBezTo>
                    <a:pt x="0" y="118"/>
                    <a:pt x="184" y="151"/>
                    <a:pt x="401" y="151"/>
                  </a:cubicBezTo>
                  <a:cubicBezTo>
                    <a:pt x="619" y="151"/>
                    <a:pt x="802" y="118"/>
                    <a:pt x="802" y="84"/>
                  </a:cubicBezTo>
                  <a:cubicBezTo>
                    <a:pt x="802" y="34"/>
                    <a:pt x="619" y="1"/>
                    <a:pt x="4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4"/>
            <p:cNvSpPr/>
            <p:nvPr/>
          </p:nvSpPr>
          <p:spPr>
            <a:xfrm>
              <a:off x="6149917" y="2771988"/>
              <a:ext cx="56248" cy="5384"/>
            </a:xfrm>
            <a:custGeom>
              <a:avLst/>
              <a:gdLst/>
              <a:ahLst/>
              <a:cxnLst/>
              <a:rect l="l" t="t" r="r" b="b"/>
              <a:pathLst>
                <a:path w="1755" h="168" extrusionOk="0">
                  <a:moveTo>
                    <a:pt x="886" y="0"/>
                  </a:moveTo>
                  <a:cubicBezTo>
                    <a:pt x="385" y="0"/>
                    <a:pt x="0" y="50"/>
                    <a:pt x="0" y="84"/>
                  </a:cubicBezTo>
                  <a:cubicBezTo>
                    <a:pt x="0" y="134"/>
                    <a:pt x="385" y="167"/>
                    <a:pt x="886" y="167"/>
                  </a:cubicBezTo>
                  <a:cubicBezTo>
                    <a:pt x="1370" y="167"/>
                    <a:pt x="1755" y="134"/>
                    <a:pt x="1755" y="84"/>
                  </a:cubicBezTo>
                  <a:cubicBezTo>
                    <a:pt x="1755" y="50"/>
                    <a:pt x="1370" y="0"/>
                    <a:pt x="8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4"/>
            <p:cNvSpPr/>
            <p:nvPr/>
          </p:nvSpPr>
          <p:spPr>
            <a:xfrm>
              <a:off x="6112418" y="2722727"/>
              <a:ext cx="530203" cy="32691"/>
            </a:xfrm>
            <a:custGeom>
              <a:avLst/>
              <a:gdLst/>
              <a:ahLst/>
              <a:cxnLst/>
              <a:rect l="l" t="t" r="r" b="b"/>
              <a:pathLst>
                <a:path w="16543" h="1020" extrusionOk="0">
                  <a:moveTo>
                    <a:pt x="285" y="0"/>
                  </a:moveTo>
                  <a:lnTo>
                    <a:pt x="1" y="1019"/>
                  </a:lnTo>
                  <a:lnTo>
                    <a:pt x="16275" y="1019"/>
                  </a:lnTo>
                  <a:lnTo>
                    <a:pt x="165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4"/>
            <p:cNvSpPr/>
            <p:nvPr/>
          </p:nvSpPr>
          <p:spPr>
            <a:xfrm>
              <a:off x="6135462" y="2733432"/>
              <a:ext cx="13397" cy="11442"/>
            </a:xfrm>
            <a:custGeom>
              <a:avLst/>
              <a:gdLst/>
              <a:ahLst/>
              <a:cxnLst/>
              <a:rect l="l" t="t" r="r" b="b"/>
              <a:pathLst>
                <a:path w="418" h="357" extrusionOk="0">
                  <a:moveTo>
                    <a:pt x="251" y="0"/>
                  </a:moveTo>
                  <a:cubicBezTo>
                    <a:pt x="84" y="0"/>
                    <a:pt x="0" y="184"/>
                    <a:pt x="117" y="301"/>
                  </a:cubicBezTo>
                  <a:cubicBezTo>
                    <a:pt x="155" y="339"/>
                    <a:pt x="201" y="356"/>
                    <a:pt x="245" y="356"/>
                  </a:cubicBezTo>
                  <a:cubicBezTo>
                    <a:pt x="335" y="356"/>
                    <a:pt x="418" y="285"/>
                    <a:pt x="418" y="184"/>
                  </a:cubicBezTo>
                  <a:cubicBezTo>
                    <a:pt x="418" y="84"/>
                    <a:pt x="334" y="0"/>
                    <a:pt x="2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4"/>
            <p:cNvSpPr/>
            <p:nvPr/>
          </p:nvSpPr>
          <p:spPr>
            <a:xfrm>
              <a:off x="6155269" y="2733432"/>
              <a:ext cx="13429" cy="11442"/>
            </a:xfrm>
            <a:custGeom>
              <a:avLst/>
              <a:gdLst/>
              <a:ahLst/>
              <a:cxnLst/>
              <a:rect l="l" t="t" r="r" b="b"/>
              <a:pathLst>
                <a:path w="419" h="357" extrusionOk="0">
                  <a:moveTo>
                    <a:pt x="234" y="0"/>
                  </a:moveTo>
                  <a:cubicBezTo>
                    <a:pt x="84" y="0"/>
                    <a:pt x="0" y="184"/>
                    <a:pt x="117" y="301"/>
                  </a:cubicBezTo>
                  <a:cubicBezTo>
                    <a:pt x="150" y="339"/>
                    <a:pt x="194" y="356"/>
                    <a:pt x="237" y="356"/>
                  </a:cubicBezTo>
                  <a:cubicBezTo>
                    <a:pt x="327" y="356"/>
                    <a:pt x="418" y="285"/>
                    <a:pt x="418" y="184"/>
                  </a:cubicBezTo>
                  <a:cubicBezTo>
                    <a:pt x="418" y="84"/>
                    <a:pt x="335" y="0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4"/>
            <p:cNvSpPr/>
            <p:nvPr/>
          </p:nvSpPr>
          <p:spPr>
            <a:xfrm>
              <a:off x="6175076" y="2733432"/>
              <a:ext cx="12884" cy="11442"/>
            </a:xfrm>
            <a:custGeom>
              <a:avLst/>
              <a:gdLst/>
              <a:ahLst/>
              <a:cxnLst/>
              <a:rect l="l" t="t" r="r" b="b"/>
              <a:pathLst>
                <a:path w="402" h="357" extrusionOk="0">
                  <a:moveTo>
                    <a:pt x="234" y="0"/>
                  </a:moveTo>
                  <a:cubicBezTo>
                    <a:pt x="67" y="0"/>
                    <a:pt x="1" y="184"/>
                    <a:pt x="101" y="301"/>
                  </a:cubicBezTo>
                  <a:cubicBezTo>
                    <a:pt x="139" y="339"/>
                    <a:pt x="185" y="356"/>
                    <a:pt x="228" y="356"/>
                  </a:cubicBezTo>
                  <a:cubicBezTo>
                    <a:pt x="318" y="356"/>
                    <a:pt x="402" y="285"/>
                    <a:pt x="402" y="184"/>
                  </a:cubicBezTo>
                  <a:cubicBezTo>
                    <a:pt x="402" y="84"/>
                    <a:pt x="335" y="0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4"/>
            <p:cNvSpPr/>
            <p:nvPr/>
          </p:nvSpPr>
          <p:spPr>
            <a:xfrm>
              <a:off x="6033158" y="3269468"/>
              <a:ext cx="1236008" cy="720837"/>
            </a:xfrm>
            <a:custGeom>
              <a:avLst/>
              <a:gdLst/>
              <a:ahLst/>
              <a:cxnLst/>
              <a:rect l="l" t="t" r="r" b="b"/>
              <a:pathLst>
                <a:path w="38565" h="22491" extrusionOk="0">
                  <a:moveTo>
                    <a:pt x="1" y="0"/>
                  </a:moveTo>
                  <a:lnTo>
                    <a:pt x="1" y="22490"/>
                  </a:lnTo>
                  <a:lnTo>
                    <a:pt x="38564" y="22490"/>
                  </a:lnTo>
                  <a:lnTo>
                    <a:pt x="385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4"/>
            <p:cNvSpPr/>
            <p:nvPr/>
          </p:nvSpPr>
          <p:spPr>
            <a:xfrm>
              <a:off x="6033158" y="3269468"/>
              <a:ext cx="562862" cy="720837"/>
            </a:xfrm>
            <a:custGeom>
              <a:avLst/>
              <a:gdLst/>
              <a:ahLst/>
              <a:cxnLst/>
              <a:rect l="l" t="t" r="r" b="b"/>
              <a:pathLst>
                <a:path w="17562" h="22491" extrusionOk="0">
                  <a:moveTo>
                    <a:pt x="1" y="0"/>
                  </a:moveTo>
                  <a:lnTo>
                    <a:pt x="1" y="22490"/>
                  </a:lnTo>
                  <a:lnTo>
                    <a:pt x="17561" y="22490"/>
                  </a:lnTo>
                  <a:lnTo>
                    <a:pt x="175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4"/>
            <p:cNvSpPr/>
            <p:nvPr/>
          </p:nvSpPr>
          <p:spPr>
            <a:xfrm>
              <a:off x="6083509" y="3311229"/>
              <a:ext cx="457354" cy="205665"/>
            </a:xfrm>
            <a:custGeom>
              <a:avLst/>
              <a:gdLst/>
              <a:ahLst/>
              <a:cxnLst/>
              <a:rect l="l" t="t" r="r" b="b"/>
              <a:pathLst>
                <a:path w="14270" h="6417" extrusionOk="0">
                  <a:moveTo>
                    <a:pt x="152" y="83"/>
                  </a:moveTo>
                  <a:cubicBezTo>
                    <a:pt x="152" y="83"/>
                    <a:pt x="152" y="83"/>
                    <a:pt x="151" y="84"/>
                  </a:cubicBezTo>
                  <a:lnTo>
                    <a:pt x="151" y="84"/>
                  </a:lnTo>
                  <a:lnTo>
                    <a:pt x="151" y="84"/>
                  </a:lnTo>
                  <a:cubicBezTo>
                    <a:pt x="152" y="83"/>
                    <a:pt x="152" y="83"/>
                    <a:pt x="152" y="83"/>
                  </a:cubicBezTo>
                  <a:close/>
                  <a:moveTo>
                    <a:pt x="84" y="1"/>
                  </a:moveTo>
                  <a:cubicBezTo>
                    <a:pt x="58" y="27"/>
                    <a:pt x="9" y="76"/>
                    <a:pt x="0" y="84"/>
                  </a:cubicBezTo>
                  <a:lnTo>
                    <a:pt x="0" y="84"/>
                  </a:lnTo>
                  <a:lnTo>
                    <a:pt x="0" y="903"/>
                  </a:lnTo>
                  <a:lnTo>
                    <a:pt x="0" y="1722"/>
                  </a:lnTo>
                  <a:lnTo>
                    <a:pt x="0" y="3309"/>
                  </a:lnTo>
                  <a:cubicBezTo>
                    <a:pt x="0" y="4345"/>
                    <a:pt x="0" y="5364"/>
                    <a:pt x="0" y="6333"/>
                  </a:cubicBezTo>
                  <a:lnTo>
                    <a:pt x="0" y="6417"/>
                  </a:lnTo>
                  <a:lnTo>
                    <a:pt x="84" y="6417"/>
                  </a:lnTo>
                  <a:lnTo>
                    <a:pt x="10243" y="6383"/>
                  </a:lnTo>
                  <a:cubicBezTo>
                    <a:pt x="11496" y="6367"/>
                    <a:pt x="12482" y="6367"/>
                    <a:pt x="13167" y="6350"/>
                  </a:cubicBezTo>
                  <a:lnTo>
                    <a:pt x="14136" y="6350"/>
                  </a:lnTo>
                  <a:cubicBezTo>
                    <a:pt x="14169" y="6350"/>
                    <a:pt x="14186" y="6333"/>
                    <a:pt x="14203" y="6333"/>
                  </a:cubicBezTo>
                  <a:lnTo>
                    <a:pt x="13935" y="6333"/>
                  </a:lnTo>
                  <a:lnTo>
                    <a:pt x="13133" y="6317"/>
                  </a:lnTo>
                  <a:cubicBezTo>
                    <a:pt x="12448" y="6317"/>
                    <a:pt x="11446" y="6300"/>
                    <a:pt x="10193" y="6300"/>
                  </a:cubicBezTo>
                  <a:lnTo>
                    <a:pt x="151" y="6267"/>
                  </a:lnTo>
                  <a:lnTo>
                    <a:pt x="151" y="6267"/>
                  </a:lnTo>
                  <a:cubicBezTo>
                    <a:pt x="151" y="5317"/>
                    <a:pt x="151" y="4321"/>
                    <a:pt x="151" y="3309"/>
                  </a:cubicBezTo>
                  <a:lnTo>
                    <a:pt x="151" y="1722"/>
                  </a:lnTo>
                  <a:lnTo>
                    <a:pt x="151" y="903"/>
                  </a:lnTo>
                  <a:lnTo>
                    <a:pt x="151" y="168"/>
                  </a:lnTo>
                  <a:lnTo>
                    <a:pt x="151" y="168"/>
                  </a:lnTo>
                  <a:lnTo>
                    <a:pt x="14153" y="151"/>
                  </a:lnTo>
                  <a:lnTo>
                    <a:pt x="14153" y="151"/>
                  </a:lnTo>
                  <a:cubicBezTo>
                    <a:pt x="14169" y="2042"/>
                    <a:pt x="14169" y="3572"/>
                    <a:pt x="14186" y="4646"/>
                  </a:cubicBezTo>
                  <a:cubicBezTo>
                    <a:pt x="14186" y="5180"/>
                    <a:pt x="14186" y="5598"/>
                    <a:pt x="14186" y="5899"/>
                  </a:cubicBezTo>
                  <a:cubicBezTo>
                    <a:pt x="14203" y="6032"/>
                    <a:pt x="14203" y="6133"/>
                    <a:pt x="14203" y="6216"/>
                  </a:cubicBezTo>
                  <a:cubicBezTo>
                    <a:pt x="14203" y="6266"/>
                    <a:pt x="14203" y="6300"/>
                    <a:pt x="14203" y="6333"/>
                  </a:cubicBezTo>
                  <a:cubicBezTo>
                    <a:pt x="14219" y="6300"/>
                    <a:pt x="14219" y="6266"/>
                    <a:pt x="14219" y="6233"/>
                  </a:cubicBezTo>
                  <a:cubicBezTo>
                    <a:pt x="14219" y="6149"/>
                    <a:pt x="14219" y="6049"/>
                    <a:pt x="14219" y="5916"/>
                  </a:cubicBezTo>
                  <a:cubicBezTo>
                    <a:pt x="14219" y="5615"/>
                    <a:pt x="14219" y="5214"/>
                    <a:pt x="14236" y="4679"/>
                  </a:cubicBezTo>
                  <a:cubicBezTo>
                    <a:pt x="14236" y="3576"/>
                    <a:pt x="14253" y="2022"/>
                    <a:pt x="14270" y="84"/>
                  </a:cubicBezTo>
                  <a:lnTo>
                    <a:pt x="14270" y="34"/>
                  </a:lnTo>
                  <a:lnTo>
                    <a:pt x="14203" y="34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4"/>
            <p:cNvSpPr/>
            <p:nvPr/>
          </p:nvSpPr>
          <p:spPr>
            <a:xfrm>
              <a:off x="6285937" y="3392636"/>
              <a:ext cx="46601" cy="43107"/>
            </a:xfrm>
            <a:custGeom>
              <a:avLst/>
              <a:gdLst/>
              <a:ahLst/>
              <a:cxnLst/>
              <a:rect l="l" t="t" r="r" b="b"/>
              <a:pathLst>
                <a:path w="1454" h="1345" extrusionOk="0">
                  <a:moveTo>
                    <a:pt x="808" y="1"/>
                  </a:moveTo>
                  <a:cubicBezTo>
                    <a:pt x="737" y="1"/>
                    <a:pt x="667" y="12"/>
                    <a:pt x="602" y="34"/>
                  </a:cubicBezTo>
                  <a:cubicBezTo>
                    <a:pt x="0" y="251"/>
                    <a:pt x="0" y="1103"/>
                    <a:pt x="602" y="1304"/>
                  </a:cubicBezTo>
                  <a:cubicBezTo>
                    <a:pt x="669" y="1331"/>
                    <a:pt x="741" y="1344"/>
                    <a:pt x="814" y="1344"/>
                  </a:cubicBezTo>
                  <a:cubicBezTo>
                    <a:pt x="960" y="1344"/>
                    <a:pt x="1109" y="1293"/>
                    <a:pt x="1220" y="1203"/>
                  </a:cubicBezTo>
                  <a:cubicBezTo>
                    <a:pt x="1337" y="1103"/>
                    <a:pt x="1420" y="969"/>
                    <a:pt x="1437" y="836"/>
                  </a:cubicBezTo>
                  <a:cubicBezTo>
                    <a:pt x="1454" y="736"/>
                    <a:pt x="1437" y="669"/>
                    <a:pt x="1420" y="669"/>
                  </a:cubicBezTo>
                  <a:cubicBezTo>
                    <a:pt x="1387" y="836"/>
                    <a:pt x="1287" y="1003"/>
                    <a:pt x="1153" y="1103"/>
                  </a:cubicBezTo>
                  <a:cubicBezTo>
                    <a:pt x="1056" y="1168"/>
                    <a:pt x="945" y="1205"/>
                    <a:pt x="833" y="1205"/>
                  </a:cubicBezTo>
                  <a:cubicBezTo>
                    <a:pt x="772" y="1205"/>
                    <a:pt x="711" y="1194"/>
                    <a:pt x="652" y="1170"/>
                  </a:cubicBezTo>
                  <a:cubicBezTo>
                    <a:pt x="184" y="1003"/>
                    <a:pt x="184" y="351"/>
                    <a:pt x="652" y="184"/>
                  </a:cubicBezTo>
                  <a:cubicBezTo>
                    <a:pt x="719" y="157"/>
                    <a:pt x="788" y="144"/>
                    <a:pt x="857" y="144"/>
                  </a:cubicBezTo>
                  <a:cubicBezTo>
                    <a:pt x="961" y="144"/>
                    <a:pt x="1063" y="174"/>
                    <a:pt x="1153" y="234"/>
                  </a:cubicBezTo>
                  <a:cubicBezTo>
                    <a:pt x="1287" y="351"/>
                    <a:pt x="1387" y="502"/>
                    <a:pt x="1420" y="669"/>
                  </a:cubicBezTo>
                  <a:cubicBezTo>
                    <a:pt x="1437" y="669"/>
                    <a:pt x="1454" y="619"/>
                    <a:pt x="1437" y="518"/>
                  </a:cubicBezTo>
                  <a:cubicBezTo>
                    <a:pt x="1420" y="368"/>
                    <a:pt x="1337" y="251"/>
                    <a:pt x="1220" y="151"/>
                  </a:cubicBezTo>
                  <a:cubicBezTo>
                    <a:pt x="1107" y="49"/>
                    <a:pt x="956" y="1"/>
                    <a:pt x="8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4"/>
            <p:cNvSpPr/>
            <p:nvPr/>
          </p:nvSpPr>
          <p:spPr>
            <a:xfrm>
              <a:off x="6083509" y="3531861"/>
              <a:ext cx="457354" cy="205665"/>
            </a:xfrm>
            <a:custGeom>
              <a:avLst/>
              <a:gdLst/>
              <a:ahLst/>
              <a:cxnLst/>
              <a:rect l="l" t="t" r="r" b="b"/>
              <a:pathLst>
                <a:path w="14270" h="6417" extrusionOk="0">
                  <a:moveTo>
                    <a:pt x="152" y="83"/>
                  </a:moveTo>
                  <a:cubicBezTo>
                    <a:pt x="152" y="83"/>
                    <a:pt x="152" y="83"/>
                    <a:pt x="151" y="84"/>
                  </a:cubicBezTo>
                  <a:lnTo>
                    <a:pt x="151" y="84"/>
                  </a:lnTo>
                  <a:lnTo>
                    <a:pt x="151" y="84"/>
                  </a:lnTo>
                  <a:cubicBezTo>
                    <a:pt x="152" y="83"/>
                    <a:pt x="152" y="83"/>
                    <a:pt x="152" y="83"/>
                  </a:cubicBezTo>
                  <a:close/>
                  <a:moveTo>
                    <a:pt x="84" y="1"/>
                  </a:moveTo>
                  <a:cubicBezTo>
                    <a:pt x="58" y="27"/>
                    <a:pt x="9" y="76"/>
                    <a:pt x="0" y="84"/>
                  </a:cubicBezTo>
                  <a:lnTo>
                    <a:pt x="0" y="84"/>
                  </a:lnTo>
                  <a:lnTo>
                    <a:pt x="0" y="903"/>
                  </a:lnTo>
                  <a:lnTo>
                    <a:pt x="0" y="1705"/>
                  </a:lnTo>
                  <a:lnTo>
                    <a:pt x="0" y="3309"/>
                  </a:lnTo>
                  <a:cubicBezTo>
                    <a:pt x="0" y="4345"/>
                    <a:pt x="0" y="5364"/>
                    <a:pt x="0" y="6333"/>
                  </a:cubicBezTo>
                  <a:lnTo>
                    <a:pt x="0" y="6417"/>
                  </a:lnTo>
                  <a:lnTo>
                    <a:pt x="84" y="6417"/>
                  </a:lnTo>
                  <a:lnTo>
                    <a:pt x="10243" y="6367"/>
                  </a:lnTo>
                  <a:cubicBezTo>
                    <a:pt x="11496" y="6367"/>
                    <a:pt x="12482" y="6350"/>
                    <a:pt x="13167" y="6350"/>
                  </a:cubicBezTo>
                  <a:lnTo>
                    <a:pt x="13952" y="6350"/>
                  </a:lnTo>
                  <a:cubicBezTo>
                    <a:pt x="14019" y="6333"/>
                    <a:pt x="14086" y="6333"/>
                    <a:pt x="14136" y="6333"/>
                  </a:cubicBezTo>
                  <a:cubicBezTo>
                    <a:pt x="14086" y="6333"/>
                    <a:pt x="14019" y="6333"/>
                    <a:pt x="13935" y="6316"/>
                  </a:cubicBezTo>
                  <a:lnTo>
                    <a:pt x="13133" y="6316"/>
                  </a:lnTo>
                  <a:lnTo>
                    <a:pt x="10193" y="6300"/>
                  </a:lnTo>
                  <a:lnTo>
                    <a:pt x="151" y="6267"/>
                  </a:lnTo>
                  <a:lnTo>
                    <a:pt x="151" y="6267"/>
                  </a:lnTo>
                  <a:cubicBezTo>
                    <a:pt x="151" y="5317"/>
                    <a:pt x="151" y="4321"/>
                    <a:pt x="151" y="3309"/>
                  </a:cubicBezTo>
                  <a:lnTo>
                    <a:pt x="151" y="1705"/>
                  </a:lnTo>
                  <a:lnTo>
                    <a:pt x="151" y="903"/>
                  </a:lnTo>
                  <a:lnTo>
                    <a:pt x="151" y="167"/>
                  </a:lnTo>
                  <a:lnTo>
                    <a:pt x="151" y="167"/>
                  </a:lnTo>
                  <a:cubicBezTo>
                    <a:pt x="5580" y="151"/>
                    <a:pt x="10530" y="151"/>
                    <a:pt x="14153" y="134"/>
                  </a:cubicBezTo>
                  <a:lnTo>
                    <a:pt x="14153" y="134"/>
                  </a:lnTo>
                  <a:cubicBezTo>
                    <a:pt x="14169" y="2033"/>
                    <a:pt x="14169" y="3569"/>
                    <a:pt x="14186" y="4646"/>
                  </a:cubicBezTo>
                  <a:cubicBezTo>
                    <a:pt x="14186" y="5180"/>
                    <a:pt x="14186" y="5598"/>
                    <a:pt x="14186" y="5882"/>
                  </a:cubicBezTo>
                  <a:cubicBezTo>
                    <a:pt x="14203" y="6032"/>
                    <a:pt x="14203" y="6133"/>
                    <a:pt x="14203" y="6216"/>
                  </a:cubicBezTo>
                  <a:cubicBezTo>
                    <a:pt x="14203" y="6250"/>
                    <a:pt x="14203" y="6300"/>
                    <a:pt x="14203" y="6333"/>
                  </a:cubicBezTo>
                  <a:cubicBezTo>
                    <a:pt x="14219" y="6300"/>
                    <a:pt x="14219" y="6266"/>
                    <a:pt x="14219" y="6233"/>
                  </a:cubicBezTo>
                  <a:cubicBezTo>
                    <a:pt x="14219" y="6149"/>
                    <a:pt x="14219" y="6049"/>
                    <a:pt x="14219" y="5915"/>
                  </a:cubicBezTo>
                  <a:cubicBezTo>
                    <a:pt x="14219" y="5615"/>
                    <a:pt x="14219" y="5197"/>
                    <a:pt x="14236" y="4679"/>
                  </a:cubicBezTo>
                  <a:cubicBezTo>
                    <a:pt x="14236" y="3576"/>
                    <a:pt x="14253" y="2006"/>
                    <a:pt x="14270" y="84"/>
                  </a:cubicBezTo>
                  <a:lnTo>
                    <a:pt x="14270" y="34"/>
                  </a:lnTo>
                  <a:lnTo>
                    <a:pt x="14203" y="34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4"/>
            <p:cNvSpPr/>
            <p:nvPr/>
          </p:nvSpPr>
          <p:spPr>
            <a:xfrm>
              <a:off x="6285937" y="3613268"/>
              <a:ext cx="46601" cy="42851"/>
            </a:xfrm>
            <a:custGeom>
              <a:avLst/>
              <a:gdLst/>
              <a:ahLst/>
              <a:cxnLst/>
              <a:rect l="l" t="t" r="r" b="b"/>
              <a:pathLst>
                <a:path w="1454" h="1337" extrusionOk="0">
                  <a:moveTo>
                    <a:pt x="808" y="1"/>
                  </a:moveTo>
                  <a:cubicBezTo>
                    <a:pt x="737" y="1"/>
                    <a:pt x="667" y="12"/>
                    <a:pt x="602" y="34"/>
                  </a:cubicBezTo>
                  <a:cubicBezTo>
                    <a:pt x="0" y="251"/>
                    <a:pt x="0" y="1086"/>
                    <a:pt x="602" y="1304"/>
                  </a:cubicBezTo>
                  <a:cubicBezTo>
                    <a:pt x="667" y="1325"/>
                    <a:pt x="737" y="1336"/>
                    <a:pt x="808" y="1336"/>
                  </a:cubicBezTo>
                  <a:cubicBezTo>
                    <a:pt x="956" y="1336"/>
                    <a:pt x="1107" y="1288"/>
                    <a:pt x="1220" y="1187"/>
                  </a:cubicBezTo>
                  <a:cubicBezTo>
                    <a:pt x="1337" y="1103"/>
                    <a:pt x="1420" y="969"/>
                    <a:pt x="1437" y="819"/>
                  </a:cubicBezTo>
                  <a:cubicBezTo>
                    <a:pt x="1454" y="719"/>
                    <a:pt x="1437" y="669"/>
                    <a:pt x="1420" y="669"/>
                  </a:cubicBezTo>
                  <a:cubicBezTo>
                    <a:pt x="1387" y="836"/>
                    <a:pt x="1287" y="986"/>
                    <a:pt x="1153" y="1103"/>
                  </a:cubicBezTo>
                  <a:cubicBezTo>
                    <a:pt x="1056" y="1168"/>
                    <a:pt x="945" y="1205"/>
                    <a:pt x="833" y="1205"/>
                  </a:cubicBezTo>
                  <a:cubicBezTo>
                    <a:pt x="772" y="1205"/>
                    <a:pt x="711" y="1194"/>
                    <a:pt x="652" y="1170"/>
                  </a:cubicBezTo>
                  <a:cubicBezTo>
                    <a:pt x="184" y="986"/>
                    <a:pt x="184" y="351"/>
                    <a:pt x="652" y="167"/>
                  </a:cubicBezTo>
                  <a:cubicBezTo>
                    <a:pt x="711" y="144"/>
                    <a:pt x="772" y="133"/>
                    <a:pt x="833" y="133"/>
                  </a:cubicBezTo>
                  <a:cubicBezTo>
                    <a:pt x="945" y="133"/>
                    <a:pt x="1056" y="169"/>
                    <a:pt x="1153" y="234"/>
                  </a:cubicBezTo>
                  <a:cubicBezTo>
                    <a:pt x="1287" y="351"/>
                    <a:pt x="1387" y="502"/>
                    <a:pt x="1420" y="669"/>
                  </a:cubicBezTo>
                  <a:cubicBezTo>
                    <a:pt x="1437" y="669"/>
                    <a:pt x="1454" y="619"/>
                    <a:pt x="1437" y="518"/>
                  </a:cubicBezTo>
                  <a:cubicBezTo>
                    <a:pt x="1420" y="368"/>
                    <a:pt x="1337" y="234"/>
                    <a:pt x="1220" y="151"/>
                  </a:cubicBezTo>
                  <a:cubicBezTo>
                    <a:pt x="1107" y="49"/>
                    <a:pt x="956" y="1"/>
                    <a:pt x="8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6083509" y="3752494"/>
              <a:ext cx="457354" cy="205120"/>
            </a:xfrm>
            <a:custGeom>
              <a:avLst/>
              <a:gdLst/>
              <a:ahLst/>
              <a:cxnLst/>
              <a:rect l="l" t="t" r="r" b="b"/>
              <a:pathLst>
                <a:path w="14270" h="6400" extrusionOk="0">
                  <a:moveTo>
                    <a:pt x="14157" y="6326"/>
                  </a:moveTo>
                  <a:cubicBezTo>
                    <a:pt x="14149" y="6326"/>
                    <a:pt x="14141" y="6327"/>
                    <a:pt x="14136" y="6333"/>
                  </a:cubicBezTo>
                  <a:lnTo>
                    <a:pt x="14203" y="6333"/>
                  </a:lnTo>
                  <a:cubicBezTo>
                    <a:pt x="14192" y="6333"/>
                    <a:pt x="14173" y="6326"/>
                    <a:pt x="14157" y="6326"/>
                  </a:cubicBezTo>
                  <a:close/>
                  <a:moveTo>
                    <a:pt x="84" y="1"/>
                  </a:moveTo>
                  <a:cubicBezTo>
                    <a:pt x="58" y="26"/>
                    <a:pt x="9" y="76"/>
                    <a:pt x="0" y="84"/>
                  </a:cubicBezTo>
                  <a:lnTo>
                    <a:pt x="0" y="84"/>
                  </a:lnTo>
                  <a:lnTo>
                    <a:pt x="0" y="903"/>
                  </a:lnTo>
                  <a:lnTo>
                    <a:pt x="0" y="1705"/>
                  </a:lnTo>
                  <a:lnTo>
                    <a:pt x="0" y="3292"/>
                  </a:lnTo>
                  <a:cubicBezTo>
                    <a:pt x="0" y="4345"/>
                    <a:pt x="0" y="5364"/>
                    <a:pt x="0" y="6333"/>
                  </a:cubicBezTo>
                  <a:lnTo>
                    <a:pt x="0" y="6400"/>
                  </a:lnTo>
                  <a:lnTo>
                    <a:pt x="84" y="6400"/>
                  </a:lnTo>
                  <a:lnTo>
                    <a:pt x="10243" y="6366"/>
                  </a:lnTo>
                  <a:lnTo>
                    <a:pt x="13167" y="6350"/>
                  </a:lnTo>
                  <a:lnTo>
                    <a:pt x="13952" y="6333"/>
                  </a:lnTo>
                  <a:lnTo>
                    <a:pt x="14136" y="6333"/>
                  </a:lnTo>
                  <a:lnTo>
                    <a:pt x="13935" y="6316"/>
                  </a:lnTo>
                  <a:lnTo>
                    <a:pt x="13133" y="6316"/>
                  </a:lnTo>
                  <a:lnTo>
                    <a:pt x="10193" y="6283"/>
                  </a:lnTo>
                  <a:lnTo>
                    <a:pt x="151" y="6250"/>
                  </a:lnTo>
                  <a:lnTo>
                    <a:pt x="151" y="6250"/>
                  </a:lnTo>
                  <a:cubicBezTo>
                    <a:pt x="151" y="5306"/>
                    <a:pt x="151" y="4315"/>
                    <a:pt x="151" y="3292"/>
                  </a:cubicBezTo>
                  <a:lnTo>
                    <a:pt x="151" y="1705"/>
                  </a:lnTo>
                  <a:lnTo>
                    <a:pt x="151" y="903"/>
                  </a:lnTo>
                  <a:lnTo>
                    <a:pt x="151" y="151"/>
                  </a:lnTo>
                  <a:lnTo>
                    <a:pt x="151" y="151"/>
                  </a:lnTo>
                  <a:lnTo>
                    <a:pt x="14153" y="134"/>
                  </a:lnTo>
                  <a:lnTo>
                    <a:pt x="14153" y="134"/>
                  </a:lnTo>
                  <a:cubicBezTo>
                    <a:pt x="14169" y="2016"/>
                    <a:pt x="14169" y="3552"/>
                    <a:pt x="14186" y="4629"/>
                  </a:cubicBezTo>
                  <a:cubicBezTo>
                    <a:pt x="14186" y="5163"/>
                    <a:pt x="14186" y="5581"/>
                    <a:pt x="14186" y="5882"/>
                  </a:cubicBezTo>
                  <a:cubicBezTo>
                    <a:pt x="14203" y="6016"/>
                    <a:pt x="14203" y="6133"/>
                    <a:pt x="14203" y="6216"/>
                  </a:cubicBezTo>
                  <a:cubicBezTo>
                    <a:pt x="14203" y="6249"/>
                    <a:pt x="14203" y="6283"/>
                    <a:pt x="14203" y="6333"/>
                  </a:cubicBezTo>
                  <a:cubicBezTo>
                    <a:pt x="14219" y="6300"/>
                    <a:pt x="14219" y="6266"/>
                    <a:pt x="14219" y="6233"/>
                  </a:cubicBezTo>
                  <a:cubicBezTo>
                    <a:pt x="14219" y="6149"/>
                    <a:pt x="14219" y="6032"/>
                    <a:pt x="14219" y="5915"/>
                  </a:cubicBezTo>
                  <a:cubicBezTo>
                    <a:pt x="14219" y="5615"/>
                    <a:pt x="14219" y="5197"/>
                    <a:pt x="14236" y="4662"/>
                  </a:cubicBezTo>
                  <a:cubicBezTo>
                    <a:pt x="14236" y="3576"/>
                    <a:pt x="14253" y="2006"/>
                    <a:pt x="14270" y="84"/>
                  </a:cubicBezTo>
                  <a:lnTo>
                    <a:pt x="14270" y="17"/>
                  </a:lnTo>
                  <a:lnTo>
                    <a:pt x="14203" y="17"/>
                  </a:lnTo>
                  <a:cubicBezTo>
                    <a:pt x="10560" y="17"/>
                    <a:pt x="5564" y="17"/>
                    <a:pt x="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4"/>
            <p:cNvSpPr/>
            <p:nvPr/>
          </p:nvSpPr>
          <p:spPr>
            <a:xfrm>
              <a:off x="6285937" y="3833676"/>
              <a:ext cx="46601" cy="43075"/>
            </a:xfrm>
            <a:custGeom>
              <a:avLst/>
              <a:gdLst/>
              <a:ahLst/>
              <a:cxnLst/>
              <a:rect l="l" t="t" r="r" b="b"/>
              <a:pathLst>
                <a:path w="1454" h="1344" extrusionOk="0">
                  <a:moveTo>
                    <a:pt x="809" y="0"/>
                  </a:moveTo>
                  <a:cubicBezTo>
                    <a:pt x="738" y="0"/>
                    <a:pt x="667" y="13"/>
                    <a:pt x="602" y="41"/>
                  </a:cubicBezTo>
                  <a:cubicBezTo>
                    <a:pt x="0" y="241"/>
                    <a:pt x="0" y="1093"/>
                    <a:pt x="602" y="1310"/>
                  </a:cubicBezTo>
                  <a:cubicBezTo>
                    <a:pt x="667" y="1332"/>
                    <a:pt x="737" y="1343"/>
                    <a:pt x="808" y="1343"/>
                  </a:cubicBezTo>
                  <a:cubicBezTo>
                    <a:pt x="956" y="1343"/>
                    <a:pt x="1107" y="1295"/>
                    <a:pt x="1220" y="1194"/>
                  </a:cubicBezTo>
                  <a:cubicBezTo>
                    <a:pt x="1337" y="1093"/>
                    <a:pt x="1420" y="976"/>
                    <a:pt x="1437" y="826"/>
                  </a:cubicBezTo>
                  <a:cubicBezTo>
                    <a:pt x="1454" y="726"/>
                    <a:pt x="1437" y="676"/>
                    <a:pt x="1420" y="676"/>
                  </a:cubicBezTo>
                  <a:cubicBezTo>
                    <a:pt x="1387" y="843"/>
                    <a:pt x="1287" y="993"/>
                    <a:pt x="1153" y="1110"/>
                  </a:cubicBezTo>
                  <a:cubicBezTo>
                    <a:pt x="1063" y="1170"/>
                    <a:pt x="961" y="1200"/>
                    <a:pt x="857" y="1200"/>
                  </a:cubicBezTo>
                  <a:cubicBezTo>
                    <a:pt x="788" y="1200"/>
                    <a:pt x="719" y="1187"/>
                    <a:pt x="652" y="1160"/>
                  </a:cubicBezTo>
                  <a:cubicBezTo>
                    <a:pt x="184" y="993"/>
                    <a:pt x="184" y="341"/>
                    <a:pt x="652" y="174"/>
                  </a:cubicBezTo>
                  <a:cubicBezTo>
                    <a:pt x="711" y="151"/>
                    <a:pt x="772" y="140"/>
                    <a:pt x="833" y="140"/>
                  </a:cubicBezTo>
                  <a:cubicBezTo>
                    <a:pt x="945" y="140"/>
                    <a:pt x="1056" y="176"/>
                    <a:pt x="1153" y="241"/>
                  </a:cubicBezTo>
                  <a:cubicBezTo>
                    <a:pt x="1287" y="341"/>
                    <a:pt x="1387" y="508"/>
                    <a:pt x="1420" y="676"/>
                  </a:cubicBezTo>
                  <a:cubicBezTo>
                    <a:pt x="1437" y="676"/>
                    <a:pt x="1454" y="625"/>
                    <a:pt x="1437" y="525"/>
                  </a:cubicBezTo>
                  <a:cubicBezTo>
                    <a:pt x="1404" y="375"/>
                    <a:pt x="1337" y="241"/>
                    <a:pt x="1220" y="158"/>
                  </a:cubicBezTo>
                  <a:cubicBezTo>
                    <a:pt x="1107" y="56"/>
                    <a:pt x="957" y="0"/>
                    <a:pt x="8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4"/>
            <p:cNvSpPr/>
            <p:nvPr/>
          </p:nvSpPr>
          <p:spPr>
            <a:xfrm>
              <a:off x="4384346" y="3269468"/>
              <a:ext cx="825768" cy="1307736"/>
            </a:xfrm>
            <a:custGeom>
              <a:avLst/>
              <a:gdLst/>
              <a:ahLst/>
              <a:cxnLst/>
              <a:rect l="l" t="t" r="r" b="b"/>
              <a:pathLst>
                <a:path w="25765" h="40803" extrusionOk="0">
                  <a:moveTo>
                    <a:pt x="0" y="0"/>
                  </a:moveTo>
                  <a:lnTo>
                    <a:pt x="0" y="40786"/>
                  </a:lnTo>
                  <a:lnTo>
                    <a:pt x="25765" y="40803"/>
                  </a:lnTo>
                  <a:lnTo>
                    <a:pt x="257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4"/>
            <p:cNvSpPr/>
            <p:nvPr/>
          </p:nvSpPr>
          <p:spPr>
            <a:xfrm>
              <a:off x="4344155" y="3219118"/>
              <a:ext cx="2969977" cy="68587"/>
            </a:xfrm>
            <a:custGeom>
              <a:avLst/>
              <a:gdLst/>
              <a:ahLst/>
              <a:cxnLst/>
              <a:rect l="l" t="t" r="r" b="b"/>
              <a:pathLst>
                <a:path w="92667" h="2140" extrusionOk="0">
                  <a:moveTo>
                    <a:pt x="1" y="1"/>
                  </a:moveTo>
                  <a:lnTo>
                    <a:pt x="1" y="2140"/>
                  </a:lnTo>
                  <a:lnTo>
                    <a:pt x="92667" y="2140"/>
                  </a:lnTo>
                  <a:lnTo>
                    <a:pt x="926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4"/>
            <p:cNvSpPr/>
            <p:nvPr/>
          </p:nvSpPr>
          <p:spPr>
            <a:xfrm>
              <a:off x="4384346" y="3287673"/>
              <a:ext cx="92112" cy="1386996"/>
            </a:xfrm>
            <a:custGeom>
              <a:avLst/>
              <a:gdLst/>
              <a:ahLst/>
              <a:cxnLst/>
              <a:rect l="l" t="t" r="r" b="b"/>
              <a:pathLst>
                <a:path w="2874" h="43276" extrusionOk="0">
                  <a:moveTo>
                    <a:pt x="0" y="1"/>
                  </a:moveTo>
                  <a:lnTo>
                    <a:pt x="0" y="43276"/>
                  </a:lnTo>
                  <a:lnTo>
                    <a:pt x="2874" y="43276"/>
                  </a:lnTo>
                  <a:lnTo>
                    <a:pt x="28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4"/>
            <p:cNvSpPr/>
            <p:nvPr/>
          </p:nvSpPr>
          <p:spPr>
            <a:xfrm>
              <a:off x="7177023" y="3287673"/>
              <a:ext cx="92144" cy="1387541"/>
            </a:xfrm>
            <a:custGeom>
              <a:avLst/>
              <a:gdLst/>
              <a:ahLst/>
              <a:cxnLst/>
              <a:rect l="l" t="t" r="r" b="b"/>
              <a:pathLst>
                <a:path w="2875" h="43293" extrusionOk="0">
                  <a:moveTo>
                    <a:pt x="0" y="1"/>
                  </a:moveTo>
                  <a:lnTo>
                    <a:pt x="0" y="43292"/>
                  </a:lnTo>
                  <a:lnTo>
                    <a:pt x="2874" y="43292"/>
                  </a:lnTo>
                  <a:lnTo>
                    <a:pt x="28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6595988" y="3287673"/>
              <a:ext cx="92144" cy="1387541"/>
            </a:xfrm>
            <a:custGeom>
              <a:avLst/>
              <a:gdLst/>
              <a:ahLst/>
              <a:cxnLst/>
              <a:rect l="l" t="t" r="r" b="b"/>
              <a:pathLst>
                <a:path w="2875" h="43293" extrusionOk="0">
                  <a:moveTo>
                    <a:pt x="0" y="1"/>
                  </a:moveTo>
                  <a:lnTo>
                    <a:pt x="0" y="43292"/>
                  </a:lnTo>
                  <a:lnTo>
                    <a:pt x="2874" y="43292"/>
                  </a:lnTo>
                  <a:lnTo>
                    <a:pt x="28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4"/>
            <p:cNvSpPr/>
            <p:nvPr/>
          </p:nvSpPr>
          <p:spPr>
            <a:xfrm>
              <a:off x="4366655" y="3216457"/>
              <a:ext cx="395241" cy="5384"/>
            </a:xfrm>
            <a:custGeom>
              <a:avLst/>
              <a:gdLst/>
              <a:ahLst/>
              <a:cxnLst/>
              <a:rect l="l" t="t" r="r" b="b"/>
              <a:pathLst>
                <a:path w="12332" h="168" extrusionOk="0">
                  <a:moveTo>
                    <a:pt x="6166" y="0"/>
                  </a:moveTo>
                  <a:cubicBezTo>
                    <a:pt x="2758" y="0"/>
                    <a:pt x="1" y="34"/>
                    <a:pt x="1" y="84"/>
                  </a:cubicBezTo>
                  <a:cubicBezTo>
                    <a:pt x="1" y="134"/>
                    <a:pt x="2758" y="167"/>
                    <a:pt x="6166" y="167"/>
                  </a:cubicBezTo>
                  <a:cubicBezTo>
                    <a:pt x="9575" y="167"/>
                    <a:pt x="12332" y="134"/>
                    <a:pt x="12332" y="84"/>
                  </a:cubicBezTo>
                  <a:cubicBezTo>
                    <a:pt x="12332" y="34"/>
                    <a:pt x="9575" y="0"/>
                    <a:pt x="61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4"/>
            <p:cNvSpPr/>
            <p:nvPr/>
          </p:nvSpPr>
          <p:spPr>
            <a:xfrm>
              <a:off x="5441964" y="4502207"/>
              <a:ext cx="344890" cy="158808"/>
            </a:xfrm>
            <a:custGeom>
              <a:avLst/>
              <a:gdLst/>
              <a:ahLst/>
              <a:cxnLst/>
              <a:rect l="l" t="t" r="r" b="b"/>
              <a:pathLst>
                <a:path w="10761" h="4955" extrusionOk="0">
                  <a:moveTo>
                    <a:pt x="151" y="0"/>
                  </a:moveTo>
                  <a:lnTo>
                    <a:pt x="1" y="4528"/>
                  </a:lnTo>
                  <a:lnTo>
                    <a:pt x="351" y="4562"/>
                  </a:lnTo>
                  <a:cubicBezTo>
                    <a:pt x="1584" y="4665"/>
                    <a:pt x="5727" y="4955"/>
                    <a:pt x="8065" y="4955"/>
                  </a:cubicBezTo>
                  <a:cubicBezTo>
                    <a:pt x="8770" y="4955"/>
                    <a:pt x="9310" y="4928"/>
                    <a:pt x="9558" y="4863"/>
                  </a:cubicBezTo>
                  <a:cubicBezTo>
                    <a:pt x="10761" y="4528"/>
                    <a:pt x="5865" y="3275"/>
                    <a:pt x="5865" y="3275"/>
                  </a:cubicBezTo>
                  <a:lnTo>
                    <a:pt x="5949" y="184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4"/>
            <p:cNvSpPr/>
            <p:nvPr/>
          </p:nvSpPr>
          <p:spPr>
            <a:xfrm>
              <a:off x="5441964" y="4629670"/>
              <a:ext cx="319731" cy="30576"/>
            </a:xfrm>
            <a:custGeom>
              <a:avLst/>
              <a:gdLst/>
              <a:ahLst/>
              <a:cxnLst/>
              <a:rect l="l" t="t" r="r" b="b"/>
              <a:pathLst>
                <a:path w="9976" h="954" extrusionOk="0">
                  <a:moveTo>
                    <a:pt x="8255" y="0"/>
                  </a:moveTo>
                  <a:cubicBezTo>
                    <a:pt x="7920" y="0"/>
                    <a:pt x="7720" y="735"/>
                    <a:pt x="7720" y="735"/>
                  </a:cubicBezTo>
                  <a:lnTo>
                    <a:pt x="1" y="418"/>
                  </a:lnTo>
                  <a:lnTo>
                    <a:pt x="1" y="551"/>
                  </a:lnTo>
                  <a:cubicBezTo>
                    <a:pt x="1946" y="786"/>
                    <a:pt x="5552" y="954"/>
                    <a:pt x="7791" y="954"/>
                  </a:cubicBezTo>
                  <a:cubicBezTo>
                    <a:pt x="8897" y="954"/>
                    <a:pt x="9670" y="913"/>
                    <a:pt x="9742" y="819"/>
                  </a:cubicBezTo>
                  <a:cubicBezTo>
                    <a:pt x="9976" y="551"/>
                    <a:pt x="8255" y="0"/>
                    <a:pt x="82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4"/>
            <p:cNvSpPr/>
            <p:nvPr/>
          </p:nvSpPr>
          <p:spPr>
            <a:xfrm>
              <a:off x="5439272" y="4643035"/>
              <a:ext cx="315468" cy="10737"/>
            </a:xfrm>
            <a:custGeom>
              <a:avLst/>
              <a:gdLst/>
              <a:ahLst/>
              <a:cxnLst/>
              <a:rect l="l" t="t" r="r" b="b"/>
              <a:pathLst>
                <a:path w="9843" h="335" extrusionOk="0">
                  <a:moveTo>
                    <a:pt x="1" y="1"/>
                  </a:moveTo>
                  <a:cubicBezTo>
                    <a:pt x="34" y="17"/>
                    <a:pt x="68" y="17"/>
                    <a:pt x="101" y="17"/>
                  </a:cubicBezTo>
                  <a:cubicBezTo>
                    <a:pt x="185" y="17"/>
                    <a:pt x="285" y="34"/>
                    <a:pt x="385" y="34"/>
                  </a:cubicBezTo>
                  <a:lnTo>
                    <a:pt x="1438" y="118"/>
                  </a:lnTo>
                  <a:cubicBezTo>
                    <a:pt x="2323" y="185"/>
                    <a:pt x="3560" y="251"/>
                    <a:pt x="4913" y="285"/>
                  </a:cubicBezTo>
                  <a:cubicBezTo>
                    <a:pt x="6267" y="335"/>
                    <a:pt x="7503" y="335"/>
                    <a:pt x="8389" y="335"/>
                  </a:cubicBezTo>
                  <a:lnTo>
                    <a:pt x="9441" y="318"/>
                  </a:lnTo>
                  <a:lnTo>
                    <a:pt x="9842" y="318"/>
                  </a:lnTo>
                  <a:cubicBezTo>
                    <a:pt x="9809" y="302"/>
                    <a:pt x="9775" y="302"/>
                    <a:pt x="9742" y="302"/>
                  </a:cubicBezTo>
                  <a:lnTo>
                    <a:pt x="9441" y="302"/>
                  </a:lnTo>
                  <a:lnTo>
                    <a:pt x="8389" y="285"/>
                  </a:lnTo>
                  <a:cubicBezTo>
                    <a:pt x="7503" y="285"/>
                    <a:pt x="6267" y="251"/>
                    <a:pt x="4913" y="218"/>
                  </a:cubicBezTo>
                  <a:cubicBezTo>
                    <a:pt x="3560" y="168"/>
                    <a:pt x="2323" y="118"/>
                    <a:pt x="1438" y="68"/>
                  </a:cubicBezTo>
                  <a:cubicBezTo>
                    <a:pt x="1020" y="51"/>
                    <a:pt x="669" y="34"/>
                    <a:pt x="385" y="17"/>
                  </a:cubicBezTo>
                  <a:lnTo>
                    <a:pt x="1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4"/>
            <p:cNvSpPr/>
            <p:nvPr/>
          </p:nvSpPr>
          <p:spPr>
            <a:xfrm>
              <a:off x="5688845" y="4627523"/>
              <a:ext cx="19294" cy="28396"/>
            </a:xfrm>
            <a:custGeom>
              <a:avLst/>
              <a:gdLst/>
              <a:ahLst/>
              <a:cxnLst/>
              <a:rect l="l" t="t" r="r" b="b"/>
              <a:pathLst>
                <a:path w="602" h="886" extrusionOk="0">
                  <a:moveTo>
                    <a:pt x="602" y="0"/>
                  </a:moveTo>
                  <a:cubicBezTo>
                    <a:pt x="234" y="134"/>
                    <a:pt x="0" y="501"/>
                    <a:pt x="17" y="886"/>
                  </a:cubicBezTo>
                  <a:cubicBezTo>
                    <a:pt x="100" y="535"/>
                    <a:pt x="301" y="217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4"/>
            <p:cNvSpPr/>
            <p:nvPr/>
          </p:nvSpPr>
          <p:spPr>
            <a:xfrm>
              <a:off x="5634745" y="4611402"/>
              <a:ext cx="11282" cy="15128"/>
            </a:xfrm>
            <a:custGeom>
              <a:avLst/>
              <a:gdLst/>
              <a:ahLst/>
              <a:cxnLst/>
              <a:rect l="l" t="t" r="r" b="b"/>
              <a:pathLst>
                <a:path w="352" h="472" extrusionOk="0">
                  <a:moveTo>
                    <a:pt x="330" y="0"/>
                  </a:moveTo>
                  <a:cubicBezTo>
                    <a:pt x="306" y="0"/>
                    <a:pt x="228" y="95"/>
                    <a:pt x="151" y="219"/>
                  </a:cubicBezTo>
                  <a:cubicBezTo>
                    <a:pt x="67" y="336"/>
                    <a:pt x="1" y="453"/>
                    <a:pt x="17" y="470"/>
                  </a:cubicBezTo>
                  <a:cubicBezTo>
                    <a:pt x="19" y="471"/>
                    <a:pt x="20" y="472"/>
                    <a:pt x="22" y="472"/>
                  </a:cubicBezTo>
                  <a:cubicBezTo>
                    <a:pt x="46" y="472"/>
                    <a:pt x="125" y="376"/>
                    <a:pt x="218" y="253"/>
                  </a:cubicBezTo>
                  <a:cubicBezTo>
                    <a:pt x="301" y="119"/>
                    <a:pt x="351" y="2"/>
                    <a:pt x="335" y="2"/>
                  </a:cubicBezTo>
                  <a:cubicBezTo>
                    <a:pt x="334" y="1"/>
                    <a:pt x="33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4"/>
            <p:cNvSpPr/>
            <p:nvPr/>
          </p:nvSpPr>
          <p:spPr>
            <a:xfrm>
              <a:off x="5620290" y="4607620"/>
              <a:ext cx="12884" cy="10384"/>
            </a:xfrm>
            <a:custGeom>
              <a:avLst/>
              <a:gdLst/>
              <a:ahLst/>
              <a:cxnLst/>
              <a:rect l="l" t="t" r="r" b="b"/>
              <a:pathLst>
                <a:path w="402" h="324" extrusionOk="0">
                  <a:moveTo>
                    <a:pt x="377" y="0"/>
                  </a:moveTo>
                  <a:cubicBezTo>
                    <a:pt x="350" y="0"/>
                    <a:pt x="272" y="62"/>
                    <a:pt x="168" y="137"/>
                  </a:cubicBezTo>
                  <a:cubicBezTo>
                    <a:pt x="67" y="220"/>
                    <a:pt x="0" y="304"/>
                    <a:pt x="17" y="320"/>
                  </a:cubicBezTo>
                  <a:cubicBezTo>
                    <a:pt x="17" y="323"/>
                    <a:pt x="19" y="324"/>
                    <a:pt x="22" y="324"/>
                  </a:cubicBezTo>
                  <a:cubicBezTo>
                    <a:pt x="43" y="324"/>
                    <a:pt x="130" y="274"/>
                    <a:pt x="218" y="187"/>
                  </a:cubicBezTo>
                  <a:cubicBezTo>
                    <a:pt x="318" y="103"/>
                    <a:pt x="401" y="20"/>
                    <a:pt x="385" y="3"/>
                  </a:cubicBezTo>
                  <a:cubicBezTo>
                    <a:pt x="383" y="1"/>
                    <a:pt x="381" y="0"/>
                    <a:pt x="3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5560132" y="4599319"/>
              <a:ext cx="102496" cy="85157"/>
            </a:xfrm>
            <a:custGeom>
              <a:avLst/>
              <a:gdLst/>
              <a:ahLst/>
              <a:cxnLst/>
              <a:rect l="l" t="t" r="r" b="b"/>
              <a:pathLst>
                <a:path w="3198" h="2657" extrusionOk="0">
                  <a:moveTo>
                    <a:pt x="1786" y="0"/>
                  </a:moveTo>
                  <a:cubicBezTo>
                    <a:pt x="1728" y="0"/>
                    <a:pt x="1669" y="9"/>
                    <a:pt x="1610" y="28"/>
                  </a:cubicBezTo>
                  <a:cubicBezTo>
                    <a:pt x="0" y="337"/>
                    <a:pt x="274" y="2657"/>
                    <a:pt x="1815" y="2657"/>
                  </a:cubicBezTo>
                  <a:cubicBezTo>
                    <a:pt x="1857" y="2657"/>
                    <a:pt x="1900" y="2655"/>
                    <a:pt x="1944" y="2651"/>
                  </a:cubicBezTo>
                  <a:cubicBezTo>
                    <a:pt x="2663" y="2601"/>
                    <a:pt x="3197" y="2016"/>
                    <a:pt x="3181" y="1315"/>
                  </a:cubicBezTo>
                  <a:cubicBezTo>
                    <a:pt x="3181" y="613"/>
                    <a:pt x="2613" y="28"/>
                    <a:pt x="1911" y="11"/>
                  </a:cubicBezTo>
                  <a:cubicBezTo>
                    <a:pt x="1869" y="4"/>
                    <a:pt x="1828" y="0"/>
                    <a:pt x="1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4"/>
            <p:cNvSpPr/>
            <p:nvPr/>
          </p:nvSpPr>
          <p:spPr>
            <a:xfrm>
              <a:off x="5608496" y="4587877"/>
              <a:ext cx="21986" cy="3429"/>
            </a:xfrm>
            <a:custGeom>
              <a:avLst/>
              <a:gdLst/>
              <a:ahLst/>
              <a:cxnLst/>
              <a:rect l="l" t="t" r="r" b="b"/>
              <a:pathLst>
                <a:path w="686" h="107" extrusionOk="0">
                  <a:moveTo>
                    <a:pt x="1" y="1"/>
                  </a:moveTo>
                  <a:lnTo>
                    <a:pt x="1" y="1"/>
                  </a:lnTo>
                  <a:cubicBezTo>
                    <a:pt x="134" y="73"/>
                    <a:pt x="281" y="107"/>
                    <a:pt x="424" y="107"/>
                  </a:cubicBezTo>
                  <a:cubicBezTo>
                    <a:pt x="514" y="107"/>
                    <a:pt x="602" y="93"/>
                    <a:pt x="686" y="68"/>
                  </a:cubicBezTo>
                  <a:cubicBezTo>
                    <a:pt x="469" y="51"/>
                    <a:pt x="235" y="1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4"/>
            <p:cNvSpPr/>
            <p:nvPr/>
          </p:nvSpPr>
          <p:spPr>
            <a:xfrm>
              <a:off x="5642245" y="4594447"/>
              <a:ext cx="35383" cy="19166"/>
            </a:xfrm>
            <a:custGeom>
              <a:avLst/>
              <a:gdLst/>
              <a:ahLst/>
              <a:cxnLst/>
              <a:rect l="l" t="t" r="r" b="b"/>
              <a:pathLst>
                <a:path w="1104" h="598" extrusionOk="0">
                  <a:moveTo>
                    <a:pt x="735" y="67"/>
                  </a:moveTo>
                  <a:cubicBezTo>
                    <a:pt x="829" y="67"/>
                    <a:pt x="922" y="90"/>
                    <a:pt x="1003" y="130"/>
                  </a:cubicBezTo>
                  <a:cubicBezTo>
                    <a:pt x="1053" y="180"/>
                    <a:pt x="1036" y="247"/>
                    <a:pt x="970" y="280"/>
                  </a:cubicBezTo>
                  <a:cubicBezTo>
                    <a:pt x="903" y="314"/>
                    <a:pt x="819" y="347"/>
                    <a:pt x="752" y="364"/>
                  </a:cubicBezTo>
                  <a:cubicBezTo>
                    <a:pt x="619" y="414"/>
                    <a:pt x="502" y="431"/>
                    <a:pt x="368" y="464"/>
                  </a:cubicBezTo>
                  <a:cubicBezTo>
                    <a:pt x="254" y="480"/>
                    <a:pt x="164" y="485"/>
                    <a:pt x="101" y="487"/>
                  </a:cubicBezTo>
                  <a:lnTo>
                    <a:pt x="101" y="487"/>
                  </a:lnTo>
                  <a:cubicBezTo>
                    <a:pt x="137" y="415"/>
                    <a:pt x="178" y="348"/>
                    <a:pt x="234" y="280"/>
                  </a:cubicBezTo>
                  <a:cubicBezTo>
                    <a:pt x="318" y="197"/>
                    <a:pt x="435" y="130"/>
                    <a:pt x="552" y="97"/>
                  </a:cubicBezTo>
                  <a:cubicBezTo>
                    <a:pt x="611" y="77"/>
                    <a:pt x="673" y="67"/>
                    <a:pt x="735" y="67"/>
                  </a:cubicBezTo>
                  <a:close/>
                  <a:moveTo>
                    <a:pt x="718" y="0"/>
                  </a:moveTo>
                  <a:cubicBezTo>
                    <a:pt x="522" y="0"/>
                    <a:pt x="330" y="86"/>
                    <a:pt x="201" y="247"/>
                  </a:cubicBezTo>
                  <a:cubicBezTo>
                    <a:pt x="137" y="327"/>
                    <a:pt x="88" y="408"/>
                    <a:pt x="69" y="488"/>
                  </a:cubicBezTo>
                  <a:lnTo>
                    <a:pt x="69" y="488"/>
                  </a:lnTo>
                  <a:cubicBezTo>
                    <a:pt x="24" y="489"/>
                    <a:pt x="1" y="491"/>
                    <a:pt x="1" y="498"/>
                  </a:cubicBezTo>
                  <a:cubicBezTo>
                    <a:pt x="21" y="500"/>
                    <a:pt x="42" y="503"/>
                    <a:pt x="63" y="506"/>
                  </a:cubicBezTo>
                  <a:lnTo>
                    <a:pt x="63" y="506"/>
                  </a:lnTo>
                  <a:cubicBezTo>
                    <a:pt x="51" y="537"/>
                    <a:pt x="51" y="567"/>
                    <a:pt x="51" y="598"/>
                  </a:cubicBezTo>
                  <a:cubicBezTo>
                    <a:pt x="64" y="567"/>
                    <a:pt x="77" y="538"/>
                    <a:pt x="90" y="510"/>
                  </a:cubicBezTo>
                  <a:lnTo>
                    <a:pt x="90" y="510"/>
                  </a:lnTo>
                  <a:cubicBezTo>
                    <a:pt x="147" y="516"/>
                    <a:pt x="205" y="521"/>
                    <a:pt x="262" y="521"/>
                  </a:cubicBezTo>
                  <a:cubicBezTo>
                    <a:pt x="298" y="521"/>
                    <a:pt x="334" y="519"/>
                    <a:pt x="368" y="514"/>
                  </a:cubicBezTo>
                  <a:cubicBezTo>
                    <a:pt x="502" y="498"/>
                    <a:pt x="635" y="464"/>
                    <a:pt x="769" y="431"/>
                  </a:cubicBezTo>
                  <a:cubicBezTo>
                    <a:pt x="853" y="414"/>
                    <a:pt x="919" y="381"/>
                    <a:pt x="1003" y="347"/>
                  </a:cubicBezTo>
                  <a:cubicBezTo>
                    <a:pt x="1053" y="314"/>
                    <a:pt x="1087" y="280"/>
                    <a:pt x="1103" y="230"/>
                  </a:cubicBezTo>
                  <a:cubicBezTo>
                    <a:pt x="1103" y="180"/>
                    <a:pt x="1087" y="113"/>
                    <a:pt x="1036" y="80"/>
                  </a:cubicBezTo>
                  <a:cubicBezTo>
                    <a:pt x="935" y="26"/>
                    <a:pt x="826" y="0"/>
                    <a:pt x="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4"/>
            <p:cNvSpPr/>
            <p:nvPr/>
          </p:nvSpPr>
          <p:spPr>
            <a:xfrm>
              <a:off x="5629937" y="4587364"/>
              <a:ext cx="17692" cy="23589"/>
            </a:xfrm>
            <a:custGeom>
              <a:avLst/>
              <a:gdLst/>
              <a:ahLst/>
              <a:cxnLst/>
              <a:rect l="l" t="t" r="r" b="b"/>
              <a:pathLst>
                <a:path w="552" h="736" extrusionOk="0">
                  <a:moveTo>
                    <a:pt x="134" y="0"/>
                  </a:moveTo>
                  <a:cubicBezTo>
                    <a:pt x="50" y="17"/>
                    <a:pt x="0" y="100"/>
                    <a:pt x="17" y="184"/>
                  </a:cubicBezTo>
                  <a:cubicBezTo>
                    <a:pt x="17" y="234"/>
                    <a:pt x="34" y="301"/>
                    <a:pt x="67" y="351"/>
                  </a:cubicBezTo>
                  <a:cubicBezTo>
                    <a:pt x="117" y="435"/>
                    <a:pt x="167" y="501"/>
                    <a:pt x="234" y="568"/>
                  </a:cubicBezTo>
                  <a:cubicBezTo>
                    <a:pt x="301" y="635"/>
                    <a:pt x="368" y="702"/>
                    <a:pt x="451" y="735"/>
                  </a:cubicBezTo>
                  <a:cubicBezTo>
                    <a:pt x="451" y="719"/>
                    <a:pt x="368" y="668"/>
                    <a:pt x="284" y="535"/>
                  </a:cubicBezTo>
                  <a:cubicBezTo>
                    <a:pt x="217" y="468"/>
                    <a:pt x="167" y="401"/>
                    <a:pt x="134" y="318"/>
                  </a:cubicBezTo>
                  <a:cubicBezTo>
                    <a:pt x="84" y="234"/>
                    <a:pt x="50" y="84"/>
                    <a:pt x="151" y="84"/>
                  </a:cubicBezTo>
                  <a:cubicBezTo>
                    <a:pt x="157" y="82"/>
                    <a:pt x="163" y="82"/>
                    <a:pt x="170" y="82"/>
                  </a:cubicBezTo>
                  <a:cubicBezTo>
                    <a:pt x="249" y="82"/>
                    <a:pt x="338" y="172"/>
                    <a:pt x="385" y="234"/>
                  </a:cubicBezTo>
                  <a:cubicBezTo>
                    <a:pt x="435" y="318"/>
                    <a:pt x="468" y="401"/>
                    <a:pt x="485" y="485"/>
                  </a:cubicBezTo>
                  <a:cubicBezTo>
                    <a:pt x="485" y="568"/>
                    <a:pt x="485" y="652"/>
                    <a:pt x="485" y="735"/>
                  </a:cubicBezTo>
                  <a:cubicBezTo>
                    <a:pt x="535" y="668"/>
                    <a:pt x="552" y="568"/>
                    <a:pt x="535" y="485"/>
                  </a:cubicBezTo>
                  <a:cubicBezTo>
                    <a:pt x="518" y="384"/>
                    <a:pt x="485" y="284"/>
                    <a:pt x="435" y="201"/>
                  </a:cubicBezTo>
                  <a:cubicBezTo>
                    <a:pt x="385" y="100"/>
                    <a:pt x="268" y="17"/>
                    <a:pt x="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4"/>
            <p:cNvSpPr/>
            <p:nvPr/>
          </p:nvSpPr>
          <p:spPr>
            <a:xfrm>
              <a:off x="5444656" y="4591242"/>
              <a:ext cx="64805" cy="55575"/>
            </a:xfrm>
            <a:custGeom>
              <a:avLst/>
              <a:gdLst/>
              <a:ahLst/>
              <a:cxnLst/>
              <a:rect l="l" t="t" r="r" b="b"/>
              <a:pathLst>
                <a:path w="2022" h="1734" extrusionOk="0">
                  <a:moveTo>
                    <a:pt x="276" y="0"/>
                  </a:moveTo>
                  <a:cubicBezTo>
                    <a:pt x="221" y="0"/>
                    <a:pt x="167" y="4"/>
                    <a:pt x="117" y="13"/>
                  </a:cubicBezTo>
                  <a:cubicBezTo>
                    <a:pt x="67" y="13"/>
                    <a:pt x="33" y="29"/>
                    <a:pt x="0" y="29"/>
                  </a:cubicBezTo>
                  <a:cubicBezTo>
                    <a:pt x="0" y="46"/>
                    <a:pt x="167" y="29"/>
                    <a:pt x="418" y="63"/>
                  </a:cubicBezTo>
                  <a:cubicBezTo>
                    <a:pt x="1120" y="163"/>
                    <a:pt x="1704" y="648"/>
                    <a:pt x="1905" y="1316"/>
                  </a:cubicBezTo>
                  <a:cubicBezTo>
                    <a:pt x="1988" y="1567"/>
                    <a:pt x="1988" y="1734"/>
                    <a:pt x="2005" y="1734"/>
                  </a:cubicBezTo>
                  <a:cubicBezTo>
                    <a:pt x="2005" y="1700"/>
                    <a:pt x="2022" y="1667"/>
                    <a:pt x="2005" y="1617"/>
                  </a:cubicBezTo>
                  <a:cubicBezTo>
                    <a:pt x="2005" y="1517"/>
                    <a:pt x="1988" y="1416"/>
                    <a:pt x="1955" y="1299"/>
                  </a:cubicBezTo>
                  <a:cubicBezTo>
                    <a:pt x="1771" y="598"/>
                    <a:pt x="1153" y="96"/>
                    <a:pt x="434" y="13"/>
                  </a:cubicBezTo>
                  <a:cubicBezTo>
                    <a:pt x="384" y="4"/>
                    <a:pt x="330" y="0"/>
                    <a:pt x="2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4"/>
            <p:cNvSpPr/>
            <p:nvPr/>
          </p:nvSpPr>
          <p:spPr>
            <a:xfrm>
              <a:off x="5462316" y="4515604"/>
              <a:ext cx="4327" cy="76600"/>
            </a:xfrm>
            <a:custGeom>
              <a:avLst/>
              <a:gdLst/>
              <a:ahLst/>
              <a:cxnLst/>
              <a:rect l="l" t="t" r="r" b="b"/>
              <a:pathLst>
                <a:path w="135" h="2390" extrusionOk="0">
                  <a:moveTo>
                    <a:pt x="117" y="0"/>
                  </a:moveTo>
                  <a:lnTo>
                    <a:pt x="117" y="0"/>
                  </a:lnTo>
                  <a:cubicBezTo>
                    <a:pt x="34" y="785"/>
                    <a:pt x="0" y="1587"/>
                    <a:pt x="17" y="2389"/>
                  </a:cubicBezTo>
                  <a:cubicBezTo>
                    <a:pt x="101" y="1587"/>
                    <a:pt x="134" y="802"/>
                    <a:pt x="1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4"/>
            <p:cNvSpPr/>
            <p:nvPr/>
          </p:nvSpPr>
          <p:spPr>
            <a:xfrm>
              <a:off x="5532986" y="4630568"/>
              <a:ext cx="54132" cy="3814"/>
            </a:xfrm>
            <a:custGeom>
              <a:avLst/>
              <a:gdLst/>
              <a:ahLst/>
              <a:cxnLst/>
              <a:rect l="l" t="t" r="r" b="b"/>
              <a:pathLst>
                <a:path w="1689" h="119" extrusionOk="0">
                  <a:moveTo>
                    <a:pt x="41" y="1"/>
                  </a:moveTo>
                  <a:cubicBezTo>
                    <a:pt x="15" y="1"/>
                    <a:pt x="1" y="2"/>
                    <a:pt x="1" y="5"/>
                  </a:cubicBezTo>
                  <a:cubicBezTo>
                    <a:pt x="344" y="78"/>
                    <a:pt x="700" y="119"/>
                    <a:pt x="1053" y="119"/>
                  </a:cubicBezTo>
                  <a:cubicBezTo>
                    <a:pt x="1267" y="119"/>
                    <a:pt x="1480" y="104"/>
                    <a:pt x="1689" y="72"/>
                  </a:cubicBezTo>
                  <a:cubicBezTo>
                    <a:pt x="1689" y="56"/>
                    <a:pt x="1321" y="56"/>
                    <a:pt x="853" y="39"/>
                  </a:cubicBezTo>
                  <a:cubicBezTo>
                    <a:pt x="475" y="25"/>
                    <a:pt x="151" y="1"/>
                    <a:pt x="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4"/>
            <p:cNvSpPr/>
            <p:nvPr/>
          </p:nvSpPr>
          <p:spPr>
            <a:xfrm>
              <a:off x="5496064" y="4629542"/>
              <a:ext cx="5897" cy="10865"/>
            </a:xfrm>
            <a:custGeom>
              <a:avLst/>
              <a:gdLst/>
              <a:ahLst/>
              <a:cxnLst/>
              <a:rect l="l" t="t" r="r" b="b"/>
              <a:pathLst>
                <a:path w="184" h="339" extrusionOk="0">
                  <a:moveTo>
                    <a:pt x="25" y="1"/>
                  </a:moveTo>
                  <a:cubicBezTo>
                    <a:pt x="22" y="1"/>
                    <a:pt x="19" y="2"/>
                    <a:pt x="17" y="4"/>
                  </a:cubicBezTo>
                  <a:cubicBezTo>
                    <a:pt x="0" y="4"/>
                    <a:pt x="50" y="71"/>
                    <a:pt x="84" y="171"/>
                  </a:cubicBezTo>
                  <a:cubicBezTo>
                    <a:pt x="117" y="255"/>
                    <a:pt x="134" y="338"/>
                    <a:pt x="150" y="338"/>
                  </a:cubicBezTo>
                  <a:cubicBezTo>
                    <a:pt x="184" y="322"/>
                    <a:pt x="184" y="238"/>
                    <a:pt x="150" y="138"/>
                  </a:cubicBezTo>
                  <a:cubicBezTo>
                    <a:pt x="107" y="50"/>
                    <a:pt x="50" y="1"/>
                    <a:pt x="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4"/>
            <p:cNvSpPr/>
            <p:nvPr/>
          </p:nvSpPr>
          <p:spPr>
            <a:xfrm>
              <a:off x="5483212" y="4611850"/>
              <a:ext cx="7500" cy="7275"/>
            </a:xfrm>
            <a:custGeom>
              <a:avLst/>
              <a:gdLst/>
              <a:ahLst/>
              <a:cxnLst/>
              <a:rect l="l" t="t" r="r" b="b"/>
              <a:pathLst>
                <a:path w="234" h="227" extrusionOk="0">
                  <a:moveTo>
                    <a:pt x="13" y="0"/>
                  </a:moveTo>
                  <a:cubicBezTo>
                    <a:pt x="7" y="0"/>
                    <a:pt x="3" y="2"/>
                    <a:pt x="0" y="5"/>
                  </a:cubicBezTo>
                  <a:cubicBezTo>
                    <a:pt x="0" y="21"/>
                    <a:pt x="33" y="72"/>
                    <a:pt x="84" y="138"/>
                  </a:cubicBezTo>
                  <a:cubicBezTo>
                    <a:pt x="139" y="194"/>
                    <a:pt x="183" y="226"/>
                    <a:pt x="206" y="226"/>
                  </a:cubicBezTo>
                  <a:cubicBezTo>
                    <a:pt x="211" y="226"/>
                    <a:pt x="214" y="225"/>
                    <a:pt x="217" y="222"/>
                  </a:cubicBezTo>
                  <a:cubicBezTo>
                    <a:pt x="234" y="222"/>
                    <a:pt x="201" y="155"/>
                    <a:pt x="134" y="88"/>
                  </a:cubicBezTo>
                  <a:cubicBezTo>
                    <a:pt x="92" y="33"/>
                    <a:pt x="39" y="0"/>
                    <a:pt x="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4"/>
            <p:cNvSpPr/>
            <p:nvPr/>
          </p:nvSpPr>
          <p:spPr>
            <a:xfrm>
              <a:off x="5463918" y="4602428"/>
              <a:ext cx="11282" cy="4872"/>
            </a:xfrm>
            <a:custGeom>
              <a:avLst/>
              <a:gdLst/>
              <a:ahLst/>
              <a:cxnLst/>
              <a:rect l="l" t="t" r="r" b="b"/>
              <a:pathLst>
                <a:path w="352" h="152" extrusionOk="0">
                  <a:moveTo>
                    <a:pt x="103" y="0"/>
                  </a:moveTo>
                  <a:cubicBezTo>
                    <a:pt x="40" y="0"/>
                    <a:pt x="1" y="20"/>
                    <a:pt x="1" y="31"/>
                  </a:cubicBezTo>
                  <a:cubicBezTo>
                    <a:pt x="1" y="48"/>
                    <a:pt x="84" y="48"/>
                    <a:pt x="168" y="81"/>
                  </a:cubicBezTo>
                  <a:cubicBezTo>
                    <a:pt x="240" y="110"/>
                    <a:pt x="299" y="152"/>
                    <a:pt x="325" y="152"/>
                  </a:cubicBezTo>
                  <a:cubicBezTo>
                    <a:pt x="329" y="152"/>
                    <a:pt x="332" y="151"/>
                    <a:pt x="335" y="148"/>
                  </a:cubicBezTo>
                  <a:cubicBezTo>
                    <a:pt x="351" y="148"/>
                    <a:pt x="301" y="65"/>
                    <a:pt x="201" y="15"/>
                  </a:cubicBezTo>
                  <a:cubicBezTo>
                    <a:pt x="165" y="4"/>
                    <a:pt x="132" y="0"/>
                    <a:pt x="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4"/>
            <p:cNvSpPr/>
            <p:nvPr/>
          </p:nvSpPr>
          <p:spPr>
            <a:xfrm>
              <a:off x="5450009" y="4598902"/>
              <a:ext cx="5897" cy="3333"/>
            </a:xfrm>
            <a:custGeom>
              <a:avLst/>
              <a:gdLst/>
              <a:ahLst/>
              <a:cxnLst/>
              <a:rect l="l" t="t" r="r" b="b"/>
              <a:pathLst>
                <a:path w="184" h="104" extrusionOk="0">
                  <a:moveTo>
                    <a:pt x="19" y="1"/>
                  </a:moveTo>
                  <a:cubicBezTo>
                    <a:pt x="11" y="1"/>
                    <a:pt x="5" y="3"/>
                    <a:pt x="0" y="8"/>
                  </a:cubicBezTo>
                  <a:cubicBezTo>
                    <a:pt x="0" y="41"/>
                    <a:pt x="34" y="58"/>
                    <a:pt x="84" y="91"/>
                  </a:cubicBezTo>
                  <a:cubicBezTo>
                    <a:pt x="109" y="100"/>
                    <a:pt x="130" y="104"/>
                    <a:pt x="146" y="104"/>
                  </a:cubicBezTo>
                  <a:cubicBezTo>
                    <a:pt x="163" y="104"/>
                    <a:pt x="176" y="100"/>
                    <a:pt x="184" y="91"/>
                  </a:cubicBezTo>
                  <a:cubicBezTo>
                    <a:pt x="184" y="75"/>
                    <a:pt x="151" y="41"/>
                    <a:pt x="100" y="24"/>
                  </a:cubicBezTo>
                  <a:cubicBezTo>
                    <a:pt x="65" y="13"/>
                    <a:pt x="38" y="1"/>
                    <a:pt x="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4"/>
            <p:cNvSpPr/>
            <p:nvPr/>
          </p:nvSpPr>
          <p:spPr>
            <a:xfrm>
              <a:off x="5444111" y="4567525"/>
              <a:ext cx="186916" cy="22531"/>
            </a:xfrm>
            <a:custGeom>
              <a:avLst/>
              <a:gdLst/>
              <a:ahLst/>
              <a:cxnLst/>
              <a:rect l="l" t="t" r="r" b="b"/>
              <a:pathLst>
                <a:path w="5832" h="703" extrusionOk="0">
                  <a:moveTo>
                    <a:pt x="5832" y="1"/>
                  </a:moveTo>
                  <a:lnTo>
                    <a:pt x="0" y="252"/>
                  </a:lnTo>
                  <a:lnTo>
                    <a:pt x="34" y="619"/>
                  </a:lnTo>
                  <a:lnTo>
                    <a:pt x="5815" y="703"/>
                  </a:lnTo>
                  <a:lnTo>
                    <a:pt x="583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4"/>
            <p:cNvSpPr/>
            <p:nvPr/>
          </p:nvSpPr>
          <p:spPr>
            <a:xfrm>
              <a:off x="5735959" y="4522559"/>
              <a:ext cx="344890" cy="152526"/>
            </a:xfrm>
            <a:custGeom>
              <a:avLst/>
              <a:gdLst/>
              <a:ahLst/>
              <a:cxnLst/>
              <a:rect l="l" t="t" r="r" b="b"/>
              <a:pathLst>
                <a:path w="10761" h="4759" extrusionOk="0">
                  <a:moveTo>
                    <a:pt x="34" y="0"/>
                  </a:moveTo>
                  <a:lnTo>
                    <a:pt x="1" y="4528"/>
                  </a:lnTo>
                  <a:lnTo>
                    <a:pt x="351" y="4562"/>
                  </a:lnTo>
                  <a:cubicBezTo>
                    <a:pt x="1407" y="4617"/>
                    <a:pt x="4606" y="4759"/>
                    <a:pt x="6974" y="4759"/>
                  </a:cubicBezTo>
                  <a:cubicBezTo>
                    <a:pt x="8204" y="4759"/>
                    <a:pt x="9209" y="4720"/>
                    <a:pt x="9575" y="4612"/>
                  </a:cubicBezTo>
                  <a:cubicBezTo>
                    <a:pt x="10761" y="4244"/>
                    <a:pt x="5849" y="3125"/>
                    <a:pt x="5849" y="3125"/>
                  </a:cubicBezTo>
                  <a:lnTo>
                    <a:pt x="5832" y="1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4"/>
            <p:cNvSpPr/>
            <p:nvPr/>
          </p:nvSpPr>
          <p:spPr>
            <a:xfrm>
              <a:off x="5735959" y="4643035"/>
              <a:ext cx="319731" cy="31569"/>
            </a:xfrm>
            <a:custGeom>
              <a:avLst/>
              <a:gdLst/>
              <a:ahLst/>
              <a:cxnLst/>
              <a:rect l="l" t="t" r="r" b="b"/>
              <a:pathLst>
                <a:path w="9976" h="985" extrusionOk="0">
                  <a:moveTo>
                    <a:pt x="8255" y="1"/>
                  </a:moveTo>
                  <a:cubicBezTo>
                    <a:pt x="7904" y="17"/>
                    <a:pt x="7737" y="736"/>
                    <a:pt x="7737" y="736"/>
                  </a:cubicBezTo>
                  <a:lnTo>
                    <a:pt x="17" y="636"/>
                  </a:lnTo>
                  <a:lnTo>
                    <a:pt x="1" y="769"/>
                  </a:lnTo>
                  <a:cubicBezTo>
                    <a:pt x="1529" y="909"/>
                    <a:pt x="4066" y="985"/>
                    <a:pt x="6170" y="985"/>
                  </a:cubicBezTo>
                  <a:cubicBezTo>
                    <a:pt x="8093" y="985"/>
                    <a:pt x="9655" y="922"/>
                    <a:pt x="9758" y="786"/>
                  </a:cubicBezTo>
                  <a:cubicBezTo>
                    <a:pt x="9976" y="502"/>
                    <a:pt x="8255" y="1"/>
                    <a:pt x="8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4"/>
            <p:cNvSpPr/>
            <p:nvPr/>
          </p:nvSpPr>
          <p:spPr>
            <a:xfrm>
              <a:off x="5733267" y="4663387"/>
              <a:ext cx="315468" cy="5384"/>
            </a:xfrm>
            <a:custGeom>
              <a:avLst/>
              <a:gdLst/>
              <a:ahLst/>
              <a:cxnLst/>
              <a:rect l="l" t="t" r="r" b="b"/>
              <a:pathLst>
                <a:path w="9843" h="168" extrusionOk="0">
                  <a:moveTo>
                    <a:pt x="1" y="1"/>
                  </a:moveTo>
                  <a:cubicBezTo>
                    <a:pt x="34" y="17"/>
                    <a:pt x="68" y="17"/>
                    <a:pt x="101" y="17"/>
                  </a:cubicBezTo>
                  <a:lnTo>
                    <a:pt x="385" y="34"/>
                  </a:lnTo>
                  <a:lnTo>
                    <a:pt x="1438" y="84"/>
                  </a:lnTo>
                  <a:cubicBezTo>
                    <a:pt x="2323" y="118"/>
                    <a:pt x="3560" y="151"/>
                    <a:pt x="4913" y="168"/>
                  </a:cubicBezTo>
                  <a:cubicBezTo>
                    <a:pt x="6283" y="168"/>
                    <a:pt x="7503" y="151"/>
                    <a:pt x="8405" y="118"/>
                  </a:cubicBezTo>
                  <a:lnTo>
                    <a:pt x="9458" y="84"/>
                  </a:lnTo>
                  <a:lnTo>
                    <a:pt x="9742" y="68"/>
                  </a:lnTo>
                  <a:cubicBezTo>
                    <a:pt x="9775" y="68"/>
                    <a:pt x="9809" y="68"/>
                    <a:pt x="9842" y="51"/>
                  </a:cubicBezTo>
                  <a:lnTo>
                    <a:pt x="9458" y="51"/>
                  </a:lnTo>
                  <a:lnTo>
                    <a:pt x="8405" y="68"/>
                  </a:lnTo>
                  <a:cubicBezTo>
                    <a:pt x="7767" y="79"/>
                    <a:pt x="6971" y="91"/>
                    <a:pt x="6074" y="91"/>
                  </a:cubicBezTo>
                  <a:cubicBezTo>
                    <a:pt x="5703" y="91"/>
                    <a:pt x="5315" y="89"/>
                    <a:pt x="4913" y="84"/>
                  </a:cubicBezTo>
                  <a:cubicBezTo>
                    <a:pt x="3560" y="84"/>
                    <a:pt x="2340" y="51"/>
                    <a:pt x="1438" y="34"/>
                  </a:cubicBezTo>
                  <a:cubicBezTo>
                    <a:pt x="1020" y="17"/>
                    <a:pt x="669" y="17"/>
                    <a:pt x="3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4"/>
            <p:cNvSpPr/>
            <p:nvPr/>
          </p:nvSpPr>
          <p:spPr>
            <a:xfrm>
              <a:off x="5982840" y="4640888"/>
              <a:ext cx="18749" cy="28973"/>
            </a:xfrm>
            <a:custGeom>
              <a:avLst/>
              <a:gdLst/>
              <a:ahLst/>
              <a:cxnLst/>
              <a:rect l="l" t="t" r="r" b="b"/>
              <a:pathLst>
                <a:path w="585" h="904" extrusionOk="0">
                  <a:moveTo>
                    <a:pt x="585" y="1"/>
                  </a:moveTo>
                  <a:lnTo>
                    <a:pt x="585" y="1"/>
                  </a:lnTo>
                  <a:cubicBezTo>
                    <a:pt x="234" y="151"/>
                    <a:pt x="0" y="519"/>
                    <a:pt x="34" y="903"/>
                  </a:cubicBezTo>
                  <a:cubicBezTo>
                    <a:pt x="100" y="536"/>
                    <a:pt x="301" y="218"/>
                    <a:pt x="5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4"/>
            <p:cNvSpPr/>
            <p:nvPr/>
          </p:nvSpPr>
          <p:spPr>
            <a:xfrm>
              <a:off x="5928195" y="4626369"/>
              <a:ext cx="11282" cy="15160"/>
            </a:xfrm>
            <a:custGeom>
              <a:avLst/>
              <a:gdLst/>
              <a:ahLst/>
              <a:cxnLst/>
              <a:rect l="l" t="t" r="r" b="b"/>
              <a:pathLst>
                <a:path w="352" h="473" extrusionOk="0">
                  <a:moveTo>
                    <a:pt x="330" y="1"/>
                  </a:moveTo>
                  <a:cubicBezTo>
                    <a:pt x="306" y="1"/>
                    <a:pt x="229" y="96"/>
                    <a:pt x="151" y="220"/>
                  </a:cubicBezTo>
                  <a:cubicBezTo>
                    <a:pt x="68" y="354"/>
                    <a:pt x="1" y="471"/>
                    <a:pt x="18" y="471"/>
                  </a:cubicBezTo>
                  <a:cubicBezTo>
                    <a:pt x="19" y="472"/>
                    <a:pt x="20" y="472"/>
                    <a:pt x="22" y="472"/>
                  </a:cubicBezTo>
                  <a:cubicBezTo>
                    <a:pt x="47" y="472"/>
                    <a:pt x="124" y="377"/>
                    <a:pt x="201" y="253"/>
                  </a:cubicBezTo>
                  <a:cubicBezTo>
                    <a:pt x="285" y="120"/>
                    <a:pt x="352" y="3"/>
                    <a:pt x="335" y="3"/>
                  </a:cubicBezTo>
                  <a:cubicBezTo>
                    <a:pt x="334" y="2"/>
                    <a:pt x="332" y="1"/>
                    <a:pt x="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4"/>
            <p:cNvSpPr/>
            <p:nvPr/>
          </p:nvSpPr>
          <p:spPr>
            <a:xfrm>
              <a:off x="5913740" y="4623132"/>
              <a:ext cx="12371" cy="10416"/>
            </a:xfrm>
            <a:custGeom>
              <a:avLst/>
              <a:gdLst/>
              <a:ahLst/>
              <a:cxnLst/>
              <a:rect l="l" t="t" r="r" b="b"/>
              <a:pathLst>
                <a:path w="386" h="325" extrusionOk="0">
                  <a:moveTo>
                    <a:pt x="361" y="1"/>
                  </a:moveTo>
                  <a:cubicBezTo>
                    <a:pt x="334" y="1"/>
                    <a:pt x="258" y="62"/>
                    <a:pt x="168" y="137"/>
                  </a:cubicBezTo>
                  <a:cubicBezTo>
                    <a:pt x="68" y="221"/>
                    <a:pt x="1" y="321"/>
                    <a:pt x="1" y="321"/>
                  </a:cubicBezTo>
                  <a:cubicBezTo>
                    <a:pt x="3" y="323"/>
                    <a:pt x="6" y="324"/>
                    <a:pt x="11" y="324"/>
                  </a:cubicBezTo>
                  <a:cubicBezTo>
                    <a:pt x="43" y="324"/>
                    <a:pt x="130" y="275"/>
                    <a:pt x="218" y="187"/>
                  </a:cubicBezTo>
                  <a:cubicBezTo>
                    <a:pt x="318" y="104"/>
                    <a:pt x="385" y="20"/>
                    <a:pt x="368" y="4"/>
                  </a:cubicBezTo>
                  <a:cubicBezTo>
                    <a:pt x="367" y="2"/>
                    <a:pt x="364" y="1"/>
                    <a:pt x="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4"/>
            <p:cNvSpPr/>
            <p:nvPr/>
          </p:nvSpPr>
          <p:spPr>
            <a:xfrm>
              <a:off x="5904638" y="4615055"/>
              <a:ext cx="19326" cy="2436"/>
            </a:xfrm>
            <a:custGeom>
              <a:avLst/>
              <a:gdLst/>
              <a:ahLst/>
              <a:cxnLst/>
              <a:rect l="l" t="t" r="r" b="b"/>
              <a:pathLst>
                <a:path w="603" h="76" extrusionOk="0">
                  <a:moveTo>
                    <a:pt x="301" y="1"/>
                  </a:moveTo>
                  <a:cubicBezTo>
                    <a:pt x="201" y="1"/>
                    <a:pt x="101" y="13"/>
                    <a:pt x="1" y="38"/>
                  </a:cubicBezTo>
                  <a:cubicBezTo>
                    <a:pt x="101" y="63"/>
                    <a:pt x="201" y="76"/>
                    <a:pt x="301" y="76"/>
                  </a:cubicBezTo>
                  <a:cubicBezTo>
                    <a:pt x="402" y="76"/>
                    <a:pt x="502" y="63"/>
                    <a:pt x="602" y="38"/>
                  </a:cubicBezTo>
                  <a:cubicBezTo>
                    <a:pt x="502" y="13"/>
                    <a:pt x="402" y="1"/>
                    <a:pt x="3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4"/>
            <p:cNvSpPr/>
            <p:nvPr/>
          </p:nvSpPr>
          <p:spPr>
            <a:xfrm>
              <a:off x="5901433" y="4603421"/>
              <a:ext cx="21986" cy="3429"/>
            </a:xfrm>
            <a:custGeom>
              <a:avLst/>
              <a:gdLst/>
              <a:ahLst/>
              <a:cxnLst/>
              <a:rect l="l" t="t" r="r" b="b"/>
              <a:pathLst>
                <a:path w="686" h="107" extrusionOk="0">
                  <a:moveTo>
                    <a:pt x="0" y="0"/>
                  </a:moveTo>
                  <a:cubicBezTo>
                    <a:pt x="124" y="72"/>
                    <a:pt x="266" y="106"/>
                    <a:pt x="412" y="106"/>
                  </a:cubicBezTo>
                  <a:cubicBezTo>
                    <a:pt x="503" y="106"/>
                    <a:pt x="595" y="93"/>
                    <a:pt x="686" y="67"/>
                  </a:cubicBezTo>
                  <a:cubicBezTo>
                    <a:pt x="569" y="50"/>
                    <a:pt x="452" y="34"/>
                    <a:pt x="335" y="34"/>
                  </a:cubicBezTo>
                  <a:cubicBezTo>
                    <a:pt x="218" y="17"/>
                    <a:pt x="11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4"/>
            <p:cNvSpPr/>
            <p:nvPr/>
          </p:nvSpPr>
          <p:spPr>
            <a:xfrm>
              <a:off x="5935182" y="4609062"/>
              <a:ext cx="35351" cy="19550"/>
            </a:xfrm>
            <a:custGeom>
              <a:avLst/>
              <a:gdLst/>
              <a:ahLst/>
              <a:cxnLst/>
              <a:rect l="l" t="t" r="r" b="b"/>
              <a:pathLst>
                <a:path w="1103" h="610" extrusionOk="0">
                  <a:moveTo>
                    <a:pt x="729" y="63"/>
                  </a:moveTo>
                  <a:cubicBezTo>
                    <a:pt x="821" y="63"/>
                    <a:pt x="912" y="85"/>
                    <a:pt x="1003" y="125"/>
                  </a:cubicBezTo>
                  <a:cubicBezTo>
                    <a:pt x="1053" y="175"/>
                    <a:pt x="1036" y="242"/>
                    <a:pt x="969" y="275"/>
                  </a:cubicBezTo>
                  <a:cubicBezTo>
                    <a:pt x="902" y="309"/>
                    <a:pt x="819" y="342"/>
                    <a:pt x="752" y="359"/>
                  </a:cubicBezTo>
                  <a:cubicBezTo>
                    <a:pt x="635" y="409"/>
                    <a:pt x="501" y="443"/>
                    <a:pt x="368" y="459"/>
                  </a:cubicBezTo>
                  <a:cubicBezTo>
                    <a:pt x="262" y="484"/>
                    <a:pt x="171" y="492"/>
                    <a:pt x="107" y="497"/>
                  </a:cubicBezTo>
                  <a:lnTo>
                    <a:pt x="107" y="497"/>
                  </a:lnTo>
                  <a:cubicBezTo>
                    <a:pt x="138" y="425"/>
                    <a:pt x="179" y="359"/>
                    <a:pt x="234" y="292"/>
                  </a:cubicBezTo>
                  <a:cubicBezTo>
                    <a:pt x="318" y="192"/>
                    <a:pt x="435" y="125"/>
                    <a:pt x="551" y="92"/>
                  </a:cubicBezTo>
                  <a:cubicBezTo>
                    <a:pt x="611" y="72"/>
                    <a:pt x="670" y="63"/>
                    <a:pt x="729" y="63"/>
                  </a:cubicBezTo>
                  <a:close/>
                  <a:moveTo>
                    <a:pt x="730" y="0"/>
                  </a:moveTo>
                  <a:cubicBezTo>
                    <a:pt x="525" y="0"/>
                    <a:pt x="322" y="93"/>
                    <a:pt x="201" y="259"/>
                  </a:cubicBezTo>
                  <a:cubicBezTo>
                    <a:pt x="137" y="339"/>
                    <a:pt x="103" y="419"/>
                    <a:pt x="71" y="499"/>
                  </a:cubicBezTo>
                  <a:lnTo>
                    <a:pt x="71" y="499"/>
                  </a:lnTo>
                  <a:cubicBezTo>
                    <a:pt x="26" y="501"/>
                    <a:pt x="0" y="502"/>
                    <a:pt x="0" y="509"/>
                  </a:cubicBezTo>
                  <a:cubicBezTo>
                    <a:pt x="23" y="512"/>
                    <a:pt x="45" y="515"/>
                    <a:pt x="67" y="516"/>
                  </a:cubicBezTo>
                  <a:lnTo>
                    <a:pt x="67" y="516"/>
                  </a:lnTo>
                  <a:cubicBezTo>
                    <a:pt x="65" y="548"/>
                    <a:pt x="51" y="579"/>
                    <a:pt x="67" y="610"/>
                  </a:cubicBezTo>
                  <a:cubicBezTo>
                    <a:pt x="76" y="578"/>
                    <a:pt x="86" y="548"/>
                    <a:pt x="98" y="519"/>
                  </a:cubicBezTo>
                  <a:lnTo>
                    <a:pt x="98" y="519"/>
                  </a:lnTo>
                  <a:cubicBezTo>
                    <a:pt x="130" y="521"/>
                    <a:pt x="161" y="522"/>
                    <a:pt x="192" y="522"/>
                  </a:cubicBezTo>
                  <a:cubicBezTo>
                    <a:pt x="255" y="522"/>
                    <a:pt x="318" y="518"/>
                    <a:pt x="384" y="509"/>
                  </a:cubicBezTo>
                  <a:cubicBezTo>
                    <a:pt x="518" y="493"/>
                    <a:pt x="652" y="459"/>
                    <a:pt x="769" y="426"/>
                  </a:cubicBezTo>
                  <a:cubicBezTo>
                    <a:pt x="852" y="409"/>
                    <a:pt x="936" y="376"/>
                    <a:pt x="1003" y="326"/>
                  </a:cubicBezTo>
                  <a:cubicBezTo>
                    <a:pt x="1053" y="309"/>
                    <a:pt x="1086" y="259"/>
                    <a:pt x="1103" y="225"/>
                  </a:cubicBezTo>
                  <a:cubicBezTo>
                    <a:pt x="1103" y="159"/>
                    <a:pt x="1086" y="108"/>
                    <a:pt x="1036" y="75"/>
                  </a:cubicBezTo>
                  <a:cubicBezTo>
                    <a:pt x="940" y="24"/>
                    <a:pt x="835" y="0"/>
                    <a:pt x="7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4"/>
            <p:cNvSpPr/>
            <p:nvPr/>
          </p:nvSpPr>
          <p:spPr>
            <a:xfrm>
              <a:off x="5922329" y="4602876"/>
              <a:ext cx="18236" cy="23076"/>
            </a:xfrm>
            <a:custGeom>
              <a:avLst/>
              <a:gdLst/>
              <a:ahLst/>
              <a:cxnLst/>
              <a:rect l="l" t="t" r="r" b="b"/>
              <a:pathLst>
                <a:path w="569" h="720" extrusionOk="0">
                  <a:moveTo>
                    <a:pt x="134" y="1"/>
                  </a:moveTo>
                  <a:cubicBezTo>
                    <a:pt x="50" y="17"/>
                    <a:pt x="0" y="101"/>
                    <a:pt x="17" y="168"/>
                  </a:cubicBezTo>
                  <a:cubicBezTo>
                    <a:pt x="34" y="235"/>
                    <a:pt x="50" y="285"/>
                    <a:pt x="84" y="335"/>
                  </a:cubicBezTo>
                  <a:cubicBezTo>
                    <a:pt x="134" y="418"/>
                    <a:pt x="184" y="502"/>
                    <a:pt x="251" y="569"/>
                  </a:cubicBezTo>
                  <a:cubicBezTo>
                    <a:pt x="318" y="636"/>
                    <a:pt x="384" y="686"/>
                    <a:pt x="468" y="719"/>
                  </a:cubicBezTo>
                  <a:cubicBezTo>
                    <a:pt x="485" y="702"/>
                    <a:pt x="401" y="652"/>
                    <a:pt x="301" y="535"/>
                  </a:cubicBezTo>
                  <a:cubicBezTo>
                    <a:pt x="234" y="468"/>
                    <a:pt x="184" y="385"/>
                    <a:pt x="134" y="301"/>
                  </a:cubicBezTo>
                  <a:cubicBezTo>
                    <a:pt x="84" y="235"/>
                    <a:pt x="50" y="84"/>
                    <a:pt x="150" y="67"/>
                  </a:cubicBezTo>
                  <a:cubicBezTo>
                    <a:pt x="234" y="67"/>
                    <a:pt x="334" y="151"/>
                    <a:pt x="384" y="235"/>
                  </a:cubicBezTo>
                  <a:cubicBezTo>
                    <a:pt x="451" y="301"/>
                    <a:pt x="485" y="385"/>
                    <a:pt x="501" y="468"/>
                  </a:cubicBezTo>
                  <a:cubicBezTo>
                    <a:pt x="501" y="552"/>
                    <a:pt x="501" y="636"/>
                    <a:pt x="501" y="719"/>
                  </a:cubicBezTo>
                  <a:cubicBezTo>
                    <a:pt x="551" y="652"/>
                    <a:pt x="568" y="552"/>
                    <a:pt x="551" y="468"/>
                  </a:cubicBezTo>
                  <a:cubicBezTo>
                    <a:pt x="535" y="368"/>
                    <a:pt x="501" y="268"/>
                    <a:pt x="451" y="184"/>
                  </a:cubicBezTo>
                  <a:cubicBezTo>
                    <a:pt x="384" y="84"/>
                    <a:pt x="267" y="1"/>
                    <a:pt x="1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4"/>
            <p:cNvSpPr/>
            <p:nvPr/>
          </p:nvSpPr>
          <p:spPr>
            <a:xfrm>
              <a:off x="5737016" y="4611434"/>
              <a:ext cx="66440" cy="54132"/>
            </a:xfrm>
            <a:custGeom>
              <a:avLst/>
              <a:gdLst/>
              <a:ahLst/>
              <a:cxnLst/>
              <a:rect l="l" t="t" r="r" b="b"/>
              <a:pathLst>
                <a:path w="2073" h="1689" extrusionOk="0">
                  <a:moveTo>
                    <a:pt x="435" y="1"/>
                  </a:moveTo>
                  <a:cubicBezTo>
                    <a:pt x="335" y="1"/>
                    <a:pt x="235" y="1"/>
                    <a:pt x="118" y="18"/>
                  </a:cubicBezTo>
                  <a:cubicBezTo>
                    <a:pt x="84" y="18"/>
                    <a:pt x="51" y="18"/>
                    <a:pt x="1" y="34"/>
                  </a:cubicBezTo>
                  <a:lnTo>
                    <a:pt x="18" y="34"/>
                  </a:lnTo>
                  <a:cubicBezTo>
                    <a:pt x="18" y="38"/>
                    <a:pt x="25" y="39"/>
                    <a:pt x="40" y="39"/>
                  </a:cubicBezTo>
                  <a:cubicBezTo>
                    <a:pt x="67" y="39"/>
                    <a:pt x="117" y="36"/>
                    <a:pt x="189" y="36"/>
                  </a:cubicBezTo>
                  <a:cubicBezTo>
                    <a:pt x="254" y="36"/>
                    <a:pt x="337" y="39"/>
                    <a:pt x="435" y="51"/>
                  </a:cubicBezTo>
                  <a:cubicBezTo>
                    <a:pt x="1137" y="135"/>
                    <a:pt x="1722" y="602"/>
                    <a:pt x="1956" y="1271"/>
                  </a:cubicBezTo>
                  <a:cubicBezTo>
                    <a:pt x="2039" y="1521"/>
                    <a:pt x="2039" y="1689"/>
                    <a:pt x="2056" y="1689"/>
                  </a:cubicBezTo>
                  <a:cubicBezTo>
                    <a:pt x="2073" y="1655"/>
                    <a:pt x="2073" y="1605"/>
                    <a:pt x="2056" y="1572"/>
                  </a:cubicBezTo>
                  <a:cubicBezTo>
                    <a:pt x="2056" y="1471"/>
                    <a:pt x="2023" y="1354"/>
                    <a:pt x="2006" y="1254"/>
                  </a:cubicBezTo>
                  <a:cubicBezTo>
                    <a:pt x="1789" y="552"/>
                    <a:pt x="1171" y="68"/>
                    <a:pt x="4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4"/>
            <p:cNvSpPr/>
            <p:nvPr/>
          </p:nvSpPr>
          <p:spPr>
            <a:xfrm>
              <a:off x="5754708" y="4535411"/>
              <a:ext cx="3237" cy="76600"/>
            </a:xfrm>
            <a:custGeom>
              <a:avLst/>
              <a:gdLst/>
              <a:ahLst/>
              <a:cxnLst/>
              <a:rect l="l" t="t" r="r" b="b"/>
              <a:pathLst>
                <a:path w="101" h="2390" extrusionOk="0">
                  <a:moveTo>
                    <a:pt x="67" y="0"/>
                  </a:moveTo>
                  <a:lnTo>
                    <a:pt x="67" y="0"/>
                  </a:lnTo>
                  <a:cubicBezTo>
                    <a:pt x="17" y="786"/>
                    <a:pt x="0" y="1588"/>
                    <a:pt x="34" y="2390"/>
                  </a:cubicBezTo>
                  <a:cubicBezTo>
                    <a:pt x="84" y="1588"/>
                    <a:pt x="101" y="802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4"/>
            <p:cNvSpPr/>
            <p:nvPr/>
          </p:nvSpPr>
          <p:spPr>
            <a:xfrm>
              <a:off x="5826981" y="4648259"/>
              <a:ext cx="54132" cy="3397"/>
            </a:xfrm>
            <a:custGeom>
              <a:avLst/>
              <a:gdLst/>
              <a:ahLst/>
              <a:cxnLst/>
              <a:rect l="l" t="t" r="r" b="b"/>
              <a:pathLst>
                <a:path w="1689" h="106" extrusionOk="0">
                  <a:moveTo>
                    <a:pt x="43" y="0"/>
                  </a:moveTo>
                  <a:cubicBezTo>
                    <a:pt x="16" y="0"/>
                    <a:pt x="1" y="2"/>
                    <a:pt x="1" y="5"/>
                  </a:cubicBezTo>
                  <a:cubicBezTo>
                    <a:pt x="268" y="72"/>
                    <a:pt x="552" y="105"/>
                    <a:pt x="836" y="105"/>
                  </a:cubicBezTo>
                  <a:cubicBezTo>
                    <a:pt x="1120" y="105"/>
                    <a:pt x="1405" y="88"/>
                    <a:pt x="1689" y="38"/>
                  </a:cubicBezTo>
                  <a:cubicBezTo>
                    <a:pt x="1689" y="26"/>
                    <a:pt x="1636" y="23"/>
                    <a:pt x="1546" y="23"/>
                  </a:cubicBezTo>
                  <a:cubicBezTo>
                    <a:pt x="1448" y="23"/>
                    <a:pt x="1306" y="27"/>
                    <a:pt x="1138" y="27"/>
                  </a:cubicBezTo>
                  <a:cubicBezTo>
                    <a:pt x="1044" y="27"/>
                    <a:pt x="942" y="25"/>
                    <a:pt x="836" y="22"/>
                  </a:cubicBezTo>
                  <a:cubicBezTo>
                    <a:pt x="462" y="22"/>
                    <a:pt x="152" y="0"/>
                    <a:pt x="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4"/>
            <p:cNvSpPr/>
            <p:nvPr/>
          </p:nvSpPr>
          <p:spPr>
            <a:xfrm>
              <a:off x="5790059" y="4648291"/>
              <a:ext cx="5897" cy="10865"/>
            </a:xfrm>
            <a:custGeom>
              <a:avLst/>
              <a:gdLst/>
              <a:ahLst/>
              <a:cxnLst/>
              <a:rect l="l" t="t" r="r" b="b"/>
              <a:pathLst>
                <a:path w="184" h="339" extrusionOk="0">
                  <a:moveTo>
                    <a:pt x="21" y="1"/>
                  </a:moveTo>
                  <a:cubicBezTo>
                    <a:pt x="18" y="1"/>
                    <a:pt x="17" y="2"/>
                    <a:pt x="17" y="4"/>
                  </a:cubicBezTo>
                  <a:cubicBezTo>
                    <a:pt x="0" y="21"/>
                    <a:pt x="34" y="87"/>
                    <a:pt x="84" y="171"/>
                  </a:cubicBezTo>
                  <a:cubicBezTo>
                    <a:pt x="117" y="254"/>
                    <a:pt x="134" y="338"/>
                    <a:pt x="150" y="338"/>
                  </a:cubicBezTo>
                  <a:cubicBezTo>
                    <a:pt x="184" y="338"/>
                    <a:pt x="184" y="238"/>
                    <a:pt x="134" y="138"/>
                  </a:cubicBezTo>
                  <a:cubicBezTo>
                    <a:pt x="105" y="50"/>
                    <a:pt x="37" y="1"/>
                    <a:pt x="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4"/>
            <p:cNvSpPr/>
            <p:nvPr/>
          </p:nvSpPr>
          <p:spPr>
            <a:xfrm>
              <a:off x="5776117" y="4631112"/>
              <a:ext cx="8077" cy="7275"/>
            </a:xfrm>
            <a:custGeom>
              <a:avLst/>
              <a:gdLst/>
              <a:ahLst/>
              <a:cxnLst/>
              <a:rect l="l" t="t" r="r" b="b"/>
              <a:pathLst>
                <a:path w="252" h="227" extrusionOk="0">
                  <a:moveTo>
                    <a:pt x="29" y="1"/>
                  </a:moveTo>
                  <a:cubicBezTo>
                    <a:pt x="24" y="1"/>
                    <a:pt x="20" y="2"/>
                    <a:pt x="17" y="5"/>
                  </a:cubicBezTo>
                  <a:cubicBezTo>
                    <a:pt x="1" y="22"/>
                    <a:pt x="34" y="72"/>
                    <a:pt x="101" y="139"/>
                  </a:cubicBezTo>
                  <a:cubicBezTo>
                    <a:pt x="156" y="194"/>
                    <a:pt x="200" y="227"/>
                    <a:pt x="223" y="227"/>
                  </a:cubicBezTo>
                  <a:cubicBezTo>
                    <a:pt x="228" y="227"/>
                    <a:pt x="232" y="225"/>
                    <a:pt x="235" y="222"/>
                  </a:cubicBezTo>
                  <a:cubicBezTo>
                    <a:pt x="251" y="206"/>
                    <a:pt x="218" y="156"/>
                    <a:pt x="151" y="89"/>
                  </a:cubicBezTo>
                  <a:cubicBezTo>
                    <a:pt x="96" y="33"/>
                    <a:pt x="52" y="1"/>
                    <a:pt x="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4"/>
            <p:cNvSpPr/>
            <p:nvPr/>
          </p:nvSpPr>
          <p:spPr>
            <a:xfrm>
              <a:off x="5756855" y="4622235"/>
              <a:ext cx="11282" cy="4872"/>
            </a:xfrm>
            <a:custGeom>
              <a:avLst/>
              <a:gdLst/>
              <a:ahLst/>
              <a:cxnLst/>
              <a:rect l="l" t="t" r="r" b="b"/>
              <a:pathLst>
                <a:path w="352" h="152" extrusionOk="0">
                  <a:moveTo>
                    <a:pt x="103" y="1"/>
                  </a:moveTo>
                  <a:cubicBezTo>
                    <a:pt x="40" y="1"/>
                    <a:pt x="0" y="20"/>
                    <a:pt x="0" y="32"/>
                  </a:cubicBezTo>
                  <a:cubicBezTo>
                    <a:pt x="17" y="48"/>
                    <a:pt x="84" y="48"/>
                    <a:pt x="167" y="82"/>
                  </a:cubicBezTo>
                  <a:cubicBezTo>
                    <a:pt x="239" y="111"/>
                    <a:pt x="299" y="152"/>
                    <a:pt x="325" y="152"/>
                  </a:cubicBezTo>
                  <a:cubicBezTo>
                    <a:pt x="329" y="152"/>
                    <a:pt x="332" y="151"/>
                    <a:pt x="334" y="149"/>
                  </a:cubicBezTo>
                  <a:cubicBezTo>
                    <a:pt x="351" y="132"/>
                    <a:pt x="301" y="48"/>
                    <a:pt x="201" y="15"/>
                  </a:cubicBezTo>
                  <a:cubicBezTo>
                    <a:pt x="164" y="4"/>
                    <a:pt x="131" y="1"/>
                    <a:pt x="1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4"/>
            <p:cNvSpPr/>
            <p:nvPr/>
          </p:nvSpPr>
          <p:spPr>
            <a:xfrm>
              <a:off x="5742914" y="4619094"/>
              <a:ext cx="5929" cy="2949"/>
            </a:xfrm>
            <a:custGeom>
              <a:avLst/>
              <a:gdLst/>
              <a:ahLst/>
              <a:cxnLst/>
              <a:rect l="l" t="t" r="r" b="b"/>
              <a:pathLst>
                <a:path w="185" h="92" extrusionOk="0">
                  <a:moveTo>
                    <a:pt x="38" y="0"/>
                  </a:moveTo>
                  <a:cubicBezTo>
                    <a:pt x="22" y="0"/>
                    <a:pt x="9" y="4"/>
                    <a:pt x="1" y="13"/>
                  </a:cubicBezTo>
                  <a:cubicBezTo>
                    <a:pt x="1" y="29"/>
                    <a:pt x="34" y="63"/>
                    <a:pt x="84" y="79"/>
                  </a:cubicBezTo>
                  <a:cubicBezTo>
                    <a:pt x="109" y="88"/>
                    <a:pt x="130" y="92"/>
                    <a:pt x="147" y="92"/>
                  </a:cubicBezTo>
                  <a:cubicBezTo>
                    <a:pt x="164" y="92"/>
                    <a:pt x="176" y="88"/>
                    <a:pt x="185" y="79"/>
                  </a:cubicBezTo>
                  <a:cubicBezTo>
                    <a:pt x="185" y="63"/>
                    <a:pt x="151" y="29"/>
                    <a:pt x="101" y="13"/>
                  </a:cubicBezTo>
                  <a:cubicBezTo>
                    <a:pt x="76" y="4"/>
                    <a:pt x="55" y="0"/>
                    <a:pt x="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4"/>
            <p:cNvSpPr/>
            <p:nvPr/>
          </p:nvSpPr>
          <p:spPr>
            <a:xfrm>
              <a:off x="5735959" y="4583069"/>
              <a:ext cx="187460" cy="24679"/>
            </a:xfrm>
            <a:custGeom>
              <a:avLst/>
              <a:gdLst/>
              <a:ahLst/>
              <a:cxnLst/>
              <a:rect l="l" t="t" r="r" b="b"/>
              <a:pathLst>
                <a:path w="5849" h="770" extrusionOk="0">
                  <a:moveTo>
                    <a:pt x="5832" y="0"/>
                  </a:moveTo>
                  <a:lnTo>
                    <a:pt x="1" y="401"/>
                  </a:lnTo>
                  <a:lnTo>
                    <a:pt x="51" y="769"/>
                  </a:lnTo>
                  <a:lnTo>
                    <a:pt x="5849" y="702"/>
                  </a:lnTo>
                  <a:lnTo>
                    <a:pt x="583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4"/>
            <p:cNvSpPr/>
            <p:nvPr/>
          </p:nvSpPr>
          <p:spPr>
            <a:xfrm>
              <a:off x="5512666" y="2842145"/>
              <a:ext cx="625488" cy="377004"/>
            </a:xfrm>
            <a:custGeom>
              <a:avLst/>
              <a:gdLst/>
              <a:ahLst/>
              <a:cxnLst/>
              <a:rect l="l" t="t" r="r" b="b"/>
              <a:pathLst>
                <a:path w="19516" h="11763" extrusionOk="0">
                  <a:moveTo>
                    <a:pt x="4896" y="0"/>
                  </a:moveTo>
                  <a:lnTo>
                    <a:pt x="0" y="2556"/>
                  </a:lnTo>
                  <a:lnTo>
                    <a:pt x="2323" y="9557"/>
                  </a:lnTo>
                  <a:cubicBezTo>
                    <a:pt x="2957" y="11445"/>
                    <a:pt x="4612" y="11763"/>
                    <a:pt x="6600" y="11763"/>
                  </a:cubicBezTo>
                  <a:lnTo>
                    <a:pt x="19516" y="11763"/>
                  </a:lnTo>
                  <a:lnTo>
                    <a:pt x="19516" y="8856"/>
                  </a:lnTo>
                  <a:lnTo>
                    <a:pt x="7719" y="7185"/>
                  </a:lnTo>
                  <a:lnTo>
                    <a:pt x="489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4"/>
            <p:cNvSpPr/>
            <p:nvPr/>
          </p:nvSpPr>
          <p:spPr>
            <a:xfrm>
              <a:off x="6138122" y="3025728"/>
              <a:ext cx="256560" cy="193422"/>
            </a:xfrm>
            <a:custGeom>
              <a:avLst/>
              <a:gdLst/>
              <a:ahLst/>
              <a:cxnLst/>
              <a:rect l="l" t="t" r="r" b="b"/>
              <a:pathLst>
                <a:path w="8005" h="6035" extrusionOk="0">
                  <a:moveTo>
                    <a:pt x="3778" y="1"/>
                  </a:moveTo>
                  <a:cubicBezTo>
                    <a:pt x="3501" y="1"/>
                    <a:pt x="2440" y="2041"/>
                    <a:pt x="2440" y="2041"/>
                  </a:cubicBezTo>
                  <a:lnTo>
                    <a:pt x="1421" y="2543"/>
                  </a:lnTo>
                  <a:lnTo>
                    <a:pt x="1" y="3128"/>
                  </a:lnTo>
                  <a:lnTo>
                    <a:pt x="1" y="6035"/>
                  </a:lnTo>
                  <a:lnTo>
                    <a:pt x="1571" y="5951"/>
                  </a:lnTo>
                  <a:lnTo>
                    <a:pt x="6584" y="4865"/>
                  </a:lnTo>
                  <a:cubicBezTo>
                    <a:pt x="6770" y="5040"/>
                    <a:pt x="6969" y="5097"/>
                    <a:pt x="7149" y="5097"/>
                  </a:cubicBezTo>
                  <a:cubicBezTo>
                    <a:pt x="7484" y="5097"/>
                    <a:pt x="7753" y="4899"/>
                    <a:pt x="7753" y="4899"/>
                  </a:cubicBezTo>
                  <a:lnTo>
                    <a:pt x="5832" y="3144"/>
                  </a:lnTo>
                  <a:lnTo>
                    <a:pt x="3777" y="2877"/>
                  </a:lnTo>
                  <a:lnTo>
                    <a:pt x="5364" y="2426"/>
                  </a:lnTo>
                  <a:cubicBezTo>
                    <a:pt x="5364" y="2426"/>
                    <a:pt x="6216" y="2810"/>
                    <a:pt x="6851" y="3144"/>
                  </a:cubicBezTo>
                  <a:cubicBezTo>
                    <a:pt x="7018" y="3232"/>
                    <a:pt x="7159" y="3267"/>
                    <a:pt x="7278" y="3267"/>
                  </a:cubicBezTo>
                  <a:cubicBezTo>
                    <a:pt x="7610" y="3267"/>
                    <a:pt x="7772" y="2996"/>
                    <a:pt x="7870" y="2860"/>
                  </a:cubicBezTo>
                  <a:cubicBezTo>
                    <a:pt x="8004" y="2676"/>
                    <a:pt x="5047" y="1306"/>
                    <a:pt x="5047" y="1306"/>
                  </a:cubicBezTo>
                  <a:lnTo>
                    <a:pt x="3677" y="1691"/>
                  </a:lnTo>
                  <a:cubicBezTo>
                    <a:pt x="4128" y="722"/>
                    <a:pt x="4061" y="87"/>
                    <a:pt x="3794" y="3"/>
                  </a:cubicBezTo>
                  <a:cubicBezTo>
                    <a:pt x="3789" y="1"/>
                    <a:pt x="3784" y="1"/>
                    <a:pt x="37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4"/>
            <p:cNvSpPr/>
            <p:nvPr/>
          </p:nvSpPr>
          <p:spPr>
            <a:xfrm>
              <a:off x="6261835" y="3148896"/>
              <a:ext cx="87304" cy="32819"/>
            </a:xfrm>
            <a:custGeom>
              <a:avLst/>
              <a:gdLst/>
              <a:ahLst/>
              <a:cxnLst/>
              <a:rect l="l" t="t" r="r" b="b"/>
              <a:pathLst>
                <a:path w="2724" h="1024" extrusionOk="0">
                  <a:moveTo>
                    <a:pt x="154" y="0"/>
                  </a:moveTo>
                  <a:cubicBezTo>
                    <a:pt x="66" y="0"/>
                    <a:pt x="17" y="6"/>
                    <a:pt x="17" y="20"/>
                  </a:cubicBezTo>
                  <a:cubicBezTo>
                    <a:pt x="0" y="53"/>
                    <a:pt x="685" y="170"/>
                    <a:pt x="1521" y="270"/>
                  </a:cubicBezTo>
                  <a:cubicBezTo>
                    <a:pt x="1705" y="287"/>
                    <a:pt x="1888" y="337"/>
                    <a:pt x="2055" y="404"/>
                  </a:cubicBezTo>
                  <a:cubicBezTo>
                    <a:pt x="2189" y="488"/>
                    <a:pt x="2306" y="588"/>
                    <a:pt x="2423" y="688"/>
                  </a:cubicBezTo>
                  <a:cubicBezTo>
                    <a:pt x="2581" y="860"/>
                    <a:pt x="2665" y="995"/>
                    <a:pt x="2707" y="1020"/>
                  </a:cubicBezTo>
                  <a:lnTo>
                    <a:pt x="2707" y="1020"/>
                  </a:lnTo>
                  <a:cubicBezTo>
                    <a:pt x="2673" y="870"/>
                    <a:pt x="2606" y="738"/>
                    <a:pt x="2507" y="621"/>
                  </a:cubicBezTo>
                  <a:cubicBezTo>
                    <a:pt x="2406" y="488"/>
                    <a:pt x="2273" y="371"/>
                    <a:pt x="2122" y="287"/>
                  </a:cubicBezTo>
                  <a:cubicBezTo>
                    <a:pt x="1939" y="187"/>
                    <a:pt x="1738" y="137"/>
                    <a:pt x="1538" y="120"/>
                  </a:cubicBezTo>
                  <a:cubicBezTo>
                    <a:pt x="926" y="47"/>
                    <a:pt x="395" y="0"/>
                    <a:pt x="154" y="0"/>
                  </a:cubicBezTo>
                  <a:close/>
                  <a:moveTo>
                    <a:pt x="2707" y="1020"/>
                  </a:moveTo>
                  <a:cubicBezTo>
                    <a:pt x="2707" y="1021"/>
                    <a:pt x="2707" y="1021"/>
                    <a:pt x="2707" y="1022"/>
                  </a:cubicBezTo>
                  <a:lnTo>
                    <a:pt x="2712" y="1022"/>
                  </a:lnTo>
                  <a:cubicBezTo>
                    <a:pt x="2710" y="1022"/>
                    <a:pt x="2708" y="1021"/>
                    <a:pt x="2707" y="1020"/>
                  </a:cubicBezTo>
                  <a:close/>
                  <a:moveTo>
                    <a:pt x="2712" y="1022"/>
                  </a:moveTo>
                  <a:cubicBezTo>
                    <a:pt x="2714" y="1023"/>
                    <a:pt x="2716" y="1023"/>
                    <a:pt x="2718" y="1023"/>
                  </a:cubicBezTo>
                  <a:cubicBezTo>
                    <a:pt x="2720" y="1023"/>
                    <a:pt x="2722" y="1023"/>
                    <a:pt x="2724" y="1022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4"/>
            <p:cNvSpPr/>
            <p:nvPr/>
          </p:nvSpPr>
          <p:spPr>
            <a:xfrm>
              <a:off x="6270392" y="3175786"/>
              <a:ext cx="54132" cy="12307"/>
            </a:xfrm>
            <a:custGeom>
              <a:avLst/>
              <a:gdLst/>
              <a:ahLst/>
              <a:cxnLst/>
              <a:rect l="l" t="t" r="r" b="b"/>
              <a:pathLst>
                <a:path w="1689" h="384" extrusionOk="0">
                  <a:moveTo>
                    <a:pt x="588" y="1"/>
                  </a:moveTo>
                  <a:cubicBezTo>
                    <a:pt x="244" y="1"/>
                    <a:pt x="1" y="57"/>
                    <a:pt x="1" y="83"/>
                  </a:cubicBezTo>
                  <a:cubicBezTo>
                    <a:pt x="1" y="133"/>
                    <a:pt x="402" y="133"/>
                    <a:pt x="886" y="183"/>
                  </a:cubicBezTo>
                  <a:cubicBezTo>
                    <a:pt x="1120" y="200"/>
                    <a:pt x="1354" y="233"/>
                    <a:pt x="1488" y="250"/>
                  </a:cubicBezTo>
                  <a:cubicBezTo>
                    <a:pt x="1638" y="283"/>
                    <a:pt x="1638" y="384"/>
                    <a:pt x="1672" y="384"/>
                  </a:cubicBezTo>
                  <a:cubicBezTo>
                    <a:pt x="1672" y="384"/>
                    <a:pt x="1688" y="367"/>
                    <a:pt x="1672" y="300"/>
                  </a:cubicBezTo>
                  <a:cubicBezTo>
                    <a:pt x="1655" y="233"/>
                    <a:pt x="1605" y="183"/>
                    <a:pt x="1521" y="150"/>
                  </a:cubicBezTo>
                  <a:cubicBezTo>
                    <a:pt x="1321" y="83"/>
                    <a:pt x="1103" y="33"/>
                    <a:pt x="903" y="16"/>
                  </a:cubicBezTo>
                  <a:cubicBezTo>
                    <a:pt x="792" y="5"/>
                    <a:pt x="686" y="1"/>
                    <a:pt x="588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4"/>
            <p:cNvSpPr/>
            <p:nvPr/>
          </p:nvSpPr>
          <p:spPr>
            <a:xfrm>
              <a:off x="5141015" y="1960162"/>
              <a:ext cx="320276" cy="516261"/>
            </a:xfrm>
            <a:custGeom>
              <a:avLst/>
              <a:gdLst/>
              <a:ahLst/>
              <a:cxnLst/>
              <a:rect l="l" t="t" r="r" b="b"/>
              <a:pathLst>
                <a:path w="9993" h="16108" extrusionOk="0">
                  <a:moveTo>
                    <a:pt x="9992" y="0"/>
                  </a:moveTo>
                  <a:lnTo>
                    <a:pt x="702" y="1320"/>
                  </a:lnTo>
                  <a:lnTo>
                    <a:pt x="0" y="15539"/>
                  </a:lnTo>
                  <a:lnTo>
                    <a:pt x="6082" y="16107"/>
                  </a:lnTo>
                  <a:lnTo>
                    <a:pt x="6416" y="12665"/>
                  </a:lnTo>
                  <a:cubicBezTo>
                    <a:pt x="6416" y="12665"/>
                    <a:pt x="6667" y="12726"/>
                    <a:pt x="7023" y="12726"/>
                  </a:cubicBezTo>
                  <a:cubicBezTo>
                    <a:pt x="7707" y="12726"/>
                    <a:pt x="8778" y="12502"/>
                    <a:pt x="9207" y="11195"/>
                  </a:cubicBezTo>
                  <a:cubicBezTo>
                    <a:pt x="9624" y="9942"/>
                    <a:pt x="9992" y="0"/>
                    <a:pt x="99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4"/>
            <p:cNvSpPr/>
            <p:nvPr/>
          </p:nvSpPr>
          <p:spPr>
            <a:xfrm>
              <a:off x="5081562" y="1900613"/>
              <a:ext cx="402195" cy="458700"/>
            </a:xfrm>
            <a:custGeom>
              <a:avLst/>
              <a:gdLst/>
              <a:ahLst/>
              <a:cxnLst/>
              <a:rect l="l" t="t" r="r" b="b"/>
              <a:pathLst>
                <a:path w="12549" h="14312" extrusionOk="0">
                  <a:moveTo>
                    <a:pt x="6330" y="1"/>
                  </a:moveTo>
                  <a:cubicBezTo>
                    <a:pt x="4946" y="1"/>
                    <a:pt x="946" y="432"/>
                    <a:pt x="285" y="5350"/>
                  </a:cubicBezTo>
                  <a:cubicBezTo>
                    <a:pt x="1" y="7455"/>
                    <a:pt x="1003" y="9143"/>
                    <a:pt x="1170" y="10430"/>
                  </a:cubicBezTo>
                  <a:cubicBezTo>
                    <a:pt x="1521" y="13120"/>
                    <a:pt x="1989" y="14256"/>
                    <a:pt x="1989" y="14256"/>
                  </a:cubicBezTo>
                  <a:lnTo>
                    <a:pt x="3309" y="14306"/>
                  </a:lnTo>
                  <a:cubicBezTo>
                    <a:pt x="3431" y="14309"/>
                    <a:pt x="3548" y="14311"/>
                    <a:pt x="3659" y="14311"/>
                  </a:cubicBezTo>
                  <a:cubicBezTo>
                    <a:pt x="4658" y="14311"/>
                    <a:pt x="5264" y="14137"/>
                    <a:pt x="6316" y="13070"/>
                  </a:cubicBezTo>
                  <a:cubicBezTo>
                    <a:pt x="7403" y="11967"/>
                    <a:pt x="7703" y="11349"/>
                    <a:pt x="8472" y="10196"/>
                  </a:cubicBezTo>
                  <a:cubicBezTo>
                    <a:pt x="8472" y="10196"/>
                    <a:pt x="7369" y="9544"/>
                    <a:pt x="7553" y="8575"/>
                  </a:cubicBezTo>
                  <a:cubicBezTo>
                    <a:pt x="7647" y="8064"/>
                    <a:pt x="8188" y="7739"/>
                    <a:pt x="8676" y="7739"/>
                  </a:cubicBezTo>
                  <a:cubicBezTo>
                    <a:pt x="9145" y="7739"/>
                    <a:pt x="9565" y="8038"/>
                    <a:pt x="9491" y="8759"/>
                  </a:cubicBezTo>
                  <a:cubicBezTo>
                    <a:pt x="9633" y="8750"/>
                    <a:pt x="9779" y="8746"/>
                    <a:pt x="9926" y="8746"/>
                  </a:cubicBezTo>
                  <a:cubicBezTo>
                    <a:pt x="10072" y="8746"/>
                    <a:pt x="10218" y="8750"/>
                    <a:pt x="10360" y="8759"/>
                  </a:cubicBezTo>
                  <a:lnTo>
                    <a:pt x="10694" y="5618"/>
                  </a:lnTo>
                  <a:cubicBezTo>
                    <a:pt x="10694" y="5618"/>
                    <a:pt x="12549" y="4849"/>
                    <a:pt x="12382" y="3512"/>
                  </a:cubicBezTo>
                  <a:cubicBezTo>
                    <a:pt x="11981" y="438"/>
                    <a:pt x="9775" y="104"/>
                    <a:pt x="6801" y="20"/>
                  </a:cubicBezTo>
                  <a:cubicBezTo>
                    <a:pt x="6801" y="20"/>
                    <a:pt x="6625" y="1"/>
                    <a:pt x="6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4"/>
            <p:cNvSpPr/>
            <p:nvPr/>
          </p:nvSpPr>
          <p:spPr>
            <a:xfrm>
              <a:off x="5338090" y="1906606"/>
              <a:ext cx="184768" cy="148904"/>
            </a:xfrm>
            <a:custGeom>
              <a:avLst/>
              <a:gdLst/>
              <a:ahLst/>
              <a:cxnLst/>
              <a:rect l="l" t="t" r="r" b="b"/>
              <a:pathLst>
                <a:path w="5765" h="4646" extrusionOk="0">
                  <a:moveTo>
                    <a:pt x="0" y="0"/>
                  </a:moveTo>
                  <a:lnTo>
                    <a:pt x="2490" y="1888"/>
                  </a:lnTo>
                  <a:cubicBezTo>
                    <a:pt x="2991" y="2740"/>
                    <a:pt x="3325" y="3676"/>
                    <a:pt x="3492" y="4645"/>
                  </a:cubicBezTo>
                  <a:lnTo>
                    <a:pt x="4628" y="4328"/>
                  </a:lnTo>
                  <a:cubicBezTo>
                    <a:pt x="4628" y="4060"/>
                    <a:pt x="4628" y="3810"/>
                    <a:pt x="4612" y="3559"/>
                  </a:cubicBezTo>
                  <a:lnTo>
                    <a:pt x="4612" y="3559"/>
                  </a:lnTo>
                  <a:lnTo>
                    <a:pt x="4879" y="4044"/>
                  </a:lnTo>
                  <a:lnTo>
                    <a:pt x="5531" y="3927"/>
                  </a:lnTo>
                  <a:cubicBezTo>
                    <a:pt x="5765" y="2657"/>
                    <a:pt x="4896" y="1387"/>
                    <a:pt x="3759" y="769"/>
                  </a:cubicBezTo>
                  <a:cubicBezTo>
                    <a:pt x="2623" y="151"/>
                    <a:pt x="1287" y="3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4"/>
            <p:cNvSpPr/>
            <p:nvPr/>
          </p:nvSpPr>
          <p:spPr>
            <a:xfrm>
              <a:off x="5154924" y="1939682"/>
              <a:ext cx="71247" cy="176852"/>
            </a:xfrm>
            <a:custGeom>
              <a:avLst/>
              <a:gdLst/>
              <a:ahLst/>
              <a:cxnLst/>
              <a:rect l="l" t="t" r="r" b="b"/>
              <a:pathLst>
                <a:path w="2223" h="5518" extrusionOk="0">
                  <a:moveTo>
                    <a:pt x="2202" y="1"/>
                  </a:moveTo>
                  <a:cubicBezTo>
                    <a:pt x="2184" y="1"/>
                    <a:pt x="2105" y="48"/>
                    <a:pt x="1989" y="121"/>
                  </a:cubicBezTo>
                  <a:cubicBezTo>
                    <a:pt x="1822" y="255"/>
                    <a:pt x="1655" y="405"/>
                    <a:pt x="1504" y="572"/>
                  </a:cubicBezTo>
                  <a:cubicBezTo>
                    <a:pt x="452" y="1658"/>
                    <a:pt x="1" y="3162"/>
                    <a:pt x="235" y="4649"/>
                  </a:cubicBezTo>
                  <a:cubicBezTo>
                    <a:pt x="285" y="4866"/>
                    <a:pt x="335" y="5084"/>
                    <a:pt x="402" y="5284"/>
                  </a:cubicBezTo>
                  <a:cubicBezTo>
                    <a:pt x="418" y="5368"/>
                    <a:pt x="452" y="5451"/>
                    <a:pt x="502" y="5518"/>
                  </a:cubicBezTo>
                  <a:cubicBezTo>
                    <a:pt x="535" y="5501"/>
                    <a:pt x="418" y="5184"/>
                    <a:pt x="352" y="4632"/>
                  </a:cubicBezTo>
                  <a:cubicBezTo>
                    <a:pt x="168" y="3179"/>
                    <a:pt x="619" y="1725"/>
                    <a:pt x="1588" y="639"/>
                  </a:cubicBezTo>
                  <a:cubicBezTo>
                    <a:pt x="1939" y="221"/>
                    <a:pt x="2223" y="21"/>
                    <a:pt x="2206" y="4"/>
                  </a:cubicBezTo>
                  <a:cubicBezTo>
                    <a:pt x="2206" y="2"/>
                    <a:pt x="2205" y="1"/>
                    <a:pt x="22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4"/>
            <p:cNvSpPr/>
            <p:nvPr/>
          </p:nvSpPr>
          <p:spPr>
            <a:xfrm>
              <a:off x="5193480" y="1938207"/>
              <a:ext cx="31633" cy="162269"/>
            </a:xfrm>
            <a:custGeom>
              <a:avLst/>
              <a:gdLst/>
              <a:ahLst/>
              <a:cxnLst/>
              <a:rect l="l" t="t" r="r" b="b"/>
              <a:pathLst>
                <a:path w="987" h="5063" extrusionOk="0">
                  <a:moveTo>
                    <a:pt x="936" y="0"/>
                  </a:moveTo>
                  <a:lnTo>
                    <a:pt x="936" y="0"/>
                  </a:lnTo>
                  <a:cubicBezTo>
                    <a:pt x="786" y="217"/>
                    <a:pt x="669" y="434"/>
                    <a:pt x="586" y="685"/>
                  </a:cubicBezTo>
                  <a:cubicBezTo>
                    <a:pt x="101" y="1838"/>
                    <a:pt x="1" y="3108"/>
                    <a:pt x="251" y="4328"/>
                  </a:cubicBezTo>
                  <a:cubicBezTo>
                    <a:pt x="301" y="4595"/>
                    <a:pt x="385" y="4829"/>
                    <a:pt x="502" y="5063"/>
                  </a:cubicBezTo>
                  <a:cubicBezTo>
                    <a:pt x="552" y="5046"/>
                    <a:pt x="168" y="3927"/>
                    <a:pt x="301" y="2506"/>
                  </a:cubicBezTo>
                  <a:cubicBezTo>
                    <a:pt x="418" y="1069"/>
                    <a:pt x="987" y="33"/>
                    <a:pt x="9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4"/>
            <p:cNvSpPr/>
            <p:nvPr/>
          </p:nvSpPr>
          <p:spPr>
            <a:xfrm>
              <a:off x="5300592" y="1918368"/>
              <a:ext cx="158007" cy="111438"/>
            </a:xfrm>
            <a:custGeom>
              <a:avLst/>
              <a:gdLst/>
              <a:ahLst/>
              <a:cxnLst/>
              <a:rect l="l" t="t" r="r" b="b"/>
              <a:pathLst>
                <a:path w="4930" h="3477" extrusionOk="0">
                  <a:moveTo>
                    <a:pt x="970" y="1"/>
                  </a:moveTo>
                  <a:cubicBezTo>
                    <a:pt x="719" y="1"/>
                    <a:pt x="485" y="18"/>
                    <a:pt x="251" y="68"/>
                  </a:cubicBezTo>
                  <a:cubicBezTo>
                    <a:pt x="168" y="84"/>
                    <a:pt x="67" y="101"/>
                    <a:pt x="0" y="134"/>
                  </a:cubicBezTo>
                  <a:cubicBezTo>
                    <a:pt x="0" y="140"/>
                    <a:pt x="11" y="142"/>
                    <a:pt x="32" y="142"/>
                  </a:cubicBezTo>
                  <a:cubicBezTo>
                    <a:pt x="121" y="142"/>
                    <a:pt x="398" y="99"/>
                    <a:pt x="809" y="99"/>
                  </a:cubicBezTo>
                  <a:cubicBezTo>
                    <a:pt x="860" y="99"/>
                    <a:pt x="914" y="100"/>
                    <a:pt x="970" y="101"/>
                  </a:cubicBezTo>
                  <a:cubicBezTo>
                    <a:pt x="2540" y="168"/>
                    <a:pt x="3944" y="1120"/>
                    <a:pt x="4595" y="2574"/>
                  </a:cubicBezTo>
                  <a:cubicBezTo>
                    <a:pt x="4841" y="3097"/>
                    <a:pt x="4894" y="3477"/>
                    <a:pt x="4927" y="3477"/>
                  </a:cubicBezTo>
                  <a:cubicBezTo>
                    <a:pt x="4928" y="3477"/>
                    <a:pt x="4929" y="3477"/>
                    <a:pt x="4929" y="3476"/>
                  </a:cubicBezTo>
                  <a:cubicBezTo>
                    <a:pt x="4929" y="3393"/>
                    <a:pt x="4929" y="3309"/>
                    <a:pt x="4896" y="3209"/>
                  </a:cubicBezTo>
                  <a:cubicBezTo>
                    <a:pt x="4863" y="2975"/>
                    <a:pt x="4796" y="2741"/>
                    <a:pt x="4696" y="2524"/>
                  </a:cubicBezTo>
                  <a:cubicBezTo>
                    <a:pt x="4094" y="1003"/>
                    <a:pt x="2607" y="1"/>
                    <a:pt x="9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4"/>
            <p:cNvSpPr/>
            <p:nvPr/>
          </p:nvSpPr>
          <p:spPr>
            <a:xfrm>
              <a:off x="5176366" y="1869877"/>
              <a:ext cx="46601" cy="44806"/>
            </a:xfrm>
            <a:custGeom>
              <a:avLst/>
              <a:gdLst/>
              <a:ahLst/>
              <a:cxnLst/>
              <a:rect l="l" t="t" r="r" b="b"/>
              <a:pathLst>
                <a:path w="1454" h="1398" extrusionOk="0">
                  <a:moveTo>
                    <a:pt x="42" y="1"/>
                  </a:moveTo>
                  <a:cubicBezTo>
                    <a:pt x="27" y="1"/>
                    <a:pt x="19" y="4"/>
                    <a:pt x="17" y="10"/>
                  </a:cubicBezTo>
                  <a:cubicBezTo>
                    <a:pt x="0" y="43"/>
                    <a:pt x="401" y="244"/>
                    <a:pt x="785" y="628"/>
                  </a:cubicBezTo>
                  <a:cubicBezTo>
                    <a:pt x="1162" y="1005"/>
                    <a:pt x="1362" y="1397"/>
                    <a:pt x="1401" y="1397"/>
                  </a:cubicBezTo>
                  <a:cubicBezTo>
                    <a:pt x="1402" y="1397"/>
                    <a:pt x="1403" y="1397"/>
                    <a:pt x="1404" y="1397"/>
                  </a:cubicBezTo>
                  <a:cubicBezTo>
                    <a:pt x="1454" y="1380"/>
                    <a:pt x="1303" y="929"/>
                    <a:pt x="902" y="528"/>
                  </a:cubicBezTo>
                  <a:cubicBezTo>
                    <a:pt x="536" y="161"/>
                    <a:pt x="144" y="1"/>
                    <a:pt x="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4"/>
            <p:cNvSpPr/>
            <p:nvPr/>
          </p:nvSpPr>
          <p:spPr>
            <a:xfrm>
              <a:off x="5215980" y="1870165"/>
              <a:ext cx="9679" cy="46665"/>
            </a:xfrm>
            <a:custGeom>
              <a:avLst/>
              <a:gdLst/>
              <a:ahLst/>
              <a:cxnLst/>
              <a:rect l="l" t="t" r="r" b="b"/>
              <a:pathLst>
                <a:path w="302" h="1456" extrusionOk="0">
                  <a:moveTo>
                    <a:pt x="214" y="0"/>
                  </a:moveTo>
                  <a:cubicBezTo>
                    <a:pt x="159" y="0"/>
                    <a:pt x="1" y="313"/>
                    <a:pt x="17" y="736"/>
                  </a:cubicBezTo>
                  <a:cubicBezTo>
                    <a:pt x="33" y="1159"/>
                    <a:pt x="224" y="1455"/>
                    <a:pt x="265" y="1455"/>
                  </a:cubicBezTo>
                  <a:cubicBezTo>
                    <a:pt x="266" y="1455"/>
                    <a:pt x="267" y="1455"/>
                    <a:pt x="268" y="1455"/>
                  </a:cubicBezTo>
                  <a:cubicBezTo>
                    <a:pt x="301" y="1438"/>
                    <a:pt x="184" y="1121"/>
                    <a:pt x="184" y="736"/>
                  </a:cubicBezTo>
                  <a:cubicBezTo>
                    <a:pt x="168" y="335"/>
                    <a:pt x="251" y="18"/>
                    <a:pt x="218" y="1"/>
                  </a:cubicBezTo>
                  <a:cubicBezTo>
                    <a:pt x="216" y="1"/>
                    <a:pt x="215" y="0"/>
                    <a:pt x="2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4"/>
            <p:cNvSpPr/>
            <p:nvPr/>
          </p:nvSpPr>
          <p:spPr>
            <a:xfrm>
              <a:off x="4884486" y="2421137"/>
              <a:ext cx="827403" cy="966692"/>
            </a:xfrm>
            <a:custGeom>
              <a:avLst/>
              <a:gdLst/>
              <a:ahLst/>
              <a:cxnLst/>
              <a:rect l="l" t="t" r="r" b="b"/>
              <a:pathLst>
                <a:path w="25816" h="30162" extrusionOk="0">
                  <a:moveTo>
                    <a:pt x="10274" y="0"/>
                  </a:moveTo>
                  <a:cubicBezTo>
                    <a:pt x="10173" y="0"/>
                    <a:pt x="10074" y="1"/>
                    <a:pt x="9976" y="3"/>
                  </a:cubicBezTo>
                  <a:cubicBezTo>
                    <a:pt x="6434" y="37"/>
                    <a:pt x="1237" y="2242"/>
                    <a:pt x="536" y="5717"/>
                  </a:cubicBezTo>
                  <a:cubicBezTo>
                    <a:pt x="1" y="8357"/>
                    <a:pt x="519" y="13019"/>
                    <a:pt x="519" y="18700"/>
                  </a:cubicBezTo>
                  <a:lnTo>
                    <a:pt x="970" y="29544"/>
                  </a:lnTo>
                  <a:lnTo>
                    <a:pt x="19082" y="30162"/>
                  </a:lnTo>
                  <a:lnTo>
                    <a:pt x="18514" y="14172"/>
                  </a:lnTo>
                  <a:lnTo>
                    <a:pt x="19500" y="17530"/>
                  </a:lnTo>
                  <a:lnTo>
                    <a:pt x="25816" y="14673"/>
                  </a:lnTo>
                  <a:cubicBezTo>
                    <a:pt x="25582" y="13971"/>
                    <a:pt x="24546" y="10830"/>
                    <a:pt x="22541" y="5851"/>
                  </a:cubicBezTo>
                  <a:cubicBezTo>
                    <a:pt x="21438" y="3077"/>
                    <a:pt x="18948" y="1089"/>
                    <a:pt x="16008" y="588"/>
                  </a:cubicBezTo>
                  <a:cubicBezTo>
                    <a:pt x="14053" y="257"/>
                    <a:pt x="11950" y="0"/>
                    <a:pt x="102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4"/>
            <p:cNvSpPr/>
            <p:nvPr/>
          </p:nvSpPr>
          <p:spPr>
            <a:xfrm>
              <a:off x="4901633" y="2933680"/>
              <a:ext cx="430592" cy="480397"/>
            </a:xfrm>
            <a:custGeom>
              <a:avLst/>
              <a:gdLst/>
              <a:ahLst/>
              <a:cxnLst/>
              <a:rect l="l" t="t" r="r" b="b"/>
              <a:pathLst>
                <a:path w="13435" h="14989" extrusionOk="0">
                  <a:moveTo>
                    <a:pt x="8183" y="1"/>
                  </a:moveTo>
                  <a:cubicBezTo>
                    <a:pt x="7692" y="1"/>
                    <a:pt x="7194" y="39"/>
                    <a:pt x="6717" y="68"/>
                  </a:cubicBezTo>
                  <a:cubicBezTo>
                    <a:pt x="5180" y="159"/>
                    <a:pt x="3643" y="398"/>
                    <a:pt x="2122" y="398"/>
                  </a:cubicBezTo>
                  <a:cubicBezTo>
                    <a:pt x="1411" y="398"/>
                    <a:pt x="703" y="345"/>
                    <a:pt x="1" y="202"/>
                  </a:cubicBezTo>
                  <a:lnTo>
                    <a:pt x="1" y="202"/>
                  </a:lnTo>
                  <a:lnTo>
                    <a:pt x="2524" y="14989"/>
                  </a:lnTo>
                  <a:lnTo>
                    <a:pt x="13434" y="14337"/>
                  </a:lnTo>
                  <a:cubicBezTo>
                    <a:pt x="13217" y="10210"/>
                    <a:pt x="13050" y="7520"/>
                    <a:pt x="12098" y="3510"/>
                  </a:cubicBezTo>
                  <a:cubicBezTo>
                    <a:pt x="11864" y="2457"/>
                    <a:pt x="11513" y="1338"/>
                    <a:pt x="10661" y="670"/>
                  </a:cubicBezTo>
                  <a:cubicBezTo>
                    <a:pt x="9968" y="128"/>
                    <a:pt x="9086" y="1"/>
                    <a:pt x="8183" y="1"/>
                  </a:cubicBezTo>
                  <a:close/>
                </a:path>
              </a:pathLst>
            </a:custGeom>
            <a:solidFill>
              <a:schemeClr val="dk2">
                <a:alpha val="1964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4"/>
            <p:cNvSpPr/>
            <p:nvPr/>
          </p:nvSpPr>
          <p:spPr>
            <a:xfrm>
              <a:off x="4909133" y="2573310"/>
              <a:ext cx="680678" cy="4840"/>
            </a:xfrm>
            <a:custGeom>
              <a:avLst/>
              <a:gdLst/>
              <a:ahLst/>
              <a:cxnLst/>
              <a:rect l="l" t="t" r="r" b="b"/>
              <a:pathLst>
                <a:path w="21238" h="151" extrusionOk="0">
                  <a:moveTo>
                    <a:pt x="10627" y="0"/>
                  </a:moveTo>
                  <a:cubicBezTo>
                    <a:pt x="4746" y="0"/>
                    <a:pt x="0" y="34"/>
                    <a:pt x="0" y="67"/>
                  </a:cubicBezTo>
                  <a:cubicBezTo>
                    <a:pt x="0" y="117"/>
                    <a:pt x="4762" y="151"/>
                    <a:pt x="10627" y="151"/>
                  </a:cubicBezTo>
                  <a:cubicBezTo>
                    <a:pt x="16492" y="151"/>
                    <a:pt x="21237" y="117"/>
                    <a:pt x="21237" y="67"/>
                  </a:cubicBezTo>
                  <a:cubicBezTo>
                    <a:pt x="21237" y="34"/>
                    <a:pt x="16492" y="0"/>
                    <a:pt x="106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4"/>
            <p:cNvSpPr/>
            <p:nvPr/>
          </p:nvSpPr>
          <p:spPr>
            <a:xfrm>
              <a:off x="4891986" y="2670774"/>
              <a:ext cx="740643" cy="4840"/>
            </a:xfrm>
            <a:custGeom>
              <a:avLst/>
              <a:gdLst/>
              <a:ahLst/>
              <a:cxnLst/>
              <a:rect l="l" t="t" r="r" b="b"/>
              <a:pathLst>
                <a:path w="23109" h="151" extrusionOk="0">
                  <a:moveTo>
                    <a:pt x="11546" y="0"/>
                  </a:moveTo>
                  <a:cubicBezTo>
                    <a:pt x="5164" y="0"/>
                    <a:pt x="1" y="34"/>
                    <a:pt x="1" y="67"/>
                  </a:cubicBezTo>
                  <a:cubicBezTo>
                    <a:pt x="1" y="117"/>
                    <a:pt x="5164" y="151"/>
                    <a:pt x="11546" y="151"/>
                  </a:cubicBezTo>
                  <a:cubicBezTo>
                    <a:pt x="17929" y="151"/>
                    <a:pt x="23109" y="117"/>
                    <a:pt x="23109" y="67"/>
                  </a:cubicBezTo>
                  <a:cubicBezTo>
                    <a:pt x="23109" y="34"/>
                    <a:pt x="17929" y="0"/>
                    <a:pt x="115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4"/>
            <p:cNvSpPr/>
            <p:nvPr/>
          </p:nvSpPr>
          <p:spPr>
            <a:xfrm>
              <a:off x="4895736" y="2792853"/>
              <a:ext cx="789904" cy="5384"/>
            </a:xfrm>
            <a:custGeom>
              <a:avLst/>
              <a:gdLst/>
              <a:ahLst/>
              <a:cxnLst/>
              <a:rect l="l" t="t" r="r" b="b"/>
              <a:pathLst>
                <a:path w="24646" h="168" extrusionOk="0">
                  <a:moveTo>
                    <a:pt x="12315" y="1"/>
                  </a:moveTo>
                  <a:cubicBezTo>
                    <a:pt x="5515" y="1"/>
                    <a:pt x="1" y="34"/>
                    <a:pt x="1" y="84"/>
                  </a:cubicBezTo>
                  <a:cubicBezTo>
                    <a:pt x="1" y="135"/>
                    <a:pt x="5515" y="168"/>
                    <a:pt x="12315" y="168"/>
                  </a:cubicBezTo>
                  <a:cubicBezTo>
                    <a:pt x="19132" y="168"/>
                    <a:pt x="24646" y="135"/>
                    <a:pt x="24646" y="84"/>
                  </a:cubicBezTo>
                  <a:cubicBezTo>
                    <a:pt x="24646" y="34"/>
                    <a:pt x="19132" y="1"/>
                    <a:pt x="123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4"/>
            <p:cNvSpPr/>
            <p:nvPr/>
          </p:nvSpPr>
          <p:spPr>
            <a:xfrm>
              <a:off x="5226684" y="2925123"/>
              <a:ext cx="246913" cy="4872"/>
            </a:xfrm>
            <a:custGeom>
              <a:avLst/>
              <a:gdLst/>
              <a:ahLst/>
              <a:cxnLst/>
              <a:rect l="l" t="t" r="r" b="b"/>
              <a:pathLst>
                <a:path w="7704" h="152" extrusionOk="0">
                  <a:moveTo>
                    <a:pt x="3844" y="1"/>
                  </a:moveTo>
                  <a:cubicBezTo>
                    <a:pt x="1722" y="1"/>
                    <a:pt x="1" y="34"/>
                    <a:pt x="1" y="68"/>
                  </a:cubicBezTo>
                  <a:cubicBezTo>
                    <a:pt x="1" y="118"/>
                    <a:pt x="1722" y="151"/>
                    <a:pt x="3844" y="151"/>
                  </a:cubicBezTo>
                  <a:cubicBezTo>
                    <a:pt x="5966" y="151"/>
                    <a:pt x="7703" y="118"/>
                    <a:pt x="7703" y="68"/>
                  </a:cubicBezTo>
                  <a:cubicBezTo>
                    <a:pt x="7703" y="34"/>
                    <a:pt x="5966" y="1"/>
                    <a:pt x="38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4"/>
            <p:cNvSpPr/>
            <p:nvPr/>
          </p:nvSpPr>
          <p:spPr>
            <a:xfrm>
              <a:off x="5226684" y="3066848"/>
              <a:ext cx="258163" cy="5256"/>
            </a:xfrm>
            <a:custGeom>
              <a:avLst/>
              <a:gdLst/>
              <a:ahLst/>
              <a:cxnLst/>
              <a:rect l="l" t="t" r="r" b="b"/>
              <a:pathLst>
                <a:path w="8055" h="164" extrusionOk="0">
                  <a:moveTo>
                    <a:pt x="2461" y="0"/>
                  </a:moveTo>
                  <a:cubicBezTo>
                    <a:pt x="1016" y="0"/>
                    <a:pt x="1" y="19"/>
                    <a:pt x="1" y="57"/>
                  </a:cubicBezTo>
                  <a:cubicBezTo>
                    <a:pt x="1" y="90"/>
                    <a:pt x="1805" y="140"/>
                    <a:pt x="4027" y="157"/>
                  </a:cubicBezTo>
                  <a:cubicBezTo>
                    <a:pt x="4623" y="161"/>
                    <a:pt x="5188" y="164"/>
                    <a:pt x="5697" y="164"/>
                  </a:cubicBezTo>
                  <a:cubicBezTo>
                    <a:pt x="7087" y="164"/>
                    <a:pt x="8054" y="148"/>
                    <a:pt x="8054" y="124"/>
                  </a:cubicBezTo>
                  <a:cubicBezTo>
                    <a:pt x="8054" y="73"/>
                    <a:pt x="6250" y="23"/>
                    <a:pt x="4027" y="7"/>
                  </a:cubicBezTo>
                  <a:cubicBezTo>
                    <a:pt x="3472" y="2"/>
                    <a:pt x="2942" y="0"/>
                    <a:pt x="2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4"/>
            <p:cNvSpPr/>
            <p:nvPr/>
          </p:nvSpPr>
          <p:spPr>
            <a:xfrm>
              <a:off x="5232037" y="3181106"/>
              <a:ext cx="258676" cy="6666"/>
            </a:xfrm>
            <a:custGeom>
              <a:avLst/>
              <a:gdLst/>
              <a:ahLst/>
              <a:cxnLst/>
              <a:rect l="l" t="t" r="r" b="b"/>
              <a:pathLst>
                <a:path w="8071" h="208" extrusionOk="0">
                  <a:moveTo>
                    <a:pt x="4028" y="1"/>
                  </a:moveTo>
                  <a:cubicBezTo>
                    <a:pt x="2925" y="1"/>
                    <a:pt x="1906" y="34"/>
                    <a:pt x="1187" y="67"/>
                  </a:cubicBezTo>
                  <a:cubicBezTo>
                    <a:pt x="819" y="101"/>
                    <a:pt x="519" y="117"/>
                    <a:pt x="318" y="134"/>
                  </a:cubicBezTo>
                  <a:cubicBezTo>
                    <a:pt x="218" y="134"/>
                    <a:pt x="118" y="151"/>
                    <a:pt x="1" y="184"/>
                  </a:cubicBezTo>
                  <a:cubicBezTo>
                    <a:pt x="83" y="196"/>
                    <a:pt x="158" y="208"/>
                    <a:pt x="230" y="208"/>
                  </a:cubicBezTo>
                  <a:cubicBezTo>
                    <a:pt x="259" y="208"/>
                    <a:pt x="289" y="206"/>
                    <a:pt x="318" y="201"/>
                  </a:cubicBezTo>
                  <a:cubicBezTo>
                    <a:pt x="569" y="201"/>
                    <a:pt x="853" y="184"/>
                    <a:pt x="1187" y="184"/>
                  </a:cubicBezTo>
                  <a:cubicBezTo>
                    <a:pt x="1922" y="168"/>
                    <a:pt x="2925" y="151"/>
                    <a:pt x="4028" y="151"/>
                  </a:cubicBezTo>
                  <a:cubicBezTo>
                    <a:pt x="5147" y="151"/>
                    <a:pt x="6150" y="168"/>
                    <a:pt x="6885" y="184"/>
                  </a:cubicBezTo>
                  <a:cubicBezTo>
                    <a:pt x="7219" y="201"/>
                    <a:pt x="7503" y="201"/>
                    <a:pt x="7737" y="201"/>
                  </a:cubicBezTo>
                  <a:cubicBezTo>
                    <a:pt x="7771" y="206"/>
                    <a:pt x="7804" y="208"/>
                    <a:pt x="7836" y="208"/>
                  </a:cubicBezTo>
                  <a:cubicBezTo>
                    <a:pt x="7914" y="208"/>
                    <a:pt x="7988" y="196"/>
                    <a:pt x="8071" y="184"/>
                  </a:cubicBezTo>
                  <a:lnTo>
                    <a:pt x="8054" y="184"/>
                  </a:lnTo>
                  <a:cubicBezTo>
                    <a:pt x="7954" y="168"/>
                    <a:pt x="7854" y="151"/>
                    <a:pt x="7754" y="151"/>
                  </a:cubicBezTo>
                  <a:cubicBezTo>
                    <a:pt x="7553" y="117"/>
                    <a:pt x="7252" y="101"/>
                    <a:pt x="6885" y="84"/>
                  </a:cubicBezTo>
                  <a:cubicBezTo>
                    <a:pt x="6150" y="34"/>
                    <a:pt x="5147" y="1"/>
                    <a:pt x="40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4"/>
            <p:cNvSpPr/>
            <p:nvPr/>
          </p:nvSpPr>
          <p:spPr>
            <a:xfrm>
              <a:off x="5234184" y="3279115"/>
              <a:ext cx="254413" cy="4840"/>
            </a:xfrm>
            <a:custGeom>
              <a:avLst/>
              <a:gdLst/>
              <a:ahLst/>
              <a:cxnLst/>
              <a:rect l="l" t="t" r="r" b="b"/>
              <a:pathLst>
                <a:path w="7938" h="151" extrusionOk="0">
                  <a:moveTo>
                    <a:pt x="3977" y="0"/>
                  </a:moveTo>
                  <a:cubicBezTo>
                    <a:pt x="1772" y="0"/>
                    <a:pt x="1" y="34"/>
                    <a:pt x="1" y="67"/>
                  </a:cubicBezTo>
                  <a:cubicBezTo>
                    <a:pt x="1" y="117"/>
                    <a:pt x="1772" y="151"/>
                    <a:pt x="3977" y="151"/>
                  </a:cubicBezTo>
                  <a:cubicBezTo>
                    <a:pt x="6166" y="151"/>
                    <a:pt x="7937" y="117"/>
                    <a:pt x="7937" y="67"/>
                  </a:cubicBezTo>
                  <a:cubicBezTo>
                    <a:pt x="7937" y="34"/>
                    <a:pt x="6166" y="0"/>
                    <a:pt x="39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5006597" y="2477449"/>
              <a:ext cx="499115" cy="4840"/>
            </a:xfrm>
            <a:custGeom>
              <a:avLst/>
              <a:gdLst/>
              <a:ahLst/>
              <a:cxnLst/>
              <a:rect l="l" t="t" r="r" b="b"/>
              <a:pathLst>
                <a:path w="15573" h="151" extrusionOk="0">
                  <a:moveTo>
                    <a:pt x="7787" y="1"/>
                  </a:moveTo>
                  <a:cubicBezTo>
                    <a:pt x="3493" y="1"/>
                    <a:pt x="0" y="34"/>
                    <a:pt x="0" y="84"/>
                  </a:cubicBezTo>
                  <a:cubicBezTo>
                    <a:pt x="0" y="117"/>
                    <a:pt x="3493" y="151"/>
                    <a:pt x="7787" y="151"/>
                  </a:cubicBezTo>
                  <a:cubicBezTo>
                    <a:pt x="12097" y="151"/>
                    <a:pt x="15573" y="117"/>
                    <a:pt x="15573" y="84"/>
                  </a:cubicBezTo>
                  <a:cubicBezTo>
                    <a:pt x="15573" y="34"/>
                    <a:pt x="12097" y="1"/>
                    <a:pt x="77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4"/>
            <p:cNvSpPr/>
            <p:nvPr/>
          </p:nvSpPr>
          <p:spPr>
            <a:xfrm>
              <a:off x="5417862" y="2497800"/>
              <a:ext cx="74997" cy="373286"/>
            </a:xfrm>
            <a:custGeom>
              <a:avLst/>
              <a:gdLst/>
              <a:ahLst/>
              <a:cxnLst/>
              <a:rect l="l" t="t" r="r" b="b"/>
              <a:pathLst>
                <a:path w="2340" h="11647" extrusionOk="0">
                  <a:moveTo>
                    <a:pt x="2340" y="0"/>
                  </a:moveTo>
                  <a:cubicBezTo>
                    <a:pt x="2290" y="0"/>
                    <a:pt x="2240" y="0"/>
                    <a:pt x="2206" y="17"/>
                  </a:cubicBezTo>
                  <a:cubicBezTo>
                    <a:pt x="2072" y="34"/>
                    <a:pt x="1956" y="51"/>
                    <a:pt x="1839" y="101"/>
                  </a:cubicBezTo>
                  <a:cubicBezTo>
                    <a:pt x="1387" y="268"/>
                    <a:pt x="1003" y="552"/>
                    <a:pt x="719" y="936"/>
                  </a:cubicBezTo>
                  <a:cubicBezTo>
                    <a:pt x="301" y="1504"/>
                    <a:pt x="67" y="2173"/>
                    <a:pt x="34" y="2874"/>
                  </a:cubicBezTo>
                  <a:cubicBezTo>
                    <a:pt x="1" y="3726"/>
                    <a:pt x="67" y="4562"/>
                    <a:pt x="218" y="5397"/>
                  </a:cubicBezTo>
                  <a:cubicBezTo>
                    <a:pt x="468" y="6901"/>
                    <a:pt x="836" y="8388"/>
                    <a:pt x="1287" y="9842"/>
                  </a:cubicBezTo>
                  <a:cubicBezTo>
                    <a:pt x="1454" y="10393"/>
                    <a:pt x="1588" y="10844"/>
                    <a:pt x="1688" y="11162"/>
                  </a:cubicBezTo>
                  <a:cubicBezTo>
                    <a:pt x="1738" y="11329"/>
                    <a:pt x="1805" y="11479"/>
                    <a:pt x="1872" y="11646"/>
                  </a:cubicBezTo>
                  <a:cubicBezTo>
                    <a:pt x="1839" y="11479"/>
                    <a:pt x="1805" y="11312"/>
                    <a:pt x="1755" y="11145"/>
                  </a:cubicBezTo>
                  <a:cubicBezTo>
                    <a:pt x="1655" y="10811"/>
                    <a:pt x="1538" y="10360"/>
                    <a:pt x="1387" y="9808"/>
                  </a:cubicBezTo>
                  <a:cubicBezTo>
                    <a:pt x="970" y="8355"/>
                    <a:pt x="636" y="6868"/>
                    <a:pt x="368" y="5364"/>
                  </a:cubicBezTo>
                  <a:cubicBezTo>
                    <a:pt x="218" y="4545"/>
                    <a:pt x="168" y="3710"/>
                    <a:pt x="184" y="2891"/>
                  </a:cubicBezTo>
                  <a:cubicBezTo>
                    <a:pt x="201" y="2206"/>
                    <a:pt x="418" y="1554"/>
                    <a:pt x="803" y="1003"/>
                  </a:cubicBezTo>
                  <a:cubicBezTo>
                    <a:pt x="1070" y="619"/>
                    <a:pt x="1438" y="335"/>
                    <a:pt x="1855" y="151"/>
                  </a:cubicBezTo>
                  <a:cubicBezTo>
                    <a:pt x="2156" y="34"/>
                    <a:pt x="2340" y="17"/>
                    <a:pt x="23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4"/>
            <p:cNvSpPr/>
            <p:nvPr/>
          </p:nvSpPr>
          <p:spPr>
            <a:xfrm>
              <a:off x="5501417" y="2864100"/>
              <a:ext cx="204062" cy="92112"/>
            </a:xfrm>
            <a:custGeom>
              <a:avLst/>
              <a:gdLst/>
              <a:ahLst/>
              <a:cxnLst/>
              <a:rect l="l" t="t" r="r" b="b"/>
              <a:pathLst>
                <a:path w="6367" h="2874" extrusionOk="0">
                  <a:moveTo>
                    <a:pt x="6366" y="0"/>
                  </a:moveTo>
                  <a:lnTo>
                    <a:pt x="6366" y="0"/>
                  </a:lnTo>
                  <a:cubicBezTo>
                    <a:pt x="6032" y="117"/>
                    <a:pt x="5731" y="251"/>
                    <a:pt x="5430" y="418"/>
                  </a:cubicBezTo>
                  <a:cubicBezTo>
                    <a:pt x="4846" y="685"/>
                    <a:pt x="4060" y="1053"/>
                    <a:pt x="3192" y="1437"/>
                  </a:cubicBezTo>
                  <a:cubicBezTo>
                    <a:pt x="2306" y="1838"/>
                    <a:pt x="1504" y="2189"/>
                    <a:pt x="936" y="2440"/>
                  </a:cubicBezTo>
                  <a:cubicBezTo>
                    <a:pt x="618" y="2556"/>
                    <a:pt x="301" y="2707"/>
                    <a:pt x="0" y="2874"/>
                  </a:cubicBezTo>
                  <a:cubicBezTo>
                    <a:pt x="334" y="2790"/>
                    <a:pt x="652" y="2673"/>
                    <a:pt x="969" y="2540"/>
                  </a:cubicBezTo>
                  <a:cubicBezTo>
                    <a:pt x="1571" y="2306"/>
                    <a:pt x="2373" y="1988"/>
                    <a:pt x="3258" y="1587"/>
                  </a:cubicBezTo>
                  <a:cubicBezTo>
                    <a:pt x="4127" y="1186"/>
                    <a:pt x="4912" y="802"/>
                    <a:pt x="5481" y="501"/>
                  </a:cubicBezTo>
                  <a:cubicBezTo>
                    <a:pt x="5781" y="368"/>
                    <a:pt x="6082" y="201"/>
                    <a:pt x="63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4"/>
            <p:cNvSpPr/>
            <p:nvPr/>
          </p:nvSpPr>
          <p:spPr>
            <a:xfrm>
              <a:off x="5094959" y="3373342"/>
              <a:ext cx="895413" cy="1225816"/>
            </a:xfrm>
            <a:custGeom>
              <a:avLst/>
              <a:gdLst/>
              <a:ahLst/>
              <a:cxnLst/>
              <a:rect l="l" t="t" r="r" b="b"/>
              <a:pathLst>
                <a:path w="27938" h="38247" extrusionOk="0">
                  <a:moveTo>
                    <a:pt x="17" y="1"/>
                  </a:moveTo>
                  <a:lnTo>
                    <a:pt x="0" y="8522"/>
                  </a:lnTo>
                  <a:lnTo>
                    <a:pt x="19249" y="9023"/>
                  </a:lnTo>
                  <a:lnTo>
                    <a:pt x="18630" y="37963"/>
                  </a:lnTo>
                  <a:lnTo>
                    <a:pt x="26985" y="38247"/>
                  </a:lnTo>
                  <a:lnTo>
                    <a:pt x="27887" y="7319"/>
                  </a:lnTo>
                  <a:cubicBezTo>
                    <a:pt x="27937" y="3810"/>
                    <a:pt x="25163" y="903"/>
                    <a:pt x="21655" y="769"/>
                  </a:cubicBezTo>
                  <a:lnTo>
                    <a:pt x="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4"/>
            <p:cNvSpPr/>
            <p:nvPr/>
          </p:nvSpPr>
          <p:spPr>
            <a:xfrm>
              <a:off x="4808464" y="3373342"/>
              <a:ext cx="895381" cy="1225816"/>
            </a:xfrm>
            <a:custGeom>
              <a:avLst/>
              <a:gdLst/>
              <a:ahLst/>
              <a:cxnLst/>
              <a:rect l="l" t="t" r="r" b="b"/>
              <a:pathLst>
                <a:path w="27937" h="38247" extrusionOk="0">
                  <a:moveTo>
                    <a:pt x="0" y="1"/>
                  </a:moveTo>
                  <a:lnTo>
                    <a:pt x="0" y="8506"/>
                  </a:lnTo>
                  <a:lnTo>
                    <a:pt x="19232" y="9023"/>
                  </a:lnTo>
                  <a:lnTo>
                    <a:pt x="18513" y="37562"/>
                  </a:lnTo>
                  <a:lnTo>
                    <a:pt x="26985" y="38247"/>
                  </a:lnTo>
                  <a:lnTo>
                    <a:pt x="27887" y="7319"/>
                  </a:lnTo>
                  <a:cubicBezTo>
                    <a:pt x="27937" y="3810"/>
                    <a:pt x="25163" y="903"/>
                    <a:pt x="21655" y="7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5259343" y="3733744"/>
              <a:ext cx="68587" cy="817211"/>
            </a:xfrm>
            <a:custGeom>
              <a:avLst/>
              <a:gdLst/>
              <a:ahLst/>
              <a:cxnLst/>
              <a:rect l="l" t="t" r="r" b="b"/>
              <a:pathLst>
                <a:path w="2140" h="25498" extrusionOk="0">
                  <a:moveTo>
                    <a:pt x="1" y="1"/>
                  </a:moveTo>
                  <a:lnTo>
                    <a:pt x="1" y="25498"/>
                  </a:lnTo>
                  <a:lnTo>
                    <a:pt x="2140" y="25498"/>
                  </a:lnTo>
                  <a:lnTo>
                    <a:pt x="21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4"/>
            <p:cNvSpPr/>
            <p:nvPr/>
          </p:nvSpPr>
          <p:spPr>
            <a:xfrm>
              <a:off x="4686898" y="2876407"/>
              <a:ext cx="544113" cy="808109"/>
            </a:xfrm>
            <a:custGeom>
              <a:avLst/>
              <a:gdLst/>
              <a:ahLst/>
              <a:cxnLst/>
              <a:rect l="l" t="t" r="r" b="b"/>
              <a:pathLst>
                <a:path w="16977" h="25214" extrusionOk="0">
                  <a:moveTo>
                    <a:pt x="1989" y="0"/>
                  </a:moveTo>
                  <a:cubicBezTo>
                    <a:pt x="886" y="0"/>
                    <a:pt x="0" y="886"/>
                    <a:pt x="0" y="1989"/>
                  </a:cubicBezTo>
                  <a:lnTo>
                    <a:pt x="0" y="20752"/>
                  </a:lnTo>
                  <a:cubicBezTo>
                    <a:pt x="0" y="23225"/>
                    <a:pt x="2005" y="25214"/>
                    <a:pt x="4462" y="25214"/>
                  </a:cubicBezTo>
                  <a:lnTo>
                    <a:pt x="16976" y="25214"/>
                  </a:lnTo>
                  <a:lnTo>
                    <a:pt x="16976" y="1989"/>
                  </a:lnTo>
                  <a:cubicBezTo>
                    <a:pt x="16976" y="886"/>
                    <a:pt x="16074" y="0"/>
                    <a:pt x="14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4"/>
            <p:cNvSpPr/>
            <p:nvPr/>
          </p:nvSpPr>
          <p:spPr>
            <a:xfrm>
              <a:off x="4794009" y="3627723"/>
              <a:ext cx="976243" cy="106053"/>
            </a:xfrm>
            <a:custGeom>
              <a:avLst/>
              <a:gdLst/>
              <a:ahLst/>
              <a:cxnLst/>
              <a:rect l="l" t="t" r="r" b="b"/>
              <a:pathLst>
                <a:path w="30460" h="3309" extrusionOk="0">
                  <a:moveTo>
                    <a:pt x="3308" y="0"/>
                  </a:moveTo>
                  <a:cubicBezTo>
                    <a:pt x="1487" y="0"/>
                    <a:pt x="0" y="1471"/>
                    <a:pt x="0" y="3309"/>
                  </a:cubicBezTo>
                  <a:lnTo>
                    <a:pt x="30460" y="3309"/>
                  </a:lnTo>
                  <a:cubicBezTo>
                    <a:pt x="30460" y="1471"/>
                    <a:pt x="28973" y="0"/>
                    <a:pt x="271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4"/>
            <p:cNvSpPr/>
            <p:nvPr/>
          </p:nvSpPr>
          <p:spPr>
            <a:xfrm>
              <a:off x="4820771" y="3613268"/>
              <a:ext cx="410240" cy="74132"/>
            </a:xfrm>
            <a:custGeom>
              <a:avLst/>
              <a:gdLst/>
              <a:ahLst/>
              <a:cxnLst/>
              <a:rect l="l" t="t" r="r" b="b"/>
              <a:pathLst>
                <a:path w="12800" h="2313" extrusionOk="0">
                  <a:moveTo>
                    <a:pt x="12799" y="0"/>
                  </a:moveTo>
                  <a:cubicBezTo>
                    <a:pt x="12783" y="0"/>
                    <a:pt x="12783" y="201"/>
                    <a:pt x="12699" y="552"/>
                  </a:cubicBezTo>
                  <a:cubicBezTo>
                    <a:pt x="12565" y="1020"/>
                    <a:pt x="12265" y="1437"/>
                    <a:pt x="11864" y="1738"/>
                  </a:cubicBezTo>
                  <a:cubicBezTo>
                    <a:pt x="11596" y="1938"/>
                    <a:pt x="11279" y="2072"/>
                    <a:pt x="10945" y="2122"/>
                  </a:cubicBezTo>
                  <a:cubicBezTo>
                    <a:pt x="10701" y="2154"/>
                    <a:pt x="10451" y="2166"/>
                    <a:pt x="10198" y="2166"/>
                  </a:cubicBezTo>
                  <a:cubicBezTo>
                    <a:pt x="10052" y="2166"/>
                    <a:pt x="9905" y="2162"/>
                    <a:pt x="9758" y="2156"/>
                  </a:cubicBezTo>
                  <a:lnTo>
                    <a:pt x="7035" y="2156"/>
                  </a:lnTo>
                  <a:cubicBezTo>
                    <a:pt x="5080" y="2156"/>
                    <a:pt x="3326" y="2172"/>
                    <a:pt x="2056" y="2189"/>
                  </a:cubicBezTo>
                  <a:lnTo>
                    <a:pt x="552" y="2206"/>
                  </a:lnTo>
                  <a:lnTo>
                    <a:pt x="134" y="2223"/>
                  </a:lnTo>
                  <a:cubicBezTo>
                    <a:pt x="101" y="2223"/>
                    <a:pt x="51" y="2223"/>
                    <a:pt x="1" y="2239"/>
                  </a:cubicBezTo>
                  <a:cubicBezTo>
                    <a:pt x="51" y="2256"/>
                    <a:pt x="101" y="2256"/>
                    <a:pt x="134" y="2256"/>
                  </a:cubicBezTo>
                  <a:lnTo>
                    <a:pt x="552" y="2273"/>
                  </a:lnTo>
                  <a:lnTo>
                    <a:pt x="2056" y="2289"/>
                  </a:lnTo>
                  <a:cubicBezTo>
                    <a:pt x="3326" y="2306"/>
                    <a:pt x="5080" y="2306"/>
                    <a:pt x="7035" y="2306"/>
                  </a:cubicBezTo>
                  <a:lnTo>
                    <a:pt x="9758" y="2306"/>
                  </a:lnTo>
                  <a:cubicBezTo>
                    <a:pt x="9859" y="2310"/>
                    <a:pt x="9959" y="2312"/>
                    <a:pt x="10059" y="2312"/>
                  </a:cubicBezTo>
                  <a:cubicBezTo>
                    <a:pt x="10360" y="2312"/>
                    <a:pt x="10661" y="2294"/>
                    <a:pt x="10961" y="2256"/>
                  </a:cubicBezTo>
                  <a:cubicBezTo>
                    <a:pt x="11847" y="2089"/>
                    <a:pt x="12549" y="1437"/>
                    <a:pt x="12749" y="568"/>
                  </a:cubicBezTo>
                  <a:cubicBezTo>
                    <a:pt x="12783" y="435"/>
                    <a:pt x="12799" y="284"/>
                    <a:pt x="12799" y="151"/>
                  </a:cubicBezTo>
                  <a:cubicBezTo>
                    <a:pt x="12799" y="101"/>
                    <a:pt x="12799" y="50"/>
                    <a:pt x="127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4"/>
            <p:cNvSpPr/>
            <p:nvPr/>
          </p:nvSpPr>
          <p:spPr>
            <a:xfrm>
              <a:off x="5233639" y="3733232"/>
              <a:ext cx="119995" cy="4840"/>
            </a:xfrm>
            <a:custGeom>
              <a:avLst/>
              <a:gdLst/>
              <a:ahLst/>
              <a:cxnLst/>
              <a:rect l="l" t="t" r="r" b="b"/>
              <a:pathLst>
                <a:path w="3744" h="151" extrusionOk="0">
                  <a:moveTo>
                    <a:pt x="1872" y="0"/>
                  </a:moveTo>
                  <a:cubicBezTo>
                    <a:pt x="836" y="0"/>
                    <a:pt x="1" y="33"/>
                    <a:pt x="1" y="67"/>
                  </a:cubicBezTo>
                  <a:cubicBezTo>
                    <a:pt x="1" y="117"/>
                    <a:pt x="836" y="150"/>
                    <a:pt x="1872" y="150"/>
                  </a:cubicBezTo>
                  <a:cubicBezTo>
                    <a:pt x="2908" y="150"/>
                    <a:pt x="3744" y="117"/>
                    <a:pt x="3744" y="67"/>
                  </a:cubicBezTo>
                  <a:cubicBezTo>
                    <a:pt x="3744" y="33"/>
                    <a:pt x="2908" y="0"/>
                    <a:pt x="18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4"/>
            <p:cNvSpPr/>
            <p:nvPr/>
          </p:nvSpPr>
          <p:spPr>
            <a:xfrm>
              <a:off x="5153867" y="3309467"/>
              <a:ext cx="496967" cy="380401"/>
            </a:xfrm>
            <a:custGeom>
              <a:avLst/>
              <a:gdLst/>
              <a:ahLst/>
              <a:cxnLst/>
              <a:rect l="l" t="t" r="r" b="b"/>
              <a:pathLst>
                <a:path w="15506" h="11869" extrusionOk="0">
                  <a:moveTo>
                    <a:pt x="6269" y="1"/>
                  </a:moveTo>
                  <a:cubicBezTo>
                    <a:pt x="5205" y="1"/>
                    <a:pt x="4234" y="22"/>
                    <a:pt x="3392" y="22"/>
                  </a:cubicBezTo>
                  <a:cubicBezTo>
                    <a:pt x="2340" y="39"/>
                    <a:pt x="1504" y="56"/>
                    <a:pt x="903" y="72"/>
                  </a:cubicBezTo>
                  <a:cubicBezTo>
                    <a:pt x="602" y="72"/>
                    <a:pt x="301" y="89"/>
                    <a:pt x="0" y="139"/>
                  </a:cubicBezTo>
                  <a:cubicBezTo>
                    <a:pt x="301" y="189"/>
                    <a:pt x="602" y="206"/>
                    <a:pt x="903" y="206"/>
                  </a:cubicBezTo>
                  <a:cubicBezTo>
                    <a:pt x="1487" y="223"/>
                    <a:pt x="2340" y="239"/>
                    <a:pt x="3392" y="256"/>
                  </a:cubicBezTo>
                  <a:cubicBezTo>
                    <a:pt x="4445" y="273"/>
                    <a:pt x="5698" y="273"/>
                    <a:pt x="7085" y="290"/>
                  </a:cubicBezTo>
                  <a:cubicBezTo>
                    <a:pt x="7787" y="323"/>
                    <a:pt x="8505" y="440"/>
                    <a:pt x="9173" y="657"/>
                  </a:cubicBezTo>
                  <a:cubicBezTo>
                    <a:pt x="9908" y="891"/>
                    <a:pt x="10610" y="1225"/>
                    <a:pt x="11228" y="1660"/>
                  </a:cubicBezTo>
                  <a:cubicBezTo>
                    <a:pt x="11863" y="2077"/>
                    <a:pt x="12448" y="2595"/>
                    <a:pt x="12933" y="3180"/>
                  </a:cubicBezTo>
                  <a:cubicBezTo>
                    <a:pt x="13384" y="3732"/>
                    <a:pt x="13768" y="4333"/>
                    <a:pt x="14069" y="4985"/>
                  </a:cubicBezTo>
                  <a:cubicBezTo>
                    <a:pt x="14637" y="6238"/>
                    <a:pt x="14737" y="7491"/>
                    <a:pt x="14904" y="8527"/>
                  </a:cubicBezTo>
                  <a:cubicBezTo>
                    <a:pt x="15071" y="9563"/>
                    <a:pt x="15205" y="10398"/>
                    <a:pt x="15305" y="10983"/>
                  </a:cubicBezTo>
                  <a:cubicBezTo>
                    <a:pt x="15339" y="11284"/>
                    <a:pt x="15406" y="11585"/>
                    <a:pt x="15506" y="11869"/>
                  </a:cubicBezTo>
                  <a:cubicBezTo>
                    <a:pt x="15506" y="11568"/>
                    <a:pt x="15489" y="11267"/>
                    <a:pt x="15439" y="10966"/>
                  </a:cubicBezTo>
                  <a:cubicBezTo>
                    <a:pt x="15372" y="10382"/>
                    <a:pt x="15272" y="9529"/>
                    <a:pt x="15138" y="8493"/>
                  </a:cubicBezTo>
                  <a:cubicBezTo>
                    <a:pt x="15055" y="7976"/>
                    <a:pt x="15005" y="7407"/>
                    <a:pt x="14888" y="6789"/>
                  </a:cubicBezTo>
                  <a:cubicBezTo>
                    <a:pt x="14871" y="6639"/>
                    <a:pt x="14838" y="6472"/>
                    <a:pt x="14804" y="6321"/>
                  </a:cubicBezTo>
                  <a:cubicBezTo>
                    <a:pt x="14771" y="6154"/>
                    <a:pt x="14721" y="6004"/>
                    <a:pt x="14670" y="5837"/>
                  </a:cubicBezTo>
                  <a:lnTo>
                    <a:pt x="14604" y="5603"/>
                  </a:lnTo>
                  <a:cubicBezTo>
                    <a:pt x="14587" y="5519"/>
                    <a:pt x="14553" y="5436"/>
                    <a:pt x="14520" y="5352"/>
                  </a:cubicBezTo>
                  <a:cubicBezTo>
                    <a:pt x="14453" y="5202"/>
                    <a:pt x="14403" y="5035"/>
                    <a:pt x="14336" y="4868"/>
                  </a:cubicBezTo>
                  <a:cubicBezTo>
                    <a:pt x="14019" y="4199"/>
                    <a:pt x="13635" y="3564"/>
                    <a:pt x="13167" y="2980"/>
                  </a:cubicBezTo>
                  <a:cubicBezTo>
                    <a:pt x="12665" y="2378"/>
                    <a:pt x="12064" y="1827"/>
                    <a:pt x="11412" y="1392"/>
                  </a:cubicBezTo>
                  <a:cubicBezTo>
                    <a:pt x="10761" y="941"/>
                    <a:pt x="10025" y="590"/>
                    <a:pt x="9274" y="373"/>
                  </a:cubicBezTo>
                  <a:cubicBezTo>
                    <a:pt x="8555" y="139"/>
                    <a:pt x="7837" y="22"/>
                    <a:pt x="7085" y="6"/>
                  </a:cubicBezTo>
                  <a:cubicBezTo>
                    <a:pt x="6807" y="2"/>
                    <a:pt x="6535" y="1"/>
                    <a:pt x="62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4991597" y="4323881"/>
              <a:ext cx="601418" cy="301526"/>
            </a:xfrm>
            <a:custGeom>
              <a:avLst/>
              <a:gdLst/>
              <a:ahLst/>
              <a:cxnLst/>
              <a:rect l="l" t="t" r="r" b="b"/>
              <a:pathLst>
                <a:path w="18765" h="9408" extrusionOk="0">
                  <a:moveTo>
                    <a:pt x="9374" y="1"/>
                  </a:moveTo>
                  <a:cubicBezTo>
                    <a:pt x="4194" y="1"/>
                    <a:pt x="1" y="4211"/>
                    <a:pt x="17" y="9407"/>
                  </a:cubicBezTo>
                  <a:lnTo>
                    <a:pt x="318" y="9407"/>
                  </a:lnTo>
                  <a:cubicBezTo>
                    <a:pt x="318" y="4395"/>
                    <a:pt x="4378" y="335"/>
                    <a:pt x="9374" y="335"/>
                  </a:cubicBezTo>
                  <a:cubicBezTo>
                    <a:pt x="14387" y="335"/>
                    <a:pt x="18447" y="4395"/>
                    <a:pt x="18447" y="9407"/>
                  </a:cubicBezTo>
                  <a:lnTo>
                    <a:pt x="18748" y="9407"/>
                  </a:lnTo>
                  <a:cubicBezTo>
                    <a:pt x="18764" y="4211"/>
                    <a:pt x="14570" y="1"/>
                    <a:pt x="93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4"/>
            <p:cNvSpPr/>
            <p:nvPr/>
          </p:nvSpPr>
          <p:spPr>
            <a:xfrm>
              <a:off x="4936984" y="4595377"/>
              <a:ext cx="104996" cy="89868"/>
            </a:xfrm>
            <a:custGeom>
              <a:avLst/>
              <a:gdLst/>
              <a:ahLst/>
              <a:cxnLst/>
              <a:rect l="l" t="t" r="r" b="b"/>
              <a:pathLst>
                <a:path w="3276" h="2804" extrusionOk="0">
                  <a:moveTo>
                    <a:pt x="1872" y="1"/>
                  </a:moveTo>
                  <a:cubicBezTo>
                    <a:pt x="619" y="1"/>
                    <a:pt x="0" y="1504"/>
                    <a:pt x="886" y="2390"/>
                  </a:cubicBezTo>
                  <a:cubicBezTo>
                    <a:pt x="1172" y="2676"/>
                    <a:pt x="1522" y="2803"/>
                    <a:pt x="1865" y="2803"/>
                  </a:cubicBezTo>
                  <a:cubicBezTo>
                    <a:pt x="2585" y="2803"/>
                    <a:pt x="3275" y="2242"/>
                    <a:pt x="3275" y="1404"/>
                  </a:cubicBezTo>
                  <a:cubicBezTo>
                    <a:pt x="3275" y="619"/>
                    <a:pt x="2640" y="1"/>
                    <a:pt x="18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4"/>
            <p:cNvSpPr/>
            <p:nvPr/>
          </p:nvSpPr>
          <p:spPr>
            <a:xfrm>
              <a:off x="5529781" y="4588967"/>
              <a:ext cx="104996" cy="89964"/>
            </a:xfrm>
            <a:custGeom>
              <a:avLst/>
              <a:gdLst/>
              <a:ahLst/>
              <a:cxnLst/>
              <a:rect l="l" t="t" r="r" b="b"/>
              <a:pathLst>
                <a:path w="3276" h="2807" extrusionOk="0">
                  <a:moveTo>
                    <a:pt x="1872" y="0"/>
                  </a:moveTo>
                  <a:cubicBezTo>
                    <a:pt x="619" y="0"/>
                    <a:pt x="1" y="1504"/>
                    <a:pt x="870" y="2390"/>
                  </a:cubicBezTo>
                  <a:cubicBezTo>
                    <a:pt x="1157" y="2677"/>
                    <a:pt x="1512" y="2806"/>
                    <a:pt x="1860" y="2806"/>
                  </a:cubicBezTo>
                  <a:cubicBezTo>
                    <a:pt x="2583" y="2806"/>
                    <a:pt x="3276" y="2250"/>
                    <a:pt x="3276" y="1404"/>
                  </a:cubicBezTo>
                  <a:cubicBezTo>
                    <a:pt x="3276" y="635"/>
                    <a:pt x="2641" y="0"/>
                    <a:pt x="18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4"/>
            <p:cNvSpPr/>
            <p:nvPr/>
          </p:nvSpPr>
          <p:spPr>
            <a:xfrm>
              <a:off x="5006052" y="4548808"/>
              <a:ext cx="583214" cy="4840"/>
            </a:xfrm>
            <a:custGeom>
              <a:avLst/>
              <a:gdLst/>
              <a:ahLst/>
              <a:cxnLst/>
              <a:rect l="l" t="t" r="r" b="b"/>
              <a:pathLst>
                <a:path w="18197" h="151" extrusionOk="0">
                  <a:moveTo>
                    <a:pt x="9107" y="0"/>
                  </a:moveTo>
                  <a:cubicBezTo>
                    <a:pt x="4078" y="0"/>
                    <a:pt x="1" y="33"/>
                    <a:pt x="1" y="67"/>
                  </a:cubicBezTo>
                  <a:cubicBezTo>
                    <a:pt x="1" y="117"/>
                    <a:pt x="4078" y="150"/>
                    <a:pt x="9107" y="150"/>
                  </a:cubicBezTo>
                  <a:cubicBezTo>
                    <a:pt x="14119" y="150"/>
                    <a:pt x="18196" y="117"/>
                    <a:pt x="18196" y="67"/>
                  </a:cubicBezTo>
                  <a:cubicBezTo>
                    <a:pt x="18196" y="33"/>
                    <a:pt x="14136" y="0"/>
                    <a:pt x="9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4"/>
            <p:cNvSpPr/>
            <p:nvPr/>
          </p:nvSpPr>
          <p:spPr>
            <a:xfrm>
              <a:off x="4541776" y="2672184"/>
              <a:ext cx="83042" cy="176403"/>
            </a:xfrm>
            <a:custGeom>
              <a:avLst/>
              <a:gdLst/>
              <a:ahLst/>
              <a:cxnLst/>
              <a:rect l="l" t="t" r="r" b="b"/>
              <a:pathLst>
                <a:path w="2591" h="5504" extrusionOk="0">
                  <a:moveTo>
                    <a:pt x="1449" y="0"/>
                  </a:moveTo>
                  <a:cubicBezTo>
                    <a:pt x="668" y="0"/>
                    <a:pt x="48" y="1709"/>
                    <a:pt x="17" y="2696"/>
                  </a:cubicBezTo>
                  <a:cubicBezTo>
                    <a:pt x="0" y="3365"/>
                    <a:pt x="51" y="4668"/>
                    <a:pt x="802" y="5504"/>
                  </a:cubicBezTo>
                  <a:cubicBezTo>
                    <a:pt x="1521" y="4768"/>
                    <a:pt x="2206" y="3833"/>
                    <a:pt x="2440" y="2847"/>
                  </a:cubicBezTo>
                  <a:cubicBezTo>
                    <a:pt x="2574" y="2329"/>
                    <a:pt x="2590" y="1794"/>
                    <a:pt x="2473" y="1276"/>
                  </a:cubicBezTo>
                  <a:cubicBezTo>
                    <a:pt x="2373" y="758"/>
                    <a:pt x="2056" y="307"/>
                    <a:pt x="1604" y="23"/>
                  </a:cubicBezTo>
                  <a:cubicBezTo>
                    <a:pt x="1552" y="8"/>
                    <a:pt x="1500" y="0"/>
                    <a:pt x="14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4"/>
            <p:cNvSpPr/>
            <p:nvPr/>
          </p:nvSpPr>
          <p:spPr>
            <a:xfrm>
              <a:off x="4591037" y="2844998"/>
              <a:ext cx="103938" cy="66023"/>
            </a:xfrm>
            <a:custGeom>
              <a:avLst/>
              <a:gdLst/>
              <a:ahLst/>
              <a:cxnLst/>
              <a:rect l="l" t="t" r="r" b="b"/>
              <a:pathLst>
                <a:path w="3243" h="2060" extrusionOk="0">
                  <a:moveTo>
                    <a:pt x="2009" y="0"/>
                  </a:moveTo>
                  <a:cubicBezTo>
                    <a:pt x="1572" y="0"/>
                    <a:pt x="1143" y="126"/>
                    <a:pt x="769" y="362"/>
                  </a:cubicBezTo>
                  <a:cubicBezTo>
                    <a:pt x="285" y="713"/>
                    <a:pt x="1" y="1281"/>
                    <a:pt x="51" y="1883"/>
                  </a:cubicBezTo>
                  <a:cubicBezTo>
                    <a:pt x="334" y="2006"/>
                    <a:pt x="621" y="2059"/>
                    <a:pt x="908" y="2059"/>
                  </a:cubicBezTo>
                  <a:cubicBezTo>
                    <a:pt x="1436" y="2059"/>
                    <a:pt x="1965" y="1881"/>
                    <a:pt x="2473" y="1632"/>
                  </a:cubicBezTo>
                  <a:cubicBezTo>
                    <a:pt x="2707" y="1532"/>
                    <a:pt x="2908" y="1381"/>
                    <a:pt x="3058" y="1181"/>
                  </a:cubicBezTo>
                  <a:cubicBezTo>
                    <a:pt x="3209" y="964"/>
                    <a:pt x="3242" y="696"/>
                    <a:pt x="3142" y="462"/>
                  </a:cubicBezTo>
                  <a:cubicBezTo>
                    <a:pt x="2975" y="228"/>
                    <a:pt x="2741" y="78"/>
                    <a:pt x="2457" y="45"/>
                  </a:cubicBezTo>
                  <a:cubicBezTo>
                    <a:pt x="2308" y="15"/>
                    <a:pt x="2158" y="0"/>
                    <a:pt x="20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4"/>
            <p:cNvSpPr/>
            <p:nvPr/>
          </p:nvSpPr>
          <p:spPr>
            <a:xfrm>
              <a:off x="4551936" y="2875990"/>
              <a:ext cx="97496" cy="100060"/>
            </a:xfrm>
            <a:custGeom>
              <a:avLst/>
              <a:gdLst/>
              <a:ahLst/>
              <a:cxnLst/>
              <a:rect l="l" t="t" r="r" b="b"/>
              <a:pathLst>
                <a:path w="3042" h="3122" extrusionOk="0">
                  <a:moveTo>
                    <a:pt x="2939" y="1"/>
                  </a:moveTo>
                  <a:cubicBezTo>
                    <a:pt x="2908" y="1"/>
                    <a:pt x="2875" y="5"/>
                    <a:pt x="2841" y="13"/>
                  </a:cubicBezTo>
                  <a:cubicBezTo>
                    <a:pt x="2691" y="47"/>
                    <a:pt x="2524" y="80"/>
                    <a:pt x="2373" y="147"/>
                  </a:cubicBezTo>
                  <a:cubicBezTo>
                    <a:pt x="1856" y="348"/>
                    <a:pt x="1404" y="682"/>
                    <a:pt x="1054" y="1099"/>
                  </a:cubicBezTo>
                  <a:cubicBezTo>
                    <a:pt x="870" y="1333"/>
                    <a:pt x="686" y="1567"/>
                    <a:pt x="536" y="1818"/>
                  </a:cubicBezTo>
                  <a:cubicBezTo>
                    <a:pt x="402" y="2018"/>
                    <a:pt x="285" y="2252"/>
                    <a:pt x="201" y="2470"/>
                  </a:cubicBezTo>
                  <a:cubicBezTo>
                    <a:pt x="118" y="2687"/>
                    <a:pt x="51" y="2904"/>
                    <a:pt x="1" y="3121"/>
                  </a:cubicBezTo>
                  <a:cubicBezTo>
                    <a:pt x="118" y="2921"/>
                    <a:pt x="201" y="2720"/>
                    <a:pt x="268" y="2503"/>
                  </a:cubicBezTo>
                  <a:cubicBezTo>
                    <a:pt x="368" y="2286"/>
                    <a:pt x="485" y="2069"/>
                    <a:pt x="619" y="1885"/>
                  </a:cubicBezTo>
                  <a:cubicBezTo>
                    <a:pt x="786" y="1634"/>
                    <a:pt x="953" y="1400"/>
                    <a:pt x="1137" y="1166"/>
                  </a:cubicBezTo>
                  <a:cubicBezTo>
                    <a:pt x="1488" y="765"/>
                    <a:pt x="1922" y="431"/>
                    <a:pt x="2407" y="214"/>
                  </a:cubicBezTo>
                  <a:cubicBezTo>
                    <a:pt x="2774" y="47"/>
                    <a:pt x="3042" y="30"/>
                    <a:pt x="3025" y="13"/>
                  </a:cubicBezTo>
                  <a:cubicBezTo>
                    <a:pt x="3000" y="5"/>
                    <a:pt x="2971" y="1"/>
                    <a:pt x="29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4"/>
            <p:cNvSpPr/>
            <p:nvPr/>
          </p:nvSpPr>
          <p:spPr>
            <a:xfrm>
              <a:off x="4549275" y="2720035"/>
              <a:ext cx="31633" cy="275277"/>
            </a:xfrm>
            <a:custGeom>
              <a:avLst/>
              <a:gdLst/>
              <a:ahLst/>
              <a:cxnLst/>
              <a:rect l="l" t="t" r="r" b="b"/>
              <a:pathLst>
                <a:path w="987" h="8589" extrusionOk="0">
                  <a:moveTo>
                    <a:pt x="969" y="0"/>
                  </a:moveTo>
                  <a:cubicBezTo>
                    <a:pt x="936" y="117"/>
                    <a:pt x="919" y="234"/>
                    <a:pt x="919" y="351"/>
                  </a:cubicBezTo>
                  <a:cubicBezTo>
                    <a:pt x="903" y="585"/>
                    <a:pt x="869" y="886"/>
                    <a:pt x="819" y="1270"/>
                  </a:cubicBezTo>
                  <a:cubicBezTo>
                    <a:pt x="736" y="2056"/>
                    <a:pt x="635" y="3125"/>
                    <a:pt x="518" y="4295"/>
                  </a:cubicBezTo>
                  <a:cubicBezTo>
                    <a:pt x="385" y="5481"/>
                    <a:pt x="251" y="6550"/>
                    <a:pt x="151" y="7319"/>
                  </a:cubicBezTo>
                  <a:cubicBezTo>
                    <a:pt x="101" y="7703"/>
                    <a:pt x="67" y="8004"/>
                    <a:pt x="34" y="8238"/>
                  </a:cubicBezTo>
                  <a:cubicBezTo>
                    <a:pt x="0" y="8355"/>
                    <a:pt x="0" y="8472"/>
                    <a:pt x="0" y="8589"/>
                  </a:cubicBezTo>
                  <a:cubicBezTo>
                    <a:pt x="34" y="8472"/>
                    <a:pt x="50" y="8355"/>
                    <a:pt x="67" y="8254"/>
                  </a:cubicBezTo>
                  <a:cubicBezTo>
                    <a:pt x="117" y="8037"/>
                    <a:pt x="167" y="7720"/>
                    <a:pt x="234" y="7336"/>
                  </a:cubicBezTo>
                  <a:cubicBezTo>
                    <a:pt x="351" y="6567"/>
                    <a:pt x="502" y="5498"/>
                    <a:pt x="635" y="4311"/>
                  </a:cubicBezTo>
                  <a:cubicBezTo>
                    <a:pt x="752" y="3125"/>
                    <a:pt x="852" y="2056"/>
                    <a:pt x="903" y="1270"/>
                  </a:cubicBezTo>
                  <a:cubicBezTo>
                    <a:pt x="936" y="886"/>
                    <a:pt x="953" y="569"/>
                    <a:pt x="969" y="351"/>
                  </a:cubicBezTo>
                  <a:cubicBezTo>
                    <a:pt x="969" y="234"/>
                    <a:pt x="986" y="117"/>
                    <a:pt x="9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4"/>
            <p:cNvSpPr/>
            <p:nvPr/>
          </p:nvSpPr>
          <p:spPr>
            <a:xfrm>
              <a:off x="4444312" y="2818589"/>
              <a:ext cx="106598" cy="96951"/>
            </a:xfrm>
            <a:custGeom>
              <a:avLst/>
              <a:gdLst/>
              <a:ahLst/>
              <a:cxnLst/>
              <a:rect l="l" t="t" r="r" b="b"/>
              <a:pathLst>
                <a:path w="3326" h="3025" extrusionOk="0">
                  <a:moveTo>
                    <a:pt x="605" y="0"/>
                  </a:moveTo>
                  <a:cubicBezTo>
                    <a:pt x="468" y="0"/>
                    <a:pt x="338" y="37"/>
                    <a:pt x="234" y="134"/>
                  </a:cubicBezTo>
                  <a:cubicBezTo>
                    <a:pt x="0" y="351"/>
                    <a:pt x="67" y="735"/>
                    <a:pt x="184" y="1019"/>
                  </a:cubicBezTo>
                  <a:cubicBezTo>
                    <a:pt x="713" y="2243"/>
                    <a:pt x="1930" y="3024"/>
                    <a:pt x="3250" y="3024"/>
                  </a:cubicBezTo>
                  <a:cubicBezTo>
                    <a:pt x="3264" y="3024"/>
                    <a:pt x="3278" y="3024"/>
                    <a:pt x="3292" y="3024"/>
                  </a:cubicBezTo>
                  <a:lnTo>
                    <a:pt x="3325" y="2941"/>
                  </a:lnTo>
                  <a:cubicBezTo>
                    <a:pt x="3075" y="1704"/>
                    <a:pt x="2273" y="668"/>
                    <a:pt x="1120" y="134"/>
                  </a:cubicBezTo>
                  <a:cubicBezTo>
                    <a:pt x="962" y="59"/>
                    <a:pt x="777" y="0"/>
                    <a:pt x="6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4"/>
            <p:cNvSpPr/>
            <p:nvPr/>
          </p:nvSpPr>
          <p:spPr>
            <a:xfrm>
              <a:off x="4487163" y="2851248"/>
              <a:ext cx="70157" cy="117303"/>
            </a:xfrm>
            <a:custGeom>
              <a:avLst/>
              <a:gdLst/>
              <a:ahLst/>
              <a:cxnLst/>
              <a:rect l="l" t="t" r="r" b="b"/>
              <a:pathLst>
                <a:path w="2189" h="3660" extrusionOk="0">
                  <a:moveTo>
                    <a:pt x="0" y="0"/>
                  </a:moveTo>
                  <a:lnTo>
                    <a:pt x="0" y="0"/>
                  </a:lnTo>
                  <a:cubicBezTo>
                    <a:pt x="167" y="150"/>
                    <a:pt x="351" y="284"/>
                    <a:pt x="535" y="418"/>
                  </a:cubicBezTo>
                  <a:cubicBezTo>
                    <a:pt x="953" y="719"/>
                    <a:pt x="1320" y="1103"/>
                    <a:pt x="1621" y="1537"/>
                  </a:cubicBezTo>
                  <a:cubicBezTo>
                    <a:pt x="1788" y="1771"/>
                    <a:pt x="1905" y="2039"/>
                    <a:pt x="1988" y="2306"/>
                  </a:cubicBezTo>
                  <a:cubicBezTo>
                    <a:pt x="2055" y="2540"/>
                    <a:pt x="2089" y="2774"/>
                    <a:pt x="2089" y="3008"/>
                  </a:cubicBezTo>
                  <a:cubicBezTo>
                    <a:pt x="2089" y="3409"/>
                    <a:pt x="2039" y="3659"/>
                    <a:pt x="2055" y="3659"/>
                  </a:cubicBezTo>
                  <a:cubicBezTo>
                    <a:pt x="2089" y="3609"/>
                    <a:pt x="2105" y="3559"/>
                    <a:pt x="2105" y="3492"/>
                  </a:cubicBezTo>
                  <a:cubicBezTo>
                    <a:pt x="2189" y="3091"/>
                    <a:pt x="2189" y="2673"/>
                    <a:pt x="2089" y="2289"/>
                  </a:cubicBezTo>
                  <a:cubicBezTo>
                    <a:pt x="2005" y="1988"/>
                    <a:pt x="1888" y="1721"/>
                    <a:pt x="1721" y="1470"/>
                  </a:cubicBezTo>
                  <a:cubicBezTo>
                    <a:pt x="1420" y="1036"/>
                    <a:pt x="1019" y="652"/>
                    <a:pt x="585" y="351"/>
                  </a:cubicBezTo>
                  <a:cubicBezTo>
                    <a:pt x="401" y="234"/>
                    <a:pt x="267" y="134"/>
                    <a:pt x="167" y="84"/>
                  </a:cubicBezTo>
                  <a:cubicBezTo>
                    <a:pt x="117" y="50"/>
                    <a:pt x="67" y="1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4"/>
            <p:cNvSpPr/>
            <p:nvPr/>
          </p:nvSpPr>
          <p:spPr>
            <a:xfrm>
              <a:off x="4426652" y="2977621"/>
              <a:ext cx="241529" cy="241529"/>
            </a:xfrm>
            <a:custGeom>
              <a:avLst/>
              <a:gdLst/>
              <a:ahLst/>
              <a:cxnLst/>
              <a:rect l="l" t="t" r="r" b="b"/>
              <a:pathLst>
                <a:path w="7536" h="7536" extrusionOk="0">
                  <a:moveTo>
                    <a:pt x="0" y="0"/>
                  </a:moveTo>
                  <a:lnTo>
                    <a:pt x="0" y="3776"/>
                  </a:lnTo>
                  <a:cubicBezTo>
                    <a:pt x="0" y="5848"/>
                    <a:pt x="1688" y="7536"/>
                    <a:pt x="3776" y="7536"/>
                  </a:cubicBezTo>
                  <a:cubicBezTo>
                    <a:pt x="5848" y="7536"/>
                    <a:pt x="7536" y="5848"/>
                    <a:pt x="7536" y="3776"/>
                  </a:cubicBezTo>
                  <a:lnTo>
                    <a:pt x="75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4"/>
            <p:cNvSpPr/>
            <p:nvPr/>
          </p:nvSpPr>
          <p:spPr>
            <a:xfrm>
              <a:off x="4426652" y="3034926"/>
              <a:ext cx="241529" cy="46601"/>
            </a:xfrm>
            <a:custGeom>
              <a:avLst/>
              <a:gdLst/>
              <a:ahLst/>
              <a:cxnLst/>
              <a:rect l="l" t="t" r="r" b="b"/>
              <a:pathLst>
                <a:path w="7536" h="1454" extrusionOk="0">
                  <a:moveTo>
                    <a:pt x="3759" y="0"/>
                  </a:moveTo>
                  <a:lnTo>
                    <a:pt x="3743" y="17"/>
                  </a:lnTo>
                  <a:cubicBezTo>
                    <a:pt x="3002" y="494"/>
                    <a:pt x="2326" y="939"/>
                    <a:pt x="1747" y="1336"/>
                  </a:cubicBezTo>
                  <a:lnTo>
                    <a:pt x="1747" y="1336"/>
                  </a:lnTo>
                  <a:lnTo>
                    <a:pt x="501" y="401"/>
                  </a:lnTo>
                  <a:cubicBezTo>
                    <a:pt x="351" y="301"/>
                    <a:pt x="234" y="217"/>
                    <a:pt x="134" y="150"/>
                  </a:cubicBezTo>
                  <a:cubicBezTo>
                    <a:pt x="100" y="117"/>
                    <a:pt x="50" y="84"/>
                    <a:pt x="0" y="67"/>
                  </a:cubicBezTo>
                  <a:lnTo>
                    <a:pt x="0" y="67"/>
                  </a:lnTo>
                  <a:cubicBezTo>
                    <a:pt x="0" y="67"/>
                    <a:pt x="33" y="117"/>
                    <a:pt x="117" y="167"/>
                  </a:cubicBezTo>
                  <a:cubicBezTo>
                    <a:pt x="217" y="251"/>
                    <a:pt x="334" y="351"/>
                    <a:pt x="468" y="451"/>
                  </a:cubicBezTo>
                  <a:lnTo>
                    <a:pt x="1704" y="1437"/>
                  </a:lnTo>
                  <a:lnTo>
                    <a:pt x="1738" y="1454"/>
                  </a:lnTo>
                  <a:lnTo>
                    <a:pt x="1771" y="1437"/>
                  </a:lnTo>
                  <a:cubicBezTo>
                    <a:pt x="2348" y="1058"/>
                    <a:pt x="3038" y="615"/>
                    <a:pt x="3777" y="138"/>
                  </a:cubicBezTo>
                  <a:lnTo>
                    <a:pt x="3777" y="138"/>
                  </a:lnTo>
                  <a:cubicBezTo>
                    <a:pt x="4566" y="615"/>
                    <a:pt x="5306" y="1058"/>
                    <a:pt x="5932" y="1437"/>
                  </a:cubicBezTo>
                  <a:lnTo>
                    <a:pt x="5965" y="1454"/>
                  </a:lnTo>
                  <a:lnTo>
                    <a:pt x="5982" y="1437"/>
                  </a:lnTo>
                  <a:lnTo>
                    <a:pt x="7118" y="451"/>
                  </a:lnTo>
                  <a:cubicBezTo>
                    <a:pt x="7252" y="334"/>
                    <a:pt x="7352" y="251"/>
                    <a:pt x="7435" y="167"/>
                  </a:cubicBezTo>
                  <a:cubicBezTo>
                    <a:pt x="7502" y="117"/>
                    <a:pt x="7536" y="67"/>
                    <a:pt x="7536" y="67"/>
                  </a:cubicBezTo>
                  <a:lnTo>
                    <a:pt x="7536" y="67"/>
                  </a:lnTo>
                  <a:cubicBezTo>
                    <a:pt x="7486" y="84"/>
                    <a:pt x="7452" y="117"/>
                    <a:pt x="7419" y="150"/>
                  </a:cubicBezTo>
                  <a:lnTo>
                    <a:pt x="7084" y="401"/>
                  </a:lnTo>
                  <a:cubicBezTo>
                    <a:pt x="6790" y="647"/>
                    <a:pt x="6399" y="956"/>
                    <a:pt x="5944" y="1330"/>
                  </a:cubicBezTo>
                  <a:lnTo>
                    <a:pt x="5944" y="1330"/>
                  </a:lnTo>
                  <a:lnTo>
                    <a:pt x="3810" y="17"/>
                  </a:lnTo>
                  <a:lnTo>
                    <a:pt x="3793" y="17"/>
                  </a:lnTo>
                  <a:lnTo>
                    <a:pt x="37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4426652" y="3010825"/>
              <a:ext cx="241529" cy="46601"/>
            </a:xfrm>
            <a:custGeom>
              <a:avLst/>
              <a:gdLst/>
              <a:ahLst/>
              <a:cxnLst/>
              <a:rect l="l" t="t" r="r" b="b"/>
              <a:pathLst>
                <a:path w="7536" h="1454" extrusionOk="0">
                  <a:moveTo>
                    <a:pt x="3759" y="0"/>
                  </a:moveTo>
                  <a:lnTo>
                    <a:pt x="3743" y="17"/>
                  </a:lnTo>
                  <a:cubicBezTo>
                    <a:pt x="3002" y="494"/>
                    <a:pt x="2326" y="939"/>
                    <a:pt x="1747" y="1336"/>
                  </a:cubicBezTo>
                  <a:lnTo>
                    <a:pt x="1747" y="1336"/>
                  </a:lnTo>
                  <a:lnTo>
                    <a:pt x="501" y="401"/>
                  </a:lnTo>
                  <a:lnTo>
                    <a:pt x="134" y="151"/>
                  </a:lnTo>
                  <a:cubicBezTo>
                    <a:pt x="100" y="117"/>
                    <a:pt x="50" y="84"/>
                    <a:pt x="0" y="67"/>
                  </a:cubicBezTo>
                  <a:lnTo>
                    <a:pt x="0" y="67"/>
                  </a:lnTo>
                  <a:cubicBezTo>
                    <a:pt x="33" y="100"/>
                    <a:pt x="84" y="151"/>
                    <a:pt x="117" y="167"/>
                  </a:cubicBezTo>
                  <a:cubicBezTo>
                    <a:pt x="217" y="251"/>
                    <a:pt x="334" y="351"/>
                    <a:pt x="468" y="451"/>
                  </a:cubicBezTo>
                  <a:cubicBezTo>
                    <a:pt x="785" y="702"/>
                    <a:pt x="1203" y="1036"/>
                    <a:pt x="1704" y="1437"/>
                  </a:cubicBezTo>
                  <a:lnTo>
                    <a:pt x="1738" y="1454"/>
                  </a:lnTo>
                  <a:lnTo>
                    <a:pt x="1771" y="1437"/>
                  </a:lnTo>
                  <a:cubicBezTo>
                    <a:pt x="2348" y="1058"/>
                    <a:pt x="3038" y="615"/>
                    <a:pt x="3777" y="138"/>
                  </a:cubicBezTo>
                  <a:lnTo>
                    <a:pt x="3777" y="138"/>
                  </a:lnTo>
                  <a:cubicBezTo>
                    <a:pt x="4566" y="615"/>
                    <a:pt x="5306" y="1058"/>
                    <a:pt x="5932" y="1437"/>
                  </a:cubicBezTo>
                  <a:lnTo>
                    <a:pt x="5965" y="1454"/>
                  </a:lnTo>
                  <a:lnTo>
                    <a:pt x="5982" y="1437"/>
                  </a:lnTo>
                  <a:cubicBezTo>
                    <a:pt x="6450" y="1036"/>
                    <a:pt x="6834" y="702"/>
                    <a:pt x="7118" y="451"/>
                  </a:cubicBezTo>
                  <a:lnTo>
                    <a:pt x="7435" y="167"/>
                  </a:lnTo>
                  <a:cubicBezTo>
                    <a:pt x="7502" y="100"/>
                    <a:pt x="7536" y="67"/>
                    <a:pt x="7536" y="67"/>
                  </a:cubicBezTo>
                  <a:lnTo>
                    <a:pt x="7536" y="67"/>
                  </a:lnTo>
                  <a:cubicBezTo>
                    <a:pt x="7486" y="84"/>
                    <a:pt x="7452" y="117"/>
                    <a:pt x="7419" y="151"/>
                  </a:cubicBezTo>
                  <a:lnTo>
                    <a:pt x="7084" y="401"/>
                  </a:lnTo>
                  <a:lnTo>
                    <a:pt x="5944" y="1330"/>
                  </a:lnTo>
                  <a:lnTo>
                    <a:pt x="5944" y="1330"/>
                  </a:lnTo>
                  <a:lnTo>
                    <a:pt x="3810" y="17"/>
                  </a:lnTo>
                  <a:lnTo>
                    <a:pt x="3793" y="17"/>
                  </a:lnTo>
                  <a:lnTo>
                    <a:pt x="37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4"/>
            <p:cNvSpPr/>
            <p:nvPr/>
          </p:nvSpPr>
          <p:spPr>
            <a:xfrm>
              <a:off x="4426652" y="3059541"/>
              <a:ext cx="241529" cy="46633"/>
            </a:xfrm>
            <a:custGeom>
              <a:avLst/>
              <a:gdLst/>
              <a:ahLst/>
              <a:cxnLst/>
              <a:rect l="l" t="t" r="r" b="b"/>
              <a:pathLst>
                <a:path w="7536" h="1455" extrusionOk="0">
                  <a:moveTo>
                    <a:pt x="3759" y="1"/>
                  </a:moveTo>
                  <a:lnTo>
                    <a:pt x="3743" y="17"/>
                  </a:lnTo>
                  <a:lnTo>
                    <a:pt x="1736" y="1328"/>
                  </a:lnTo>
                  <a:lnTo>
                    <a:pt x="1736" y="1328"/>
                  </a:lnTo>
                  <a:lnTo>
                    <a:pt x="501" y="402"/>
                  </a:lnTo>
                  <a:cubicBezTo>
                    <a:pt x="351" y="301"/>
                    <a:pt x="234" y="218"/>
                    <a:pt x="134" y="151"/>
                  </a:cubicBezTo>
                  <a:cubicBezTo>
                    <a:pt x="100" y="118"/>
                    <a:pt x="50" y="84"/>
                    <a:pt x="0" y="68"/>
                  </a:cubicBezTo>
                  <a:lnTo>
                    <a:pt x="0" y="68"/>
                  </a:lnTo>
                  <a:cubicBezTo>
                    <a:pt x="0" y="68"/>
                    <a:pt x="34" y="101"/>
                    <a:pt x="117" y="168"/>
                  </a:cubicBezTo>
                  <a:lnTo>
                    <a:pt x="468" y="452"/>
                  </a:lnTo>
                  <a:cubicBezTo>
                    <a:pt x="785" y="702"/>
                    <a:pt x="1203" y="1037"/>
                    <a:pt x="1704" y="1438"/>
                  </a:cubicBezTo>
                  <a:lnTo>
                    <a:pt x="1738" y="1454"/>
                  </a:lnTo>
                  <a:lnTo>
                    <a:pt x="1771" y="1438"/>
                  </a:lnTo>
                  <a:cubicBezTo>
                    <a:pt x="2348" y="1059"/>
                    <a:pt x="3038" y="615"/>
                    <a:pt x="3777" y="138"/>
                  </a:cubicBezTo>
                  <a:lnTo>
                    <a:pt x="3777" y="138"/>
                  </a:lnTo>
                  <a:cubicBezTo>
                    <a:pt x="4566" y="615"/>
                    <a:pt x="5306" y="1059"/>
                    <a:pt x="5932" y="1438"/>
                  </a:cubicBezTo>
                  <a:lnTo>
                    <a:pt x="5965" y="1454"/>
                  </a:lnTo>
                  <a:lnTo>
                    <a:pt x="5982" y="1421"/>
                  </a:lnTo>
                  <a:lnTo>
                    <a:pt x="7118" y="452"/>
                  </a:lnTo>
                  <a:cubicBezTo>
                    <a:pt x="7252" y="335"/>
                    <a:pt x="7352" y="251"/>
                    <a:pt x="7435" y="168"/>
                  </a:cubicBezTo>
                  <a:cubicBezTo>
                    <a:pt x="7502" y="101"/>
                    <a:pt x="7536" y="68"/>
                    <a:pt x="7536" y="68"/>
                  </a:cubicBezTo>
                  <a:lnTo>
                    <a:pt x="7536" y="68"/>
                  </a:lnTo>
                  <a:cubicBezTo>
                    <a:pt x="7486" y="84"/>
                    <a:pt x="7452" y="118"/>
                    <a:pt x="7419" y="151"/>
                  </a:cubicBezTo>
                  <a:lnTo>
                    <a:pt x="7084" y="402"/>
                  </a:lnTo>
                  <a:lnTo>
                    <a:pt x="5944" y="1331"/>
                  </a:lnTo>
                  <a:lnTo>
                    <a:pt x="5944" y="1331"/>
                  </a:lnTo>
                  <a:lnTo>
                    <a:pt x="3810" y="17"/>
                  </a:lnTo>
                  <a:lnTo>
                    <a:pt x="3793" y="17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4"/>
            <p:cNvSpPr/>
            <p:nvPr/>
          </p:nvSpPr>
          <p:spPr>
            <a:xfrm>
              <a:off x="7679310" y="3501895"/>
              <a:ext cx="352935" cy="864805"/>
            </a:xfrm>
            <a:custGeom>
              <a:avLst/>
              <a:gdLst/>
              <a:ahLst/>
              <a:cxnLst/>
              <a:rect l="l" t="t" r="r" b="b"/>
              <a:pathLst>
                <a:path w="11012" h="26983" extrusionOk="0">
                  <a:moveTo>
                    <a:pt x="4046" y="0"/>
                  </a:moveTo>
                  <a:cubicBezTo>
                    <a:pt x="3910" y="0"/>
                    <a:pt x="3770" y="6"/>
                    <a:pt x="3627" y="17"/>
                  </a:cubicBezTo>
                  <a:cubicBezTo>
                    <a:pt x="2056" y="267"/>
                    <a:pt x="1371" y="2189"/>
                    <a:pt x="1505" y="3759"/>
                  </a:cubicBezTo>
                  <a:cubicBezTo>
                    <a:pt x="1638" y="5347"/>
                    <a:pt x="2290" y="6884"/>
                    <a:pt x="2106" y="8454"/>
                  </a:cubicBezTo>
                  <a:cubicBezTo>
                    <a:pt x="1889" y="10443"/>
                    <a:pt x="385" y="12130"/>
                    <a:pt x="201" y="14135"/>
                  </a:cubicBezTo>
                  <a:cubicBezTo>
                    <a:pt x="1" y="16491"/>
                    <a:pt x="1672" y="18580"/>
                    <a:pt x="2173" y="20902"/>
                  </a:cubicBezTo>
                  <a:cubicBezTo>
                    <a:pt x="2407" y="22022"/>
                    <a:pt x="2374" y="23208"/>
                    <a:pt x="2791" y="24294"/>
                  </a:cubicBezTo>
                  <a:cubicBezTo>
                    <a:pt x="3435" y="25933"/>
                    <a:pt x="5027" y="26982"/>
                    <a:pt x="6748" y="26982"/>
                  </a:cubicBezTo>
                  <a:cubicBezTo>
                    <a:pt x="6992" y="26982"/>
                    <a:pt x="7239" y="26961"/>
                    <a:pt x="7486" y="26917"/>
                  </a:cubicBezTo>
                  <a:cubicBezTo>
                    <a:pt x="9475" y="26566"/>
                    <a:pt x="10945" y="24845"/>
                    <a:pt x="10978" y="22824"/>
                  </a:cubicBezTo>
                  <a:cubicBezTo>
                    <a:pt x="11012" y="21019"/>
                    <a:pt x="9892" y="19315"/>
                    <a:pt x="10026" y="17494"/>
                  </a:cubicBezTo>
                  <a:cubicBezTo>
                    <a:pt x="10126" y="16174"/>
                    <a:pt x="10912" y="14904"/>
                    <a:pt x="10745" y="13567"/>
                  </a:cubicBezTo>
                  <a:cubicBezTo>
                    <a:pt x="10544" y="11997"/>
                    <a:pt x="9090" y="10877"/>
                    <a:pt x="8572" y="9357"/>
                  </a:cubicBezTo>
                  <a:cubicBezTo>
                    <a:pt x="8054" y="7853"/>
                    <a:pt x="8539" y="6199"/>
                    <a:pt x="8372" y="4611"/>
                  </a:cubicBezTo>
                  <a:cubicBezTo>
                    <a:pt x="8070" y="1914"/>
                    <a:pt x="6624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4"/>
            <p:cNvSpPr/>
            <p:nvPr/>
          </p:nvSpPr>
          <p:spPr>
            <a:xfrm>
              <a:off x="7531528" y="3943127"/>
              <a:ext cx="304731" cy="424727"/>
            </a:xfrm>
            <a:custGeom>
              <a:avLst/>
              <a:gdLst/>
              <a:ahLst/>
              <a:cxnLst/>
              <a:rect l="l" t="t" r="r" b="b"/>
              <a:pathLst>
                <a:path w="9508" h="13252" extrusionOk="0">
                  <a:moveTo>
                    <a:pt x="268" y="1"/>
                  </a:moveTo>
                  <a:lnTo>
                    <a:pt x="268" y="1"/>
                  </a:lnTo>
                  <a:cubicBezTo>
                    <a:pt x="0" y="2641"/>
                    <a:pt x="1170" y="5732"/>
                    <a:pt x="2523" y="8004"/>
                  </a:cubicBezTo>
                  <a:cubicBezTo>
                    <a:pt x="3893" y="10293"/>
                    <a:pt x="5949" y="12081"/>
                    <a:pt x="8405" y="13117"/>
                  </a:cubicBezTo>
                  <a:cubicBezTo>
                    <a:pt x="8576" y="13187"/>
                    <a:pt x="8765" y="13252"/>
                    <a:pt x="8939" y="13252"/>
                  </a:cubicBezTo>
                  <a:cubicBezTo>
                    <a:pt x="9055" y="13252"/>
                    <a:pt x="9164" y="13224"/>
                    <a:pt x="9257" y="13150"/>
                  </a:cubicBezTo>
                  <a:cubicBezTo>
                    <a:pt x="9441" y="12983"/>
                    <a:pt x="9474" y="12716"/>
                    <a:pt x="9474" y="12465"/>
                  </a:cubicBezTo>
                  <a:cubicBezTo>
                    <a:pt x="9508" y="6734"/>
                    <a:pt x="5765" y="1655"/>
                    <a:pt x="2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4"/>
            <p:cNvSpPr/>
            <p:nvPr/>
          </p:nvSpPr>
          <p:spPr>
            <a:xfrm>
              <a:off x="7531528" y="3943127"/>
              <a:ext cx="304731" cy="424727"/>
            </a:xfrm>
            <a:custGeom>
              <a:avLst/>
              <a:gdLst/>
              <a:ahLst/>
              <a:cxnLst/>
              <a:rect l="l" t="t" r="r" b="b"/>
              <a:pathLst>
                <a:path w="9508" h="13252" extrusionOk="0">
                  <a:moveTo>
                    <a:pt x="268" y="1"/>
                  </a:moveTo>
                  <a:lnTo>
                    <a:pt x="268" y="1"/>
                  </a:lnTo>
                  <a:cubicBezTo>
                    <a:pt x="0" y="2641"/>
                    <a:pt x="1170" y="5732"/>
                    <a:pt x="2523" y="8004"/>
                  </a:cubicBezTo>
                  <a:cubicBezTo>
                    <a:pt x="3893" y="10293"/>
                    <a:pt x="5949" y="12081"/>
                    <a:pt x="8405" y="13117"/>
                  </a:cubicBezTo>
                  <a:cubicBezTo>
                    <a:pt x="8576" y="13187"/>
                    <a:pt x="8765" y="13252"/>
                    <a:pt x="8939" y="13252"/>
                  </a:cubicBezTo>
                  <a:cubicBezTo>
                    <a:pt x="9055" y="13252"/>
                    <a:pt x="9164" y="13224"/>
                    <a:pt x="9257" y="13150"/>
                  </a:cubicBezTo>
                  <a:cubicBezTo>
                    <a:pt x="9441" y="12983"/>
                    <a:pt x="9474" y="12716"/>
                    <a:pt x="9474" y="12465"/>
                  </a:cubicBezTo>
                  <a:cubicBezTo>
                    <a:pt x="9508" y="6734"/>
                    <a:pt x="5765" y="1655"/>
                    <a:pt x="268" y="1"/>
                  </a:cubicBezTo>
                  <a:close/>
                </a:path>
              </a:pathLst>
            </a:custGeom>
            <a:solidFill>
              <a:schemeClr val="dk2">
                <a:alpha val="1964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4"/>
            <p:cNvSpPr/>
            <p:nvPr/>
          </p:nvSpPr>
          <p:spPr>
            <a:xfrm>
              <a:off x="7647741" y="4095204"/>
              <a:ext cx="259733" cy="445046"/>
            </a:xfrm>
            <a:custGeom>
              <a:avLst/>
              <a:gdLst/>
              <a:ahLst/>
              <a:cxnLst/>
              <a:rect l="l" t="t" r="r" b="b"/>
              <a:pathLst>
                <a:path w="8104" h="13886" extrusionOk="0">
                  <a:moveTo>
                    <a:pt x="0" y="1"/>
                  </a:moveTo>
                  <a:lnTo>
                    <a:pt x="0" y="1"/>
                  </a:lnTo>
                  <a:cubicBezTo>
                    <a:pt x="17" y="51"/>
                    <a:pt x="50" y="101"/>
                    <a:pt x="84" y="151"/>
                  </a:cubicBezTo>
                  <a:lnTo>
                    <a:pt x="368" y="519"/>
                  </a:lnTo>
                  <a:cubicBezTo>
                    <a:pt x="618" y="836"/>
                    <a:pt x="969" y="1321"/>
                    <a:pt x="1404" y="1906"/>
                  </a:cubicBezTo>
                  <a:cubicBezTo>
                    <a:pt x="3659" y="4963"/>
                    <a:pt x="5581" y="8255"/>
                    <a:pt x="7151" y="11714"/>
                  </a:cubicBezTo>
                  <a:cubicBezTo>
                    <a:pt x="7452" y="12382"/>
                    <a:pt x="7686" y="12933"/>
                    <a:pt x="7836" y="13301"/>
                  </a:cubicBezTo>
                  <a:cubicBezTo>
                    <a:pt x="7920" y="13485"/>
                    <a:pt x="7987" y="13618"/>
                    <a:pt x="8020" y="13735"/>
                  </a:cubicBezTo>
                  <a:cubicBezTo>
                    <a:pt x="8054" y="13785"/>
                    <a:pt x="8070" y="13836"/>
                    <a:pt x="8104" y="13886"/>
                  </a:cubicBezTo>
                  <a:cubicBezTo>
                    <a:pt x="8087" y="13819"/>
                    <a:pt x="8070" y="13769"/>
                    <a:pt x="8054" y="13719"/>
                  </a:cubicBezTo>
                  <a:cubicBezTo>
                    <a:pt x="8020" y="13602"/>
                    <a:pt x="7953" y="13451"/>
                    <a:pt x="7887" y="13284"/>
                  </a:cubicBezTo>
                  <a:cubicBezTo>
                    <a:pt x="7753" y="12900"/>
                    <a:pt x="7536" y="12349"/>
                    <a:pt x="7235" y="11680"/>
                  </a:cubicBezTo>
                  <a:cubicBezTo>
                    <a:pt x="5731" y="8188"/>
                    <a:pt x="3793" y="4880"/>
                    <a:pt x="1487" y="1839"/>
                  </a:cubicBezTo>
                  <a:cubicBezTo>
                    <a:pt x="1053" y="1254"/>
                    <a:pt x="685" y="786"/>
                    <a:pt x="418" y="486"/>
                  </a:cubicBezTo>
                  <a:cubicBezTo>
                    <a:pt x="284" y="335"/>
                    <a:pt x="184" y="218"/>
                    <a:pt x="117" y="118"/>
                  </a:cubicBezTo>
                  <a:cubicBezTo>
                    <a:pt x="84" y="85"/>
                    <a:pt x="34" y="34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4"/>
            <p:cNvSpPr/>
            <p:nvPr/>
          </p:nvSpPr>
          <p:spPr>
            <a:xfrm>
              <a:off x="7852829" y="3735892"/>
              <a:ext cx="56793" cy="797404"/>
            </a:xfrm>
            <a:custGeom>
              <a:avLst/>
              <a:gdLst/>
              <a:ahLst/>
              <a:cxnLst/>
              <a:rect l="l" t="t" r="r" b="b"/>
              <a:pathLst>
                <a:path w="1772" h="24880" extrusionOk="0">
                  <a:moveTo>
                    <a:pt x="17" y="1"/>
                  </a:moveTo>
                  <a:cubicBezTo>
                    <a:pt x="1" y="84"/>
                    <a:pt x="1" y="168"/>
                    <a:pt x="17" y="251"/>
                  </a:cubicBezTo>
                  <a:cubicBezTo>
                    <a:pt x="17" y="435"/>
                    <a:pt x="17" y="669"/>
                    <a:pt x="34" y="986"/>
                  </a:cubicBezTo>
                  <a:cubicBezTo>
                    <a:pt x="67" y="1621"/>
                    <a:pt x="101" y="2540"/>
                    <a:pt x="151" y="3643"/>
                  </a:cubicBezTo>
                  <a:cubicBezTo>
                    <a:pt x="268" y="5899"/>
                    <a:pt x="452" y="9023"/>
                    <a:pt x="702" y="12448"/>
                  </a:cubicBezTo>
                  <a:cubicBezTo>
                    <a:pt x="936" y="15890"/>
                    <a:pt x="1187" y="18998"/>
                    <a:pt x="1404" y="21237"/>
                  </a:cubicBezTo>
                  <a:cubicBezTo>
                    <a:pt x="1504" y="22357"/>
                    <a:pt x="1588" y="23259"/>
                    <a:pt x="1655" y="23910"/>
                  </a:cubicBezTo>
                  <a:cubicBezTo>
                    <a:pt x="1671" y="24211"/>
                    <a:pt x="1705" y="24445"/>
                    <a:pt x="1721" y="24629"/>
                  </a:cubicBezTo>
                  <a:cubicBezTo>
                    <a:pt x="1721" y="24712"/>
                    <a:pt x="1738" y="24796"/>
                    <a:pt x="1755" y="24880"/>
                  </a:cubicBezTo>
                  <a:cubicBezTo>
                    <a:pt x="1772" y="24796"/>
                    <a:pt x="1755" y="24712"/>
                    <a:pt x="1755" y="24629"/>
                  </a:cubicBezTo>
                  <a:cubicBezTo>
                    <a:pt x="1738" y="24445"/>
                    <a:pt x="1721" y="24211"/>
                    <a:pt x="1705" y="23894"/>
                  </a:cubicBezTo>
                  <a:cubicBezTo>
                    <a:pt x="1655" y="23259"/>
                    <a:pt x="1588" y="22357"/>
                    <a:pt x="1504" y="21237"/>
                  </a:cubicBezTo>
                  <a:cubicBezTo>
                    <a:pt x="1320" y="18981"/>
                    <a:pt x="1087" y="15874"/>
                    <a:pt x="853" y="12448"/>
                  </a:cubicBezTo>
                  <a:cubicBezTo>
                    <a:pt x="602" y="9006"/>
                    <a:pt x="402" y="5899"/>
                    <a:pt x="268" y="3643"/>
                  </a:cubicBezTo>
                  <a:cubicBezTo>
                    <a:pt x="184" y="2524"/>
                    <a:pt x="134" y="1621"/>
                    <a:pt x="84" y="986"/>
                  </a:cubicBezTo>
                  <a:cubicBezTo>
                    <a:pt x="67" y="669"/>
                    <a:pt x="51" y="435"/>
                    <a:pt x="34" y="251"/>
                  </a:cubicBezTo>
                  <a:cubicBezTo>
                    <a:pt x="34" y="168"/>
                    <a:pt x="34" y="84"/>
                    <a:pt x="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4"/>
            <p:cNvSpPr/>
            <p:nvPr/>
          </p:nvSpPr>
          <p:spPr>
            <a:xfrm>
              <a:off x="7775717" y="4419743"/>
              <a:ext cx="211017" cy="256560"/>
            </a:xfrm>
            <a:custGeom>
              <a:avLst/>
              <a:gdLst/>
              <a:ahLst/>
              <a:cxnLst/>
              <a:rect l="l" t="t" r="r" b="b"/>
              <a:pathLst>
                <a:path w="6584" h="8005" extrusionOk="0">
                  <a:moveTo>
                    <a:pt x="0" y="0"/>
                  </a:moveTo>
                  <a:lnTo>
                    <a:pt x="268" y="5013"/>
                  </a:lnTo>
                  <a:cubicBezTo>
                    <a:pt x="350" y="6696"/>
                    <a:pt x="1753" y="8004"/>
                    <a:pt x="3445" y="8004"/>
                  </a:cubicBezTo>
                  <a:cubicBezTo>
                    <a:pt x="3467" y="8004"/>
                    <a:pt x="3488" y="8004"/>
                    <a:pt x="3509" y="8004"/>
                  </a:cubicBezTo>
                  <a:cubicBezTo>
                    <a:pt x="5214" y="7954"/>
                    <a:pt x="6584" y="6550"/>
                    <a:pt x="6584" y="4846"/>
                  </a:cubicBezTo>
                  <a:lnTo>
                    <a:pt x="65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4"/>
            <p:cNvSpPr/>
            <p:nvPr/>
          </p:nvSpPr>
          <p:spPr>
            <a:xfrm>
              <a:off x="6691305" y="2375177"/>
              <a:ext cx="517864" cy="314378"/>
            </a:xfrm>
            <a:custGeom>
              <a:avLst/>
              <a:gdLst/>
              <a:ahLst/>
              <a:cxnLst/>
              <a:rect l="l" t="t" r="r" b="b"/>
              <a:pathLst>
                <a:path w="16158" h="9809" extrusionOk="0">
                  <a:moveTo>
                    <a:pt x="435" y="0"/>
                  </a:moveTo>
                  <a:lnTo>
                    <a:pt x="1" y="936"/>
                  </a:lnTo>
                  <a:lnTo>
                    <a:pt x="15573" y="9808"/>
                  </a:lnTo>
                  <a:lnTo>
                    <a:pt x="16158" y="8689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4"/>
            <p:cNvSpPr/>
            <p:nvPr/>
          </p:nvSpPr>
          <p:spPr>
            <a:xfrm>
              <a:off x="6680600" y="2313064"/>
              <a:ext cx="36986" cy="43941"/>
            </a:xfrm>
            <a:custGeom>
              <a:avLst/>
              <a:gdLst/>
              <a:ahLst/>
              <a:cxnLst/>
              <a:rect l="l" t="t" r="r" b="b"/>
              <a:pathLst>
                <a:path w="1154" h="1371" extrusionOk="0">
                  <a:moveTo>
                    <a:pt x="719" y="0"/>
                  </a:moveTo>
                  <a:lnTo>
                    <a:pt x="0" y="1103"/>
                  </a:lnTo>
                  <a:lnTo>
                    <a:pt x="502" y="1370"/>
                  </a:lnTo>
                  <a:lnTo>
                    <a:pt x="1153" y="267"/>
                  </a:lnTo>
                  <a:lnTo>
                    <a:pt x="7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4"/>
            <p:cNvSpPr/>
            <p:nvPr/>
          </p:nvSpPr>
          <p:spPr>
            <a:xfrm>
              <a:off x="7053855" y="2609719"/>
              <a:ext cx="124258" cy="553760"/>
            </a:xfrm>
            <a:custGeom>
              <a:avLst/>
              <a:gdLst/>
              <a:ahLst/>
              <a:cxnLst/>
              <a:rect l="l" t="t" r="r" b="b"/>
              <a:pathLst>
                <a:path w="3877" h="17278" extrusionOk="0">
                  <a:moveTo>
                    <a:pt x="3058" y="1"/>
                  </a:moveTo>
                  <a:lnTo>
                    <a:pt x="0" y="17277"/>
                  </a:lnTo>
                  <a:lnTo>
                    <a:pt x="0" y="17277"/>
                  </a:lnTo>
                  <a:lnTo>
                    <a:pt x="1237" y="17260"/>
                  </a:lnTo>
                  <a:lnTo>
                    <a:pt x="3877" y="468"/>
                  </a:lnTo>
                  <a:lnTo>
                    <a:pt x="30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4"/>
            <p:cNvSpPr/>
            <p:nvPr/>
          </p:nvSpPr>
          <p:spPr>
            <a:xfrm>
              <a:off x="6937641" y="3161075"/>
              <a:ext cx="268323" cy="58075"/>
            </a:xfrm>
            <a:custGeom>
              <a:avLst/>
              <a:gdLst/>
              <a:ahLst/>
              <a:cxnLst/>
              <a:rect l="l" t="t" r="r" b="b"/>
              <a:pathLst>
                <a:path w="8372" h="1812" extrusionOk="0">
                  <a:moveTo>
                    <a:pt x="4225" y="1"/>
                  </a:moveTo>
                  <a:cubicBezTo>
                    <a:pt x="1796" y="1"/>
                    <a:pt x="1" y="1812"/>
                    <a:pt x="1" y="1812"/>
                  </a:cubicBezTo>
                  <a:lnTo>
                    <a:pt x="8372" y="1795"/>
                  </a:lnTo>
                  <a:cubicBezTo>
                    <a:pt x="7369" y="709"/>
                    <a:pt x="5966" y="74"/>
                    <a:pt x="4478" y="7"/>
                  </a:cubicBezTo>
                  <a:cubicBezTo>
                    <a:pt x="4393" y="3"/>
                    <a:pt x="4309" y="1"/>
                    <a:pt x="42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4"/>
            <p:cNvSpPr/>
            <p:nvPr/>
          </p:nvSpPr>
          <p:spPr>
            <a:xfrm>
              <a:off x="6481922" y="2321109"/>
              <a:ext cx="288130" cy="271496"/>
            </a:xfrm>
            <a:custGeom>
              <a:avLst/>
              <a:gdLst/>
              <a:ahLst/>
              <a:cxnLst/>
              <a:rect l="l" t="t" r="r" b="b"/>
              <a:pathLst>
                <a:path w="8990" h="8471" extrusionOk="0">
                  <a:moveTo>
                    <a:pt x="4887" y="1"/>
                  </a:moveTo>
                  <a:cubicBezTo>
                    <a:pt x="3657" y="1"/>
                    <a:pt x="2458" y="632"/>
                    <a:pt x="1788" y="1771"/>
                  </a:cubicBezTo>
                  <a:lnTo>
                    <a:pt x="1" y="4879"/>
                  </a:lnTo>
                  <a:lnTo>
                    <a:pt x="6216" y="8471"/>
                  </a:lnTo>
                  <a:lnTo>
                    <a:pt x="8021" y="5363"/>
                  </a:lnTo>
                  <a:cubicBezTo>
                    <a:pt x="8990" y="3642"/>
                    <a:pt x="8388" y="1470"/>
                    <a:pt x="6684" y="484"/>
                  </a:cubicBezTo>
                  <a:cubicBezTo>
                    <a:pt x="6118" y="157"/>
                    <a:pt x="5499" y="1"/>
                    <a:pt x="48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3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329" name="Google Shape;1329;p36"/>
          <p:cNvSpPr txBox="1">
            <a:spLocks noGrp="1"/>
          </p:cNvSpPr>
          <p:nvPr>
            <p:ph type="subTitle" idx="1"/>
          </p:nvPr>
        </p:nvSpPr>
        <p:spPr>
          <a:xfrm>
            <a:off x="2428325" y="1665600"/>
            <a:ext cx="2242800" cy="3726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331" name="Google Shape;1331;p36"/>
          <p:cNvSpPr txBox="1">
            <a:spLocks noGrp="1"/>
          </p:cNvSpPr>
          <p:nvPr>
            <p:ph type="subTitle" idx="3"/>
          </p:nvPr>
        </p:nvSpPr>
        <p:spPr>
          <a:xfrm>
            <a:off x="2428325" y="2696550"/>
            <a:ext cx="2353500" cy="4086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Analysis</a:t>
            </a:r>
            <a:endParaRPr dirty="0"/>
          </a:p>
        </p:txBody>
      </p:sp>
      <p:sp>
        <p:nvSpPr>
          <p:cNvPr id="1333" name="Google Shape;1333;p36"/>
          <p:cNvSpPr txBox="1">
            <a:spLocks noGrp="1"/>
          </p:cNvSpPr>
          <p:nvPr>
            <p:ph type="subTitle" idx="5"/>
          </p:nvPr>
        </p:nvSpPr>
        <p:spPr>
          <a:xfrm>
            <a:off x="2428321" y="3727550"/>
            <a:ext cx="2044800" cy="4455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Modeling</a:t>
            </a:r>
            <a:endParaRPr dirty="0"/>
          </a:p>
        </p:txBody>
      </p:sp>
      <p:sp>
        <p:nvSpPr>
          <p:cNvPr id="1335" name="Google Shape;1335;p36"/>
          <p:cNvSpPr txBox="1">
            <a:spLocks noGrp="1"/>
          </p:cNvSpPr>
          <p:nvPr>
            <p:ph type="subTitle" idx="7"/>
          </p:nvPr>
        </p:nvSpPr>
        <p:spPr>
          <a:xfrm>
            <a:off x="4710161" y="1665600"/>
            <a:ext cx="2005614" cy="4086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Evaluation</a:t>
            </a:r>
            <a:endParaRPr dirty="0"/>
          </a:p>
        </p:txBody>
      </p:sp>
      <p:sp>
        <p:nvSpPr>
          <p:cNvPr id="1339" name="Google Shape;1339;p36"/>
          <p:cNvSpPr txBox="1">
            <a:spLocks noGrp="1"/>
          </p:cNvSpPr>
          <p:nvPr>
            <p:ph type="subTitle" idx="9"/>
          </p:nvPr>
        </p:nvSpPr>
        <p:spPr>
          <a:xfrm>
            <a:off x="4670975" y="2696549"/>
            <a:ext cx="2044800" cy="4086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Improvements</a:t>
            </a:r>
            <a:endParaRPr dirty="0"/>
          </a:p>
        </p:txBody>
      </p:sp>
      <p:sp>
        <p:nvSpPr>
          <p:cNvPr id="1341" name="Google Shape;1341;p36"/>
          <p:cNvSpPr txBox="1">
            <a:spLocks noGrp="1"/>
          </p:cNvSpPr>
          <p:nvPr>
            <p:ph type="title" idx="16"/>
          </p:nvPr>
        </p:nvSpPr>
        <p:spPr>
          <a:xfrm>
            <a:off x="1768450" y="1607350"/>
            <a:ext cx="660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342" name="Google Shape;1342;p36"/>
          <p:cNvSpPr txBox="1">
            <a:spLocks noGrp="1"/>
          </p:cNvSpPr>
          <p:nvPr>
            <p:ph type="title" idx="17"/>
          </p:nvPr>
        </p:nvSpPr>
        <p:spPr>
          <a:xfrm>
            <a:off x="1768325" y="2638350"/>
            <a:ext cx="660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343" name="Google Shape;1343;p36"/>
          <p:cNvSpPr txBox="1">
            <a:spLocks noGrp="1"/>
          </p:cNvSpPr>
          <p:nvPr>
            <p:ph type="title" idx="18"/>
          </p:nvPr>
        </p:nvSpPr>
        <p:spPr>
          <a:xfrm>
            <a:off x="1768425" y="3669350"/>
            <a:ext cx="660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344" name="Google Shape;1344;p36"/>
          <p:cNvSpPr txBox="1">
            <a:spLocks noGrp="1"/>
          </p:cNvSpPr>
          <p:nvPr>
            <p:ph type="title" idx="19"/>
          </p:nvPr>
        </p:nvSpPr>
        <p:spPr>
          <a:xfrm flipH="1">
            <a:off x="6715925" y="1607275"/>
            <a:ext cx="660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345" name="Google Shape;1345;p36"/>
          <p:cNvSpPr txBox="1">
            <a:spLocks noGrp="1"/>
          </p:cNvSpPr>
          <p:nvPr>
            <p:ph type="title" idx="20"/>
          </p:nvPr>
        </p:nvSpPr>
        <p:spPr>
          <a:xfrm flipH="1">
            <a:off x="6715775" y="2638349"/>
            <a:ext cx="660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1347" name="Google Shape;1347;p36"/>
          <p:cNvGrpSpPr/>
          <p:nvPr/>
        </p:nvGrpSpPr>
        <p:grpSpPr>
          <a:xfrm>
            <a:off x="6776267" y="1531164"/>
            <a:ext cx="1774160" cy="3142919"/>
            <a:chOff x="6795211" y="1526652"/>
            <a:chExt cx="1774160" cy="3142919"/>
          </a:xfrm>
        </p:grpSpPr>
        <p:sp>
          <p:nvSpPr>
            <p:cNvPr id="1348" name="Google Shape;1348;p36"/>
            <p:cNvSpPr/>
            <p:nvPr/>
          </p:nvSpPr>
          <p:spPr>
            <a:xfrm>
              <a:off x="7309838" y="1526652"/>
              <a:ext cx="1259533" cy="3142919"/>
            </a:xfrm>
            <a:custGeom>
              <a:avLst/>
              <a:gdLst/>
              <a:ahLst/>
              <a:cxnLst/>
              <a:rect l="l" t="t" r="r" b="b"/>
              <a:pathLst>
                <a:path w="39299" h="98063" extrusionOk="0">
                  <a:moveTo>
                    <a:pt x="886" y="0"/>
                  </a:moveTo>
                  <a:lnTo>
                    <a:pt x="0" y="98063"/>
                  </a:lnTo>
                  <a:lnTo>
                    <a:pt x="39265" y="98063"/>
                  </a:lnTo>
                  <a:lnTo>
                    <a:pt x="39299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6"/>
            <p:cNvSpPr/>
            <p:nvPr/>
          </p:nvSpPr>
          <p:spPr>
            <a:xfrm>
              <a:off x="8004906" y="1526652"/>
              <a:ext cx="564465" cy="3142919"/>
            </a:xfrm>
            <a:custGeom>
              <a:avLst/>
              <a:gdLst/>
              <a:ahLst/>
              <a:cxnLst/>
              <a:rect l="l" t="t" r="r" b="b"/>
              <a:pathLst>
                <a:path w="17612" h="98063" extrusionOk="0">
                  <a:moveTo>
                    <a:pt x="352" y="0"/>
                  </a:moveTo>
                  <a:lnTo>
                    <a:pt x="1" y="98063"/>
                  </a:lnTo>
                  <a:lnTo>
                    <a:pt x="17578" y="98063"/>
                  </a:lnTo>
                  <a:lnTo>
                    <a:pt x="1761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6"/>
            <p:cNvSpPr/>
            <p:nvPr/>
          </p:nvSpPr>
          <p:spPr>
            <a:xfrm>
              <a:off x="7377848" y="1553414"/>
              <a:ext cx="596034" cy="424150"/>
            </a:xfrm>
            <a:custGeom>
              <a:avLst/>
              <a:gdLst/>
              <a:ahLst/>
              <a:cxnLst/>
              <a:rect l="l" t="t" r="r" b="b"/>
              <a:pathLst>
                <a:path w="18597" h="13234" extrusionOk="0">
                  <a:moveTo>
                    <a:pt x="0" y="1"/>
                  </a:moveTo>
                  <a:lnTo>
                    <a:pt x="0" y="13234"/>
                  </a:lnTo>
                  <a:lnTo>
                    <a:pt x="18597" y="13234"/>
                  </a:lnTo>
                  <a:lnTo>
                    <a:pt x="1859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6"/>
            <p:cNvSpPr/>
            <p:nvPr/>
          </p:nvSpPr>
          <p:spPr>
            <a:xfrm>
              <a:off x="7583481" y="1648730"/>
              <a:ext cx="182076" cy="71792"/>
            </a:xfrm>
            <a:custGeom>
              <a:avLst/>
              <a:gdLst/>
              <a:ahLst/>
              <a:cxnLst/>
              <a:rect l="l" t="t" r="r" b="b"/>
              <a:pathLst>
                <a:path w="5681" h="2240" extrusionOk="0">
                  <a:moveTo>
                    <a:pt x="5681" y="1"/>
                  </a:moveTo>
                  <a:lnTo>
                    <a:pt x="0" y="185"/>
                  </a:lnTo>
                  <a:lnTo>
                    <a:pt x="0" y="2240"/>
                  </a:lnTo>
                  <a:lnTo>
                    <a:pt x="5681" y="2240"/>
                  </a:lnTo>
                  <a:lnTo>
                    <a:pt x="568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6"/>
            <p:cNvSpPr/>
            <p:nvPr/>
          </p:nvSpPr>
          <p:spPr>
            <a:xfrm>
              <a:off x="7583481" y="1775648"/>
              <a:ext cx="187973" cy="27339"/>
            </a:xfrm>
            <a:custGeom>
              <a:avLst/>
              <a:gdLst/>
              <a:ahLst/>
              <a:cxnLst/>
              <a:rect l="l" t="t" r="r" b="b"/>
              <a:pathLst>
                <a:path w="5865" h="853" extrusionOk="0">
                  <a:moveTo>
                    <a:pt x="0" y="1"/>
                  </a:moveTo>
                  <a:lnTo>
                    <a:pt x="0" y="853"/>
                  </a:lnTo>
                  <a:lnTo>
                    <a:pt x="5865" y="853"/>
                  </a:lnTo>
                  <a:lnTo>
                    <a:pt x="586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6"/>
            <p:cNvSpPr/>
            <p:nvPr/>
          </p:nvSpPr>
          <p:spPr>
            <a:xfrm>
              <a:off x="6795211" y="2034292"/>
              <a:ext cx="596034" cy="445046"/>
            </a:xfrm>
            <a:custGeom>
              <a:avLst/>
              <a:gdLst/>
              <a:ahLst/>
              <a:cxnLst/>
              <a:rect l="l" t="t" r="r" b="b"/>
              <a:pathLst>
                <a:path w="18597" h="13886" extrusionOk="0">
                  <a:moveTo>
                    <a:pt x="0" y="1"/>
                  </a:moveTo>
                  <a:lnTo>
                    <a:pt x="0" y="13886"/>
                  </a:lnTo>
                  <a:lnTo>
                    <a:pt x="18597" y="13886"/>
                  </a:lnTo>
                  <a:lnTo>
                    <a:pt x="18597" y="6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6"/>
            <p:cNvSpPr/>
            <p:nvPr/>
          </p:nvSpPr>
          <p:spPr>
            <a:xfrm>
              <a:off x="7000844" y="2151050"/>
              <a:ext cx="182621" cy="71792"/>
            </a:xfrm>
            <a:custGeom>
              <a:avLst/>
              <a:gdLst/>
              <a:ahLst/>
              <a:cxnLst/>
              <a:rect l="l" t="t" r="r" b="b"/>
              <a:pathLst>
                <a:path w="5698" h="2240" extrusionOk="0">
                  <a:moveTo>
                    <a:pt x="5698" y="0"/>
                  </a:moveTo>
                  <a:lnTo>
                    <a:pt x="0" y="184"/>
                  </a:lnTo>
                  <a:lnTo>
                    <a:pt x="0" y="2239"/>
                  </a:lnTo>
                  <a:lnTo>
                    <a:pt x="5698" y="2239"/>
                  </a:lnTo>
                  <a:lnTo>
                    <a:pt x="569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6"/>
            <p:cNvSpPr/>
            <p:nvPr/>
          </p:nvSpPr>
          <p:spPr>
            <a:xfrm>
              <a:off x="7000844" y="2277968"/>
              <a:ext cx="188518" cy="26794"/>
            </a:xfrm>
            <a:custGeom>
              <a:avLst/>
              <a:gdLst/>
              <a:ahLst/>
              <a:cxnLst/>
              <a:rect l="l" t="t" r="r" b="b"/>
              <a:pathLst>
                <a:path w="5882" h="836" extrusionOk="0">
                  <a:moveTo>
                    <a:pt x="0" y="0"/>
                  </a:moveTo>
                  <a:lnTo>
                    <a:pt x="0" y="836"/>
                  </a:lnTo>
                  <a:lnTo>
                    <a:pt x="5882" y="836"/>
                  </a:lnTo>
                  <a:lnTo>
                    <a:pt x="588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6"/>
            <p:cNvSpPr/>
            <p:nvPr/>
          </p:nvSpPr>
          <p:spPr>
            <a:xfrm>
              <a:off x="7377848" y="3594229"/>
              <a:ext cx="596034" cy="445591"/>
            </a:xfrm>
            <a:custGeom>
              <a:avLst/>
              <a:gdLst/>
              <a:ahLst/>
              <a:cxnLst/>
              <a:rect l="l" t="t" r="r" b="b"/>
              <a:pathLst>
                <a:path w="18597" h="13903" extrusionOk="0">
                  <a:moveTo>
                    <a:pt x="0" y="1"/>
                  </a:moveTo>
                  <a:lnTo>
                    <a:pt x="0" y="13902"/>
                  </a:lnTo>
                  <a:lnTo>
                    <a:pt x="18597" y="13902"/>
                  </a:lnTo>
                  <a:lnTo>
                    <a:pt x="18597" y="6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6"/>
            <p:cNvSpPr/>
            <p:nvPr/>
          </p:nvSpPr>
          <p:spPr>
            <a:xfrm>
              <a:off x="7583481" y="3710987"/>
              <a:ext cx="182076" cy="71792"/>
            </a:xfrm>
            <a:custGeom>
              <a:avLst/>
              <a:gdLst/>
              <a:ahLst/>
              <a:cxnLst/>
              <a:rect l="l" t="t" r="r" b="b"/>
              <a:pathLst>
                <a:path w="5681" h="2240" extrusionOk="0">
                  <a:moveTo>
                    <a:pt x="5681" y="0"/>
                  </a:moveTo>
                  <a:lnTo>
                    <a:pt x="0" y="184"/>
                  </a:lnTo>
                  <a:lnTo>
                    <a:pt x="0" y="2239"/>
                  </a:lnTo>
                  <a:lnTo>
                    <a:pt x="5681" y="2239"/>
                  </a:lnTo>
                  <a:lnTo>
                    <a:pt x="568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6"/>
            <p:cNvSpPr/>
            <p:nvPr/>
          </p:nvSpPr>
          <p:spPr>
            <a:xfrm>
              <a:off x="7583481" y="3837905"/>
              <a:ext cx="187973" cy="26794"/>
            </a:xfrm>
            <a:custGeom>
              <a:avLst/>
              <a:gdLst/>
              <a:ahLst/>
              <a:cxnLst/>
              <a:rect l="l" t="t" r="r" b="b"/>
              <a:pathLst>
                <a:path w="5865" h="836" extrusionOk="0">
                  <a:moveTo>
                    <a:pt x="0" y="0"/>
                  </a:moveTo>
                  <a:lnTo>
                    <a:pt x="0" y="836"/>
                  </a:lnTo>
                  <a:lnTo>
                    <a:pt x="5865" y="836"/>
                  </a:lnTo>
                  <a:lnTo>
                    <a:pt x="586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6"/>
            <p:cNvSpPr/>
            <p:nvPr/>
          </p:nvSpPr>
          <p:spPr>
            <a:xfrm>
              <a:off x="7369804" y="2567668"/>
              <a:ext cx="596066" cy="445046"/>
            </a:xfrm>
            <a:custGeom>
              <a:avLst/>
              <a:gdLst/>
              <a:ahLst/>
              <a:cxnLst/>
              <a:rect l="l" t="t" r="r" b="b"/>
              <a:pathLst>
                <a:path w="18598" h="13886" extrusionOk="0">
                  <a:moveTo>
                    <a:pt x="0" y="1"/>
                  </a:moveTo>
                  <a:lnTo>
                    <a:pt x="0" y="13885"/>
                  </a:lnTo>
                  <a:lnTo>
                    <a:pt x="18597" y="13885"/>
                  </a:lnTo>
                  <a:lnTo>
                    <a:pt x="1859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6"/>
            <p:cNvSpPr/>
            <p:nvPr/>
          </p:nvSpPr>
          <p:spPr>
            <a:xfrm>
              <a:off x="7579731" y="2762596"/>
              <a:ext cx="171371" cy="67497"/>
            </a:xfrm>
            <a:custGeom>
              <a:avLst/>
              <a:gdLst/>
              <a:ahLst/>
              <a:cxnLst/>
              <a:rect l="l" t="t" r="r" b="b"/>
              <a:pathLst>
                <a:path w="5347" h="2106" extrusionOk="0">
                  <a:moveTo>
                    <a:pt x="5347" y="1"/>
                  </a:moveTo>
                  <a:lnTo>
                    <a:pt x="0" y="168"/>
                  </a:lnTo>
                  <a:lnTo>
                    <a:pt x="0" y="2106"/>
                  </a:lnTo>
                  <a:lnTo>
                    <a:pt x="5347" y="2106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6"/>
            <p:cNvSpPr/>
            <p:nvPr/>
          </p:nvSpPr>
          <p:spPr>
            <a:xfrm>
              <a:off x="7579731" y="2882014"/>
              <a:ext cx="176724" cy="25191"/>
            </a:xfrm>
            <a:custGeom>
              <a:avLst/>
              <a:gdLst/>
              <a:ahLst/>
              <a:cxnLst/>
              <a:rect l="l" t="t" r="r" b="b"/>
              <a:pathLst>
                <a:path w="5514" h="786" extrusionOk="0">
                  <a:moveTo>
                    <a:pt x="0" y="1"/>
                  </a:moveTo>
                  <a:lnTo>
                    <a:pt x="0" y="786"/>
                  </a:lnTo>
                  <a:lnTo>
                    <a:pt x="5514" y="786"/>
                  </a:lnTo>
                  <a:lnTo>
                    <a:pt x="551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6"/>
            <p:cNvSpPr/>
            <p:nvPr/>
          </p:nvSpPr>
          <p:spPr>
            <a:xfrm>
              <a:off x="7391213" y="2062143"/>
              <a:ext cx="582124" cy="415047"/>
            </a:xfrm>
            <a:custGeom>
              <a:avLst/>
              <a:gdLst/>
              <a:ahLst/>
              <a:cxnLst/>
              <a:rect l="l" t="t" r="r" b="b"/>
              <a:pathLst>
                <a:path w="18163" h="12950" extrusionOk="0">
                  <a:moveTo>
                    <a:pt x="1" y="1"/>
                  </a:moveTo>
                  <a:lnTo>
                    <a:pt x="1" y="12950"/>
                  </a:lnTo>
                  <a:lnTo>
                    <a:pt x="18163" y="12950"/>
                  </a:lnTo>
                  <a:lnTo>
                    <a:pt x="181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6"/>
            <p:cNvSpPr/>
            <p:nvPr/>
          </p:nvSpPr>
          <p:spPr>
            <a:xfrm>
              <a:off x="6795211" y="3078545"/>
              <a:ext cx="596034" cy="445046"/>
            </a:xfrm>
            <a:custGeom>
              <a:avLst/>
              <a:gdLst/>
              <a:ahLst/>
              <a:cxnLst/>
              <a:rect l="l" t="t" r="r" b="b"/>
              <a:pathLst>
                <a:path w="18597" h="13886" extrusionOk="0">
                  <a:moveTo>
                    <a:pt x="0" y="1"/>
                  </a:moveTo>
                  <a:lnTo>
                    <a:pt x="0" y="13885"/>
                  </a:lnTo>
                  <a:lnTo>
                    <a:pt x="18597" y="13885"/>
                  </a:lnTo>
                  <a:lnTo>
                    <a:pt x="18597" y="6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6"/>
            <p:cNvSpPr/>
            <p:nvPr/>
          </p:nvSpPr>
          <p:spPr>
            <a:xfrm>
              <a:off x="7000844" y="3195303"/>
              <a:ext cx="182621" cy="71760"/>
            </a:xfrm>
            <a:custGeom>
              <a:avLst/>
              <a:gdLst/>
              <a:ahLst/>
              <a:cxnLst/>
              <a:rect l="l" t="t" r="r" b="b"/>
              <a:pathLst>
                <a:path w="5698" h="2239" extrusionOk="0">
                  <a:moveTo>
                    <a:pt x="5698" y="0"/>
                  </a:moveTo>
                  <a:lnTo>
                    <a:pt x="0" y="184"/>
                  </a:lnTo>
                  <a:lnTo>
                    <a:pt x="0" y="2239"/>
                  </a:lnTo>
                  <a:lnTo>
                    <a:pt x="5698" y="2239"/>
                  </a:lnTo>
                  <a:lnTo>
                    <a:pt x="569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6"/>
            <p:cNvSpPr/>
            <p:nvPr/>
          </p:nvSpPr>
          <p:spPr>
            <a:xfrm>
              <a:off x="7000844" y="3322189"/>
              <a:ext cx="188518" cy="26826"/>
            </a:xfrm>
            <a:custGeom>
              <a:avLst/>
              <a:gdLst/>
              <a:ahLst/>
              <a:cxnLst/>
              <a:rect l="l" t="t" r="r" b="b"/>
              <a:pathLst>
                <a:path w="5882" h="837" extrusionOk="0">
                  <a:moveTo>
                    <a:pt x="0" y="1"/>
                  </a:moveTo>
                  <a:lnTo>
                    <a:pt x="0" y="836"/>
                  </a:lnTo>
                  <a:lnTo>
                    <a:pt x="5882" y="836"/>
                  </a:lnTo>
                  <a:lnTo>
                    <a:pt x="588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6"/>
            <p:cNvSpPr/>
            <p:nvPr/>
          </p:nvSpPr>
          <p:spPr>
            <a:xfrm>
              <a:off x="7391213" y="3106396"/>
              <a:ext cx="582124" cy="415048"/>
            </a:xfrm>
            <a:custGeom>
              <a:avLst/>
              <a:gdLst/>
              <a:ahLst/>
              <a:cxnLst/>
              <a:rect l="l" t="t" r="r" b="b"/>
              <a:pathLst>
                <a:path w="18163" h="12950" extrusionOk="0">
                  <a:moveTo>
                    <a:pt x="1" y="0"/>
                  </a:moveTo>
                  <a:lnTo>
                    <a:pt x="1" y="12950"/>
                  </a:lnTo>
                  <a:lnTo>
                    <a:pt x="18163" y="12950"/>
                  </a:lnTo>
                  <a:lnTo>
                    <a:pt x="181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6"/>
            <p:cNvSpPr/>
            <p:nvPr/>
          </p:nvSpPr>
          <p:spPr>
            <a:xfrm>
              <a:off x="6795211" y="4109401"/>
              <a:ext cx="596034" cy="445046"/>
            </a:xfrm>
            <a:custGeom>
              <a:avLst/>
              <a:gdLst/>
              <a:ahLst/>
              <a:cxnLst/>
              <a:rect l="l" t="t" r="r" b="b"/>
              <a:pathLst>
                <a:path w="18597" h="13886" extrusionOk="0">
                  <a:moveTo>
                    <a:pt x="0" y="0"/>
                  </a:moveTo>
                  <a:lnTo>
                    <a:pt x="0" y="13885"/>
                  </a:lnTo>
                  <a:lnTo>
                    <a:pt x="18597" y="13885"/>
                  </a:lnTo>
                  <a:lnTo>
                    <a:pt x="18597" y="6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6"/>
            <p:cNvSpPr/>
            <p:nvPr/>
          </p:nvSpPr>
          <p:spPr>
            <a:xfrm>
              <a:off x="7000844" y="4226127"/>
              <a:ext cx="182621" cy="71792"/>
            </a:xfrm>
            <a:custGeom>
              <a:avLst/>
              <a:gdLst/>
              <a:ahLst/>
              <a:cxnLst/>
              <a:rect l="l" t="t" r="r" b="b"/>
              <a:pathLst>
                <a:path w="5698" h="2240" extrusionOk="0">
                  <a:moveTo>
                    <a:pt x="5698" y="1"/>
                  </a:moveTo>
                  <a:lnTo>
                    <a:pt x="0" y="185"/>
                  </a:lnTo>
                  <a:lnTo>
                    <a:pt x="0" y="2240"/>
                  </a:lnTo>
                  <a:lnTo>
                    <a:pt x="5698" y="2240"/>
                  </a:lnTo>
                  <a:lnTo>
                    <a:pt x="569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6"/>
            <p:cNvSpPr/>
            <p:nvPr/>
          </p:nvSpPr>
          <p:spPr>
            <a:xfrm>
              <a:off x="7000844" y="4353045"/>
              <a:ext cx="188518" cy="26826"/>
            </a:xfrm>
            <a:custGeom>
              <a:avLst/>
              <a:gdLst/>
              <a:ahLst/>
              <a:cxnLst/>
              <a:rect l="l" t="t" r="r" b="b"/>
              <a:pathLst>
                <a:path w="5882" h="837" extrusionOk="0">
                  <a:moveTo>
                    <a:pt x="0" y="1"/>
                  </a:moveTo>
                  <a:lnTo>
                    <a:pt x="0" y="836"/>
                  </a:lnTo>
                  <a:lnTo>
                    <a:pt x="5882" y="836"/>
                  </a:lnTo>
                  <a:lnTo>
                    <a:pt x="588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6"/>
            <p:cNvSpPr/>
            <p:nvPr/>
          </p:nvSpPr>
          <p:spPr>
            <a:xfrm>
              <a:off x="7391213" y="4137252"/>
              <a:ext cx="582124" cy="415047"/>
            </a:xfrm>
            <a:custGeom>
              <a:avLst/>
              <a:gdLst/>
              <a:ahLst/>
              <a:cxnLst/>
              <a:rect l="l" t="t" r="r" b="b"/>
              <a:pathLst>
                <a:path w="18163" h="12950" extrusionOk="0">
                  <a:moveTo>
                    <a:pt x="1" y="0"/>
                  </a:moveTo>
                  <a:lnTo>
                    <a:pt x="1" y="12949"/>
                  </a:lnTo>
                  <a:lnTo>
                    <a:pt x="18163" y="12949"/>
                  </a:lnTo>
                  <a:lnTo>
                    <a:pt x="181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1" name="Google Shape;1371;p36"/>
          <p:cNvGrpSpPr/>
          <p:nvPr/>
        </p:nvGrpSpPr>
        <p:grpSpPr>
          <a:xfrm>
            <a:off x="563450" y="1531138"/>
            <a:ext cx="1774192" cy="3142951"/>
            <a:chOff x="575781" y="1520210"/>
            <a:chExt cx="1774192" cy="3142951"/>
          </a:xfrm>
        </p:grpSpPr>
        <p:sp>
          <p:nvSpPr>
            <p:cNvPr id="1372" name="Google Shape;1372;p36"/>
            <p:cNvSpPr/>
            <p:nvPr/>
          </p:nvSpPr>
          <p:spPr>
            <a:xfrm>
              <a:off x="575781" y="1520210"/>
              <a:ext cx="1259020" cy="3142951"/>
            </a:xfrm>
            <a:custGeom>
              <a:avLst/>
              <a:gdLst/>
              <a:ahLst/>
              <a:cxnLst/>
              <a:rect l="l" t="t" r="r" b="b"/>
              <a:pathLst>
                <a:path w="39283" h="98064" extrusionOk="0">
                  <a:moveTo>
                    <a:pt x="1" y="1"/>
                  </a:moveTo>
                  <a:lnTo>
                    <a:pt x="34" y="98063"/>
                  </a:lnTo>
                  <a:lnTo>
                    <a:pt x="39283" y="98063"/>
                  </a:lnTo>
                  <a:lnTo>
                    <a:pt x="3841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6"/>
            <p:cNvSpPr/>
            <p:nvPr/>
          </p:nvSpPr>
          <p:spPr>
            <a:xfrm>
              <a:off x="575781" y="1520210"/>
              <a:ext cx="564465" cy="3142951"/>
            </a:xfrm>
            <a:custGeom>
              <a:avLst/>
              <a:gdLst/>
              <a:ahLst/>
              <a:cxnLst/>
              <a:rect l="l" t="t" r="r" b="b"/>
              <a:pathLst>
                <a:path w="17612" h="98064" extrusionOk="0">
                  <a:moveTo>
                    <a:pt x="1" y="1"/>
                  </a:moveTo>
                  <a:lnTo>
                    <a:pt x="34" y="98063"/>
                  </a:lnTo>
                  <a:lnTo>
                    <a:pt x="17612" y="98063"/>
                  </a:lnTo>
                  <a:lnTo>
                    <a:pt x="1726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6"/>
            <p:cNvSpPr/>
            <p:nvPr/>
          </p:nvSpPr>
          <p:spPr>
            <a:xfrm>
              <a:off x="1171270" y="1546459"/>
              <a:ext cx="596066" cy="424695"/>
            </a:xfrm>
            <a:custGeom>
              <a:avLst/>
              <a:gdLst/>
              <a:ahLst/>
              <a:cxnLst/>
              <a:rect l="l" t="t" r="r" b="b"/>
              <a:pathLst>
                <a:path w="18598" h="13251" extrusionOk="0">
                  <a:moveTo>
                    <a:pt x="1" y="0"/>
                  </a:moveTo>
                  <a:lnTo>
                    <a:pt x="1" y="13250"/>
                  </a:lnTo>
                  <a:lnTo>
                    <a:pt x="18597" y="13250"/>
                  </a:lnTo>
                  <a:lnTo>
                    <a:pt x="18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6"/>
            <p:cNvSpPr/>
            <p:nvPr/>
          </p:nvSpPr>
          <p:spPr>
            <a:xfrm>
              <a:off x="1379595" y="1642320"/>
              <a:ext cx="182108" cy="71792"/>
            </a:xfrm>
            <a:custGeom>
              <a:avLst/>
              <a:gdLst/>
              <a:ahLst/>
              <a:cxnLst/>
              <a:rect l="l" t="t" r="r" b="b"/>
              <a:pathLst>
                <a:path w="5682" h="2240" extrusionOk="0">
                  <a:moveTo>
                    <a:pt x="0" y="0"/>
                  </a:moveTo>
                  <a:lnTo>
                    <a:pt x="0" y="2239"/>
                  </a:lnTo>
                  <a:lnTo>
                    <a:pt x="5681" y="2239"/>
                  </a:lnTo>
                  <a:lnTo>
                    <a:pt x="5681" y="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6"/>
            <p:cNvSpPr/>
            <p:nvPr/>
          </p:nvSpPr>
          <p:spPr>
            <a:xfrm>
              <a:off x="1373697" y="1769238"/>
              <a:ext cx="188005" cy="26794"/>
            </a:xfrm>
            <a:custGeom>
              <a:avLst/>
              <a:gdLst/>
              <a:ahLst/>
              <a:cxnLst/>
              <a:rect l="l" t="t" r="r" b="b"/>
              <a:pathLst>
                <a:path w="5866" h="836" extrusionOk="0">
                  <a:moveTo>
                    <a:pt x="0" y="0"/>
                  </a:moveTo>
                  <a:lnTo>
                    <a:pt x="0" y="836"/>
                  </a:lnTo>
                  <a:lnTo>
                    <a:pt x="5865" y="836"/>
                  </a:lnTo>
                  <a:lnTo>
                    <a:pt x="586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6"/>
            <p:cNvSpPr/>
            <p:nvPr/>
          </p:nvSpPr>
          <p:spPr>
            <a:xfrm>
              <a:off x="1753906" y="2027337"/>
              <a:ext cx="596066" cy="445591"/>
            </a:xfrm>
            <a:custGeom>
              <a:avLst/>
              <a:gdLst/>
              <a:ahLst/>
              <a:cxnLst/>
              <a:rect l="l" t="t" r="r" b="b"/>
              <a:pathLst>
                <a:path w="18598" h="13903" extrusionOk="0">
                  <a:moveTo>
                    <a:pt x="18597" y="1"/>
                  </a:moveTo>
                  <a:lnTo>
                    <a:pt x="1" y="669"/>
                  </a:lnTo>
                  <a:lnTo>
                    <a:pt x="1" y="13902"/>
                  </a:lnTo>
                  <a:lnTo>
                    <a:pt x="18597" y="13902"/>
                  </a:lnTo>
                  <a:lnTo>
                    <a:pt x="1859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6"/>
            <p:cNvSpPr/>
            <p:nvPr/>
          </p:nvSpPr>
          <p:spPr>
            <a:xfrm>
              <a:off x="1961687" y="2144095"/>
              <a:ext cx="182653" cy="71792"/>
            </a:xfrm>
            <a:custGeom>
              <a:avLst/>
              <a:gdLst/>
              <a:ahLst/>
              <a:cxnLst/>
              <a:rect l="l" t="t" r="r" b="b"/>
              <a:pathLst>
                <a:path w="5699" h="2240" extrusionOk="0">
                  <a:moveTo>
                    <a:pt x="1" y="0"/>
                  </a:moveTo>
                  <a:lnTo>
                    <a:pt x="1" y="2239"/>
                  </a:lnTo>
                  <a:lnTo>
                    <a:pt x="5698" y="2239"/>
                  </a:lnTo>
                  <a:lnTo>
                    <a:pt x="5698" y="1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6"/>
            <p:cNvSpPr/>
            <p:nvPr/>
          </p:nvSpPr>
          <p:spPr>
            <a:xfrm>
              <a:off x="1955789" y="2271013"/>
              <a:ext cx="188550" cy="27339"/>
            </a:xfrm>
            <a:custGeom>
              <a:avLst/>
              <a:gdLst/>
              <a:ahLst/>
              <a:cxnLst/>
              <a:rect l="l" t="t" r="r" b="b"/>
              <a:pathLst>
                <a:path w="5883" h="853" extrusionOk="0">
                  <a:moveTo>
                    <a:pt x="1" y="0"/>
                  </a:moveTo>
                  <a:lnTo>
                    <a:pt x="1" y="852"/>
                  </a:lnTo>
                  <a:lnTo>
                    <a:pt x="5882" y="852"/>
                  </a:lnTo>
                  <a:lnTo>
                    <a:pt x="588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6"/>
            <p:cNvSpPr/>
            <p:nvPr/>
          </p:nvSpPr>
          <p:spPr>
            <a:xfrm>
              <a:off x="1171270" y="3587819"/>
              <a:ext cx="596066" cy="445046"/>
            </a:xfrm>
            <a:custGeom>
              <a:avLst/>
              <a:gdLst/>
              <a:ahLst/>
              <a:cxnLst/>
              <a:rect l="l" t="t" r="r" b="b"/>
              <a:pathLst>
                <a:path w="18598" h="13886" extrusionOk="0">
                  <a:moveTo>
                    <a:pt x="18597" y="0"/>
                  </a:moveTo>
                  <a:lnTo>
                    <a:pt x="1" y="652"/>
                  </a:lnTo>
                  <a:lnTo>
                    <a:pt x="1" y="13885"/>
                  </a:lnTo>
                  <a:lnTo>
                    <a:pt x="18597" y="13885"/>
                  </a:lnTo>
                  <a:lnTo>
                    <a:pt x="18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6"/>
            <p:cNvSpPr/>
            <p:nvPr/>
          </p:nvSpPr>
          <p:spPr>
            <a:xfrm>
              <a:off x="1379595" y="3704033"/>
              <a:ext cx="182108" cy="71792"/>
            </a:xfrm>
            <a:custGeom>
              <a:avLst/>
              <a:gdLst/>
              <a:ahLst/>
              <a:cxnLst/>
              <a:rect l="l" t="t" r="r" b="b"/>
              <a:pathLst>
                <a:path w="5682" h="2240" extrusionOk="0">
                  <a:moveTo>
                    <a:pt x="0" y="0"/>
                  </a:moveTo>
                  <a:lnTo>
                    <a:pt x="0" y="2239"/>
                  </a:lnTo>
                  <a:lnTo>
                    <a:pt x="5681" y="2239"/>
                  </a:lnTo>
                  <a:lnTo>
                    <a:pt x="5681" y="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6"/>
            <p:cNvSpPr/>
            <p:nvPr/>
          </p:nvSpPr>
          <p:spPr>
            <a:xfrm>
              <a:off x="1373697" y="3831463"/>
              <a:ext cx="188005" cy="26826"/>
            </a:xfrm>
            <a:custGeom>
              <a:avLst/>
              <a:gdLst/>
              <a:ahLst/>
              <a:cxnLst/>
              <a:rect l="l" t="t" r="r" b="b"/>
              <a:pathLst>
                <a:path w="5866" h="837" extrusionOk="0">
                  <a:moveTo>
                    <a:pt x="0" y="1"/>
                  </a:moveTo>
                  <a:lnTo>
                    <a:pt x="0" y="836"/>
                  </a:lnTo>
                  <a:lnTo>
                    <a:pt x="5865" y="836"/>
                  </a:lnTo>
                  <a:lnTo>
                    <a:pt x="586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6"/>
            <p:cNvSpPr/>
            <p:nvPr/>
          </p:nvSpPr>
          <p:spPr>
            <a:xfrm>
              <a:off x="1179314" y="2560713"/>
              <a:ext cx="595521" cy="445046"/>
            </a:xfrm>
            <a:custGeom>
              <a:avLst/>
              <a:gdLst/>
              <a:ahLst/>
              <a:cxnLst/>
              <a:rect l="l" t="t" r="r" b="b"/>
              <a:pathLst>
                <a:path w="18581" h="13886" extrusionOk="0">
                  <a:moveTo>
                    <a:pt x="0" y="0"/>
                  </a:moveTo>
                  <a:lnTo>
                    <a:pt x="0" y="13885"/>
                  </a:lnTo>
                  <a:lnTo>
                    <a:pt x="18580" y="13885"/>
                  </a:lnTo>
                  <a:lnTo>
                    <a:pt x="1858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6"/>
            <p:cNvSpPr/>
            <p:nvPr/>
          </p:nvSpPr>
          <p:spPr>
            <a:xfrm>
              <a:off x="1394049" y="2755641"/>
              <a:ext cx="171403" cy="67497"/>
            </a:xfrm>
            <a:custGeom>
              <a:avLst/>
              <a:gdLst/>
              <a:ahLst/>
              <a:cxnLst/>
              <a:rect l="l" t="t" r="r" b="b"/>
              <a:pathLst>
                <a:path w="5348" h="2106" extrusionOk="0">
                  <a:moveTo>
                    <a:pt x="0" y="0"/>
                  </a:moveTo>
                  <a:lnTo>
                    <a:pt x="0" y="2106"/>
                  </a:lnTo>
                  <a:lnTo>
                    <a:pt x="5347" y="2106"/>
                  </a:lnTo>
                  <a:lnTo>
                    <a:pt x="5347" y="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6"/>
            <p:cNvSpPr/>
            <p:nvPr/>
          </p:nvSpPr>
          <p:spPr>
            <a:xfrm>
              <a:off x="1388697" y="2875059"/>
              <a:ext cx="176756" cy="25191"/>
            </a:xfrm>
            <a:custGeom>
              <a:avLst/>
              <a:gdLst/>
              <a:ahLst/>
              <a:cxnLst/>
              <a:rect l="l" t="t" r="r" b="b"/>
              <a:pathLst>
                <a:path w="5515" h="786" extrusionOk="0">
                  <a:moveTo>
                    <a:pt x="0" y="0"/>
                  </a:moveTo>
                  <a:lnTo>
                    <a:pt x="0" y="786"/>
                  </a:lnTo>
                  <a:lnTo>
                    <a:pt x="5514" y="786"/>
                  </a:lnTo>
                  <a:lnTo>
                    <a:pt x="551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6"/>
            <p:cNvSpPr/>
            <p:nvPr/>
          </p:nvSpPr>
          <p:spPr>
            <a:xfrm>
              <a:off x="1171814" y="2055733"/>
              <a:ext cx="582124" cy="415047"/>
            </a:xfrm>
            <a:custGeom>
              <a:avLst/>
              <a:gdLst/>
              <a:ahLst/>
              <a:cxnLst/>
              <a:rect l="l" t="t" r="r" b="b"/>
              <a:pathLst>
                <a:path w="18163" h="12950" extrusionOk="0">
                  <a:moveTo>
                    <a:pt x="0" y="0"/>
                  </a:moveTo>
                  <a:lnTo>
                    <a:pt x="0" y="12949"/>
                  </a:lnTo>
                  <a:lnTo>
                    <a:pt x="18163" y="12949"/>
                  </a:lnTo>
                  <a:lnTo>
                    <a:pt x="181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6"/>
            <p:cNvSpPr/>
            <p:nvPr/>
          </p:nvSpPr>
          <p:spPr>
            <a:xfrm>
              <a:off x="1753906" y="3071590"/>
              <a:ext cx="596066" cy="445559"/>
            </a:xfrm>
            <a:custGeom>
              <a:avLst/>
              <a:gdLst/>
              <a:ahLst/>
              <a:cxnLst/>
              <a:rect l="l" t="t" r="r" b="b"/>
              <a:pathLst>
                <a:path w="18598" h="13902" extrusionOk="0">
                  <a:moveTo>
                    <a:pt x="18597" y="0"/>
                  </a:moveTo>
                  <a:lnTo>
                    <a:pt x="1" y="669"/>
                  </a:lnTo>
                  <a:lnTo>
                    <a:pt x="1" y="13902"/>
                  </a:lnTo>
                  <a:lnTo>
                    <a:pt x="18597" y="13902"/>
                  </a:lnTo>
                  <a:lnTo>
                    <a:pt x="18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6"/>
            <p:cNvSpPr/>
            <p:nvPr/>
          </p:nvSpPr>
          <p:spPr>
            <a:xfrm>
              <a:off x="1961687" y="3188316"/>
              <a:ext cx="182653" cy="71792"/>
            </a:xfrm>
            <a:custGeom>
              <a:avLst/>
              <a:gdLst/>
              <a:ahLst/>
              <a:cxnLst/>
              <a:rect l="l" t="t" r="r" b="b"/>
              <a:pathLst>
                <a:path w="5699" h="2240" extrusionOk="0">
                  <a:moveTo>
                    <a:pt x="1" y="1"/>
                  </a:moveTo>
                  <a:lnTo>
                    <a:pt x="1" y="2240"/>
                  </a:lnTo>
                  <a:lnTo>
                    <a:pt x="5698" y="2240"/>
                  </a:lnTo>
                  <a:lnTo>
                    <a:pt x="5698" y="1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6"/>
            <p:cNvSpPr/>
            <p:nvPr/>
          </p:nvSpPr>
          <p:spPr>
            <a:xfrm>
              <a:off x="1955789" y="3315234"/>
              <a:ext cx="188550" cy="27339"/>
            </a:xfrm>
            <a:custGeom>
              <a:avLst/>
              <a:gdLst/>
              <a:ahLst/>
              <a:cxnLst/>
              <a:rect l="l" t="t" r="r" b="b"/>
              <a:pathLst>
                <a:path w="5883" h="853" extrusionOk="0">
                  <a:moveTo>
                    <a:pt x="1" y="1"/>
                  </a:moveTo>
                  <a:lnTo>
                    <a:pt x="1" y="853"/>
                  </a:lnTo>
                  <a:lnTo>
                    <a:pt x="5882" y="853"/>
                  </a:lnTo>
                  <a:lnTo>
                    <a:pt x="588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6"/>
            <p:cNvSpPr/>
            <p:nvPr/>
          </p:nvSpPr>
          <p:spPr>
            <a:xfrm>
              <a:off x="1171814" y="3099954"/>
              <a:ext cx="582124" cy="415080"/>
            </a:xfrm>
            <a:custGeom>
              <a:avLst/>
              <a:gdLst/>
              <a:ahLst/>
              <a:cxnLst/>
              <a:rect l="l" t="t" r="r" b="b"/>
              <a:pathLst>
                <a:path w="18163" h="12951" extrusionOk="0">
                  <a:moveTo>
                    <a:pt x="0" y="1"/>
                  </a:moveTo>
                  <a:lnTo>
                    <a:pt x="0" y="12950"/>
                  </a:lnTo>
                  <a:lnTo>
                    <a:pt x="18163" y="12950"/>
                  </a:lnTo>
                  <a:lnTo>
                    <a:pt x="181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6"/>
            <p:cNvSpPr/>
            <p:nvPr/>
          </p:nvSpPr>
          <p:spPr>
            <a:xfrm>
              <a:off x="1753906" y="4102446"/>
              <a:ext cx="596066" cy="445559"/>
            </a:xfrm>
            <a:custGeom>
              <a:avLst/>
              <a:gdLst/>
              <a:ahLst/>
              <a:cxnLst/>
              <a:rect l="l" t="t" r="r" b="b"/>
              <a:pathLst>
                <a:path w="18598" h="13902" extrusionOk="0">
                  <a:moveTo>
                    <a:pt x="18597" y="0"/>
                  </a:moveTo>
                  <a:lnTo>
                    <a:pt x="1" y="669"/>
                  </a:lnTo>
                  <a:lnTo>
                    <a:pt x="1" y="13902"/>
                  </a:lnTo>
                  <a:lnTo>
                    <a:pt x="18597" y="13902"/>
                  </a:lnTo>
                  <a:lnTo>
                    <a:pt x="18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6"/>
            <p:cNvSpPr/>
            <p:nvPr/>
          </p:nvSpPr>
          <p:spPr>
            <a:xfrm>
              <a:off x="1961687" y="4219172"/>
              <a:ext cx="182653" cy="71792"/>
            </a:xfrm>
            <a:custGeom>
              <a:avLst/>
              <a:gdLst/>
              <a:ahLst/>
              <a:cxnLst/>
              <a:rect l="l" t="t" r="r" b="b"/>
              <a:pathLst>
                <a:path w="5699" h="2240" extrusionOk="0">
                  <a:moveTo>
                    <a:pt x="1" y="1"/>
                  </a:moveTo>
                  <a:lnTo>
                    <a:pt x="1" y="2240"/>
                  </a:lnTo>
                  <a:lnTo>
                    <a:pt x="5698" y="2240"/>
                  </a:lnTo>
                  <a:lnTo>
                    <a:pt x="5698" y="1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6"/>
            <p:cNvSpPr/>
            <p:nvPr/>
          </p:nvSpPr>
          <p:spPr>
            <a:xfrm>
              <a:off x="1955789" y="4346090"/>
              <a:ext cx="188550" cy="27339"/>
            </a:xfrm>
            <a:custGeom>
              <a:avLst/>
              <a:gdLst/>
              <a:ahLst/>
              <a:cxnLst/>
              <a:rect l="l" t="t" r="r" b="b"/>
              <a:pathLst>
                <a:path w="5883" h="853" extrusionOk="0">
                  <a:moveTo>
                    <a:pt x="1" y="1"/>
                  </a:moveTo>
                  <a:lnTo>
                    <a:pt x="1" y="853"/>
                  </a:lnTo>
                  <a:lnTo>
                    <a:pt x="5882" y="853"/>
                  </a:lnTo>
                  <a:lnTo>
                    <a:pt x="588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6"/>
            <p:cNvSpPr/>
            <p:nvPr/>
          </p:nvSpPr>
          <p:spPr>
            <a:xfrm>
              <a:off x="1171814" y="4130810"/>
              <a:ext cx="582124" cy="415047"/>
            </a:xfrm>
            <a:custGeom>
              <a:avLst/>
              <a:gdLst/>
              <a:ahLst/>
              <a:cxnLst/>
              <a:rect l="l" t="t" r="r" b="b"/>
              <a:pathLst>
                <a:path w="18163" h="12950" extrusionOk="0">
                  <a:moveTo>
                    <a:pt x="0" y="1"/>
                  </a:moveTo>
                  <a:lnTo>
                    <a:pt x="0" y="12950"/>
                  </a:lnTo>
                  <a:lnTo>
                    <a:pt x="18163" y="12950"/>
                  </a:lnTo>
                  <a:lnTo>
                    <a:pt x="181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1345;p36">
            <a:extLst>
              <a:ext uri="{FF2B5EF4-FFF2-40B4-BE49-F238E27FC236}">
                <a16:creationId xmlns:a16="http://schemas.microsoft.com/office/drawing/2014/main" id="{3AA5655D-FA99-490D-B25B-D658FB1E3B06}"/>
              </a:ext>
            </a:extLst>
          </p:cNvPr>
          <p:cNvSpPr txBox="1">
            <a:spLocks/>
          </p:cNvSpPr>
          <p:nvPr/>
        </p:nvSpPr>
        <p:spPr>
          <a:xfrm flipH="1">
            <a:off x="6676560" y="3635007"/>
            <a:ext cx="660000" cy="8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7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Lilita One"/>
              <a:buNone/>
              <a:defRPr sz="120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Lilita One"/>
              <a:buNone/>
              <a:defRPr sz="120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Lilita One"/>
              <a:buNone/>
              <a:defRPr sz="120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Lilita One"/>
              <a:buNone/>
              <a:defRPr sz="120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Lilita One"/>
              <a:buNone/>
              <a:defRPr sz="120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Lilita One"/>
              <a:buNone/>
              <a:defRPr sz="120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Lilita One"/>
              <a:buNone/>
              <a:defRPr sz="120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Lilita One"/>
              <a:buNone/>
              <a:defRPr sz="120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86" name="Google Shape;1339;p36">
            <a:extLst>
              <a:ext uri="{FF2B5EF4-FFF2-40B4-BE49-F238E27FC236}">
                <a16:creationId xmlns:a16="http://schemas.microsoft.com/office/drawing/2014/main" id="{68822E9E-42CD-478F-9BD5-6AE21757FDCA}"/>
              </a:ext>
            </a:extLst>
          </p:cNvPr>
          <p:cNvSpPr txBox="1">
            <a:spLocks/>
          </p:cNvSpPr>
          <p:nvPr/>
        </p:nvSpPr>
        <p:spPr>
          <a:xfrm>
            <a:off x="4730923" y="3737306"/>
            <a:ext cx="2044800" cy="408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16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marR="0" lvl="1" indent="-2984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100" b="0" i="0" u="none" strike="noStrike" cap="non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2984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100" b="0" i="0" u="none" strike="noStrike" cap="non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2984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100" b="0" i="0" u="none" strike="noStrike" cap="non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2984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100" b="0" i="0" u="none" strike="noStrike" cap="non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2984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100" b="0" i="0" u="none" strike="noStrike" cap="non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2984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100" b="0" i="0" u="none" strike="noStrike" cap="non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2984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100" b="0" i="0" u="none" strike="noStrike" cap="non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29845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Josefin Sans"/>
              <a:buNone/>
              <a:defRPr sz="2100" b="0" i="0" u="none" strike="noStrike" cap="none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/>
            <a:r>
              <a:rPr lang="en-US" dirty="0"/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37"/>
          <p:cNvSpPr txBox="1">
            <a:spLocks noGrp="1"/>
          </p:cNvSpPr>
          <p:nvPr>
            <p:ph type="title"/>
          </p:nvPr>
        </p:nvSpPr>
        <p:spPr>
          <a:xfrm>
            <a:off x="2967700" y="2263950"/>
            <a:ext cx="3409500" cy="6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457200" algn="ctr" rtl="0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 sz="3600"/>
              <a:t>Introduction</a:t>
            </a:r>
            <a:endParaRPr sz="3600"/>
          </a:p>
        </p:txBody>
      </p:sp>
      <p:grpSp>
        <p:nvGrpSpPr>
          <p:cNvPr id="1401" name="Google Shape;1401;p37"/>
          <p:cNvGrpSpPr/>
          <p:nvPr/>
        </p:nvGrpSpPr>
        <p:grpSpPr>
          <a:xfrm>
            <a:off x="809899" y="2037947"/>
            <a:ext cx="1239282" cy="2634281"/>
            <a:chOff x="809899" y="2037947"/>
            <a:chExt cx="1239282" cy="2634281"/>
          </a:xfrm>
        </p:grpSpPr>
        <p:sp>
          <p:nvSpPr>
            <p:cNvPr id="1402" name="Google Shape;1402;p37"/>
            <p:cNvSpPr/>
            <p:nvPr/>
          </p:nvSpPr>
          <p:spPr>
            <a:xfrm>
              <a:off x="957852" y="3292724"/>
              <a:ext cx="584273" cy="1345435"/>
            </a:xfrm>
            <a:custGeom>
              <a:avLst/>
              <a:gdLst/>
              <a:ahLst/>
              <a:cxnLst/>
              <a:rect l="l" t="t" r="r" b="b"/>
              <a:pathLst>
                <a:path w="18213" h="41940" extrusionOk="0">
                  <a:moveTo>
                    <a:pt x="10978" y="1"/>
                  </a:moveTo>
                  <a:cubicBezTo>
                    <a:pt x="10710" y="419"/>
                    <a:pt x="0" y="40753"/>
                    <a:pt x="0" y="40753"/>
                  </a:cubicBezTo>
                  <a:lnTo>
                    <a:pt x="3776" y="41939"/>
                  </a:lnTo>
                  <a:lnTo>
                    <a:pt x="18213" y="3576"/>
                  </a:lnTo>
                  <a:lnTo>
                    <a:pt x="109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7"/>
            <p:cNvSpPr/>
            <p:nvPr/>
          </p:nvSpPr>
          <p:spPr>
            <a:xfrm>
              <a:off x="936936" y="4573261"/>
              <a:ext cx="154946" cy="96497"/>
            </a:xfrm>
            <a:custGeom>
              <a:avLst/>
              <a:gdLst/>
              <a:ahLst/>
              <a:cxnLst/>
              <a:rect l="l" t="t" r="r" b="b"/>
              <a:pathLst>
                <a:path w="4830" h="3008" extrusionOk="0">
                  <a:moveTo>
                    <a:pt x="686" y="0"/>
                  </a:moveTo>
                  <a:lnTo>
                    <a:pt x="1" y="3008"/>
                  </a:lnTo>
                  <a:lnTo>
                    <a:pt x="4629" y="3008"/>
                  </a:lnTo>
                  <a:lnTo>
                    <a:pt x="4829" y="1053"/>
                  </a:lnTo>
                  <a:lnTo>
                    <a:pt x="6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7"/>
            <p:cNvSpPr/>
            <p:nvPr/>
          </p:nvSpPr>
          <p:spPr>
            <a:xfrm>
              <a:off x="936936" y="4652050"/>
              <a:ext cx="149589" cy="17708"/>
            </a:xfrm>
            <a:custGeom>
              <a:avLst/>
              <a:gdLst/>
              <a:ahLst/>
              <a:cxnLst/>
              <a:rect l="l" t="t" r="r" b="b"/>
              <a:pathLst>
                <a:path w="4663" h="552" extrusionOk="0">
                  <a:moveTo>
                    <a:pt x="84" y="0"/>
                  </a:moveTo>
                  <a:lnTo>
                    <a:pt x="1" y="502"/>
                  </a:lnTo>
                  <a:lnTo>
                    <a:pt x="1" y="552"/>
                  </a:lnTo>
                  <a:lnTo>
                    <a:pt x="4629" y="552"/>
                  </a:lnTo>
                  <a:lnTo>
                    <a:pt x="4662" y="11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chemeClr val="lt1">
                <a:alpha val="272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7"/>
            <p:cNvSpPr/>
            <p:nvPr/>
          </p:nvSpPr>
          <p:spPr>
            <a:xfrm>
              <a:off x="1095058" y="2900385"/>
              <a:ext cx="272872" cy="352752"/>
            </a:xfrm>
            <a:custGeom>
              <a:avLst/>
              <a:gdLst/>
              <a:ahLst/>
              <a:cxnLst/>
              <a:rect l="l" t="t" r="r" b="b"/>
              <a:pathLst>
                <a:path w="8506" h="10996" extrusionOk="0">
                  <a:moveTo>
                    <a:pt x="3008" y="0"/>
                  </a:moveTo>
                  <a:cubicBezTo>
                    <a:pt x="3008" y="151"/>
                    <a:pt x="1" y="4612"/>
                    <a:pt x="418" y="5497"/>
                  </a:cubicBezTo>
                  <a:cubicBezTo>
                    <a:pt x="986" y="6734"/>
                    <a:pt x="4896" y="9207"/>
                    <a:pt x="6500" y="10176"/>
                  </a:cubicBezTo>
                  <a:cubicBezTo>
                    <a:pt x="6066" y="10242"/>
                    <a:pt x="5631" y="10326"/>
                    <a:pt x="5214" y="10443"/>
                  </a:cubicBezTo>
                  <a:cubicBezTo>
                    <a:pt x="4796" y="10577"/>
                    <a:pt x="6133" y="10928"/>
                    <a:pt x="6450" y="10994"/>
                  </a:cubicBezTo>
                  <a:cubicBezTo>
                    <a:pt x="6455" y="10995"/>
                    <a:pt x="6459" y="10995"/>
                    <a:pt x="6464" y="10995"/>
                  </a:cubicBezTo>
                  <a:cubicBezTo>
                    <a:pt x="6588" y="10995"/>
                    <a:pt x="6845" y="10800"/>
                    <a:pt x="7102" y="10543"/>
                  </a:cubicBezTo>
                  <a:lnTo>
                    <a:pt x="7185" y="10593"/>
                  </a:lnTo>
                  <a:lnTo>
                    <a:pt x="7269" y="10393"/>
                  </a:lnTo>
                  <a:cubicBezTo>
                    <a:pt x="7570" y="10092"/>
                    <a:pt x="7837" y="9775"/>
                    <a:pt x="8088" y="9424"/>
                  </a:cubicBezTo>
                  <a:cubicBezTo>
                    <a:pt x="8154" y="9324"/>
                    <a:pt x="8154" y="8856"/>
                    <a:pt x="8121" y="8354"/>
                  </a:cubicBezTo>
                  <a:lnTo>
                    <a:pt x="8505" y="7469"/>
                  </a:lnTo>
                  <a:lnTo>
                    <a:pt x="8037" y="7085"/>
                  </a:lnTo>
                  <a:cubicBezTo>
                    <a:pt x="8037" y="7051"/>
                    <a:pt x="8037" y="7034"/>
                    <a:pt x="8037" y="7034"/>
                  </a:cubicBezTo>
                  <a:lnTo>
                    <a:pt x="8004" y="7068"/>
                  </a:lnTo>
                  <a:lnTo>
                    <a:pt x="4896" y="4562"/>
                  </a:lnTo>
                  <a:lnTo>
                    <a:pt x="6233" y="2356"/>
                  </a:lnTo>
                  <a:lnTo>
                    <a:pt x="3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7"/>
            <p:cNvSpPr/>
            <p:nvPr/>
          </p:nvSpPr>
          <p:spPr>
            <a:xfrm>
              <a:off x="1677182" y="2846234"/>
              <a:ext cx="288399" cy="371615"/>
            </a:xfrm>
            <a:custGeom>
              <a:avLst/>
              <a:gdLst/>
              <a:ahLst/>
              <a:cxnLst/>
              <a:rect l="l" t="t" r="r" b="b"/>
              <a:pathLst>
                <a:path w="8990" h="11584" extrusionOk="0">
                  <a:moveTo>
                    <a:pt x="3609" y="1"/>
                  </a:moveTo>
                  <a:lnTo>
                    <a:pt x="618" y="2574"/>
                  </a:lnTo>
                  <a:lnTo>
                    <a:pt x="4060" y="5381"/>
                  </a:lnTo>
                  <a:lnTo>
                    <a:pt x="501" y="7653"/>
                  </a:lnTo>
                  <a:lnTo>
                    <a:pt x="485" y="7636"/>
                  </a:lnTo>
                  <a:cubicBezTo>
                    <a:pt x="485" y="7636"/>
                    <a:pt x="468" y="7653"/>
                    <a:pt x="468" y="7687"/>
                  </a:cubicBezTo>
                  <a:lnTo>
                    <a:pt x="0" y="8054"/>
                  </a:lnTo>
                  <a:lnTo>
                    <a:pt x="384" y="8956"/>
                  </a:lnTo>
                  <a:cubicBezTo>
                    <a:pt x="351" y="9458"/>
                    <a:pt x="351" y="9925"/>
                    <a:pt x="418" y="10026"/>
                  </a:cubicBezTo>
                  <a:cubicBezTo>
                    <a:pt x="668" y="10360"/>
                    <a:pt x="953" y="10677"/>
                    <a:pt x="1237" y="10978"/>
                  </a:cubicBezTo>
                  <a:lnTo>
                    <a:pt x="1320" y="11195"/>
                  </a:lnTo>
                  <a:lnTo>
                    <a:pt x="1404" y="11145"/>
                  </a:lnTo>
                  <a:cubicBezTo>
                    <a:pt x="1651" y="11393"/>
                    <a:pt x="1899" y="11583"/>
                    <a:pt x="2027" y="11583"/>
                  </a:cubicBezTo>
                  <a:cubicBezTo>
                    <a:pt x="2037" y="11583"/>
                    <a:pt x="2047" y="11582"/>
                    <a:pt x="2055" y="11580"/>
                  </a:cubicBezTo>
                  <a:cubicBezTo>
                    <a:pt x="2373" y="11513"/>
                    <a:pt x="3709" y="11162"/>
                    <a:pt x="3308" y="11028"/>
                  </a:cubicBezTo>
                  <a:cubicBezTo>
                    <a:pt x="2874" y="10911"/>
                    <a:pt x="2440" y="10828"/>
                    <a:pt x="2005" y="10778"/>
                  </a:cubicBezTo>
                  <a:cubicBezTo>
                    <a:pt x="3609" y="9792"/>
                    <a:pt x="7603" y="7352"/>
                    <a:pt x="8104" y="6083"/>
                  </a:cubicBezTo>
                  <a:cubicBezTo>
                    <a:pt x="8989" y="3760"/>
                    <a:pt x="5898" y="1638"/>
                    <a:pt x="36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7"/>
            <p:cNvSpPr/>
            <p:nvPr/>
          </p:nvSpPr>
          <p:spPr>
            <a:xfrm>
              <a:off x="1429011" y="2342899"/>
              <a:ext cx="214968" cy="423135"/>
            </a:xfrm>
            <a:custGeom>
              <a:avLst/>
              <a:gdLst/>
              <a:ahLst/>
              <a:cxnLst/>
              <a:rect l="l" t="t" r="r" b="b"/>
              <a:pathLst>
                <a:path w="6701" h="13190" extrusionOk="0">
                  <a:moveTo>
                    <a:pt x="3818" y="1"/>
                  </a:moveTo>
                  <a:cubicBezTo>
                    <a:pt x="2578" y="1"/>
                    <a:pt x="1344" y="365"/>
                    <a:pt x="284" y="1087"/>
                  </a:cubicBezTo>
                  <a:lnTo>
                    <a:pt x="0" y="1271"/>
                  </a:lnTo>
                  <a:lnTo>
                    <a:pt x="100" y="10996"/>
                  </a:lnTo>
                  <a:cubicBezTo>
                    <a:pt x="117" y="12148"/>
                    <a:pt x="1003" y="13084"/>
                    <a:pt x="2155" y="13184"/>
                  </a:cubicBezTo>
                  <a:cubicBezTo>
                    <a:pt x="2207" y="13188"/>
                    <a:pt x="2258" y="13189"/>
                    <a:pt x="2308" y="13189"/>
                  </a:cubicBezTo>
                  <a:cubicBezTo>
                    <a:pt x="3494" y="13189"/>
                    <a:pt x="4480" y="12264"/>
                    <a:pt x="4528" y="11062"/>
                  </a:cubicBezTo>
                  <a:cubicBezTo>
                    <a:pt x="4578" y="9843"/>
                    <a:pt x="4612" y="8640"/>
                    <a:pt x="4612" y="8640"/>
                  </a:cubicBezTo>
                  <a:cubicBezTo>
                    <a:pt x="4612" y="8640"/>
                    <a:pt x="6450" y="8456"/>
                    <a:pt x="6567" y="6651"/>
                  </a:cubicBezTo>
                  <a:cubicBezTo>
                    <a:pt x="6700" y="4847"/>
                    <a:pt x="6650" y="670"/>
                    <a:pt x="6650" y="670"/>
                  </a:cubicBezTo>
                  <a:cubicBezTo>
                    <a:pt x="5756" y="223"/>
                    <a:pt x="4785" y="1"/>
                    <a:pt x="38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7"/>
            <p:cNvSpPr/>
            <p:nvPr/>
          </p:nvSpPr>
          <p:spPr>
            <a:xfrm>
              <a:off x="1388269" y="2287625"/>
              <a:ext cx="355382" cy="363948"/>
            </a:xfrm>
            <a:custGeom>
              <a:avLst/>
              <a:gdLst/>
              <a:ahLst/>
              <a:cxnLst/>
              <a:rect l="l" t="t" r="r" b="b"/>
              <a:pathLst>
                <a:path w="11078" h="11345" extrusionOk="0">
                  <a:moveTo>
                    <a:pt x="4144" y="0"/>
                  </a:moveTo>
                  <a:cubicBezTo>
                    <a:pt x="3876" y="0"/>
                    <a:pt x="3609" y="17"/>
                    <a:pt x="3342" y="54"/>
                  </a:cubicBezTo>
                  <a:cubicBezTo>
                    <a:pt x="3317" y="53"/>
                    <a:pt x="3293" y="52"/>
                    <a:pt x="3268" y="52"/>
                  </a:cubicBezTo>
                  <a:cubicBezTo>
                    <a:pt x="2194" y="52"/>
                    <a:pt x="1225" y="758"/>
                    <a:pt x="735" y="1624"/>
                  </a:cubicBezTo>
                  <a:cubicBezTo>
                    <a:pt x="217" y="2510"/>
                    <a:pt x="100" y="3529"/>
                    <a:pt x="67" y="4531"/>
                  </a:cubicBezTo>
                  <a:cubicBezTo>
                    <a:pt x="0" y="6486"/>
                    <a:pt x="50" y="8441"/>
                    <a:pt x="201" y="10396"/>
                  </a:cubicBezTo>
                  <a:cubicBezTo>
                    <a:pt x="184" y="10546"/>
                    <a:pt x="234" y="10697"/>
                    <a:pt x="318" y="10814"/>
                  </a:cubicBezTo>
                  <a:cubicBezTo>
                    <a:pt x="451" y="10931"/>
                    <a:pt x="618" y="10981"/>
                    <a:pt x="802" y="10998"/>
                  </a:cubicBezTo>
                  <a:cubicBezTo>
                    <a:pt x="2504" y="11227"/>
                    <a:pt x="4214" y="11344"/>
                    <a:pt x="5925" y="11344"/>
                  </a:cubicBezTo>
                  <a:cubicBezTo>
                    <a:pt x="7573" y="11344"/>
                    <a:pt x="9221" y="11236"/>
                    <a:pt x="10861" y="11014"/>
                  </a:cubicBezTo>
                  <a:cubicBezTo>
                    <a:pt x="11078" y="10613"/>
                    <a:pt x="10777" y="10129"/>
                    <a:pt x="10426" y="9828"/>
                  </a:cubicBezTo>
                  <a:cubicBezTo>
                    <a:pt x="10059" y="9527"/>
                    <a:pt x="9624" y="9243"/>
                    <a:pt x="9491" y="8809"/>
                  </a:cubicBezTo>
                  <a:cubicBezTo>
                    <a:pt x="9290" y="8140"/>
                    <a:pt x="9959" y="7422"/>
                    <a:pt x="9708" y="6754"/>
                  </a:cubicBezTo>
                  <a:cubicBezTo>
                    <a:pt x="9507" y="6269"/>
                    <a:pt x="8856" y="6018"/>
                    <a:pt x="8622" y="5534"/>
                  </a:cubicBezTo>
                  <a:cubicBezTo>
                    <a:pt x="8238" y="4732"/>
                    <a:pt x="9240" y="3746"/>
                    <a:pt x="8789" y="2961"/>
                  </a:cubicBezTo>
                  <a:cubicBezTo>
                    <a:pt x="8572" y="2543"/>
                    <a:pt x="8020" y="2359"/>
                    <a:pt x="7686" y="2025"/>
                  </a:cubicBezTo>
                  <a:cubicBezTo>
                    <a:pt x="7385" y="1708"/>
                    <a:pt x="7268" y="1307"/>
                    <a:pt x="7001" y="973"/>
                  </a:cubicBezTo>
                  <a:cubicBezTo>
                    <a:pt x="6600" y="455"/>
                    <a:pt x="5898" y="171"/>
                    <a:pt x="5197" y="87"/>
                  </a:cubicBezTo>
                  <a:cubicBezTo>
                    <a:pt x="4846" y="30"/>
                    <a:pt x="4495" y="0"/>
                    <a:pt x="4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7"/>
            <p:cNvSpPr/>
            <p:nvPr/>
          </p:nvSpPr>
          <p:spPr>
            <a:xfrm>
              <a:off x="1299279" y="2355795"/>
              <a:ext cx="197292" cy="288399"/>
            </a:xfrm>
            <a:custGeom>
              <a:avLst/>
              <a:gdLst/>
              <a:ahLst/>
              <a:cxnLst/>
              <a:rect l="l" t="t" r="r" b="b"/>
              <a:pathLst>
                <a:path w="6150" h="8990" extrusionOk="0">
                  <a:moveTo>
                    <a:pt x="3543" y="0"/>
                  </a:moveTo>
                  <a:cubicBezTo>
                    <a:pt x="3075" y="218"/>
                    <a:pt x="2874" y="786"/>
                    <a:pt x="2791" y="1287"/>
                  </a:cubicBezTo>
                  <a:cubicBezTo>
                    <a:pt x="2724" y="1805"/>
                    <a:pt x="2741" y="2356"/>
                    <a:pt x="2540" y="2824"/>
                  </a:cubicBezTo>
                  <a:cubicBezTo>
                    <a:pt x="2306" y="3325"/>
                    <a:pt x="1822" y="3710"/>
                    <a:pt x="1705" y="4244"/>
                  </a:cubicBezTo>
                  <a:cubicBezTo>
                    <a:pt x="1538" y="4946"/>
                    <a:pt x="2006" y="5782"/>
                    <a:pt x="1588" y="6366"/>
                  </a:cubicBezTo>
                  <a:cubicBezTo>
                    <a:pt x="1321" y="6751"/>
                    <a:pt x="786" y="6834"/>
                    <a:pt x="452" y="7168"/>
                  </a:cubicBezTo>
                  <a:cubicBezTo>
                    <a:pt x="1" y="7619"/>
                    <a:pt x="34" y="8355"/>
                    <a:pt x="118" y="8990"/>
                  </a:cubicBezTo>
                  <a:lnTo>
                    <a:pt x="6149" y="8939"/>
                  </a:lnTo>
                  <a:lnTo>
                    <a:pt x="35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7"/>
            <p:cNvSpPr/>
            <p:nvPr/>
          </p:nvSpPr>
          <p:spPr>
            <a:xfrm>
              <a:off x="1422563" y="2247814"/>
              <a:ext cx="102399" cy="91396"/>
            </a:xfrm>
            <a:custGeom>
              <a:avLst/>
              <a:gdLst/>
              <a:ahLst/>
              <a:cxnLst/>
              <a:rect l="l" t="t" r="r" b="b"/>
              <a:pathLst>
                <a:path w="3192" h="2849" extrusionOk="0">
                  <a:moveTo>
                    <a:pt x="1727" y="1"/>
                  </a:moveTo>
                  <a:cubicBezTo>
                    <a:pt x="1072" y="1"/>
                    <a:pt x="478" y="374"/>
                    <a:pt x="184" y="977"/>
                  </a:cubicBezTo>
                  <a:cubicBezTo>
                    <a:pt x="34" y="1261"/>
                    <a:pt x="1" y="1595"/>
                    <a:pt x="84" y="1896"/>
                  </a:cubicBezTo>
                  <a:cubicBezTo>
                    <a:pt x="201" y="2214"/>
                    <a:pt x="418" y="2464"/>
                    <a:pt x="702" y="2598"/>
                  </a:cubicBezTo>
                  <a:cubicBezTo>
                    <a:pt x="995" y="2765"/>
                    <a:pt x="1321" y="2848"/>
                    <a:pt x="1646" y="2848"/>
                  </a:cubicBezTo>
                  <a:cubicBezTo>
                    <a:pt x="1972" y="2848"/>
                    <a:pt x="2298" y="2765"/>
                    <a:pt x="2590" y="2598"/>
                  </a:cubicBezTo>
                  <a:lnTo>
                    <a:pt x="2590" y="2598"/>
                  </a:lnTo>
                  <a:lnTo>
                    <a:pt x="2311" y="2650"/>
                  </a:lnTo>
                  <a:lnTo>
                    <a:pt x="2311" y="2650"/>
                  </a:lnTo>
                  <a:cubicBezTo>
                    <a:pt x="2827" y="2463"/>
                    <a:pt x="3192" y="1979"/>
                    <a:pt x="3192" y="1412"/>
                  </a:cubicBezTo>
                  <a:cubicBezTo>
                    <a:pt x="3158" y="693"/>
                    <a:pt x="2607" y="108"/>
                    <a:pt x="1889" y="8"/>
                  </a:cubicBezTo>
                  <a:cubicBezTo>
                    <a:pt x="1835" y="3"/>
                    <a:pt x="1781" y="1"/>
                    <a:pt x="17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7"/>
            <p:cNvSpPr/>
            <p:nvPr/>
          </p:nvSpPr>
          <p:spPr>
            <a:xfrm>
              <a:off x="1443992" y="2297891"/>
              <a:ext cx="77762" cy="45874"/>
            </a:xfrm>
            <a:custGeom>
              <a:avLst/>
              <a:gdLst/>
              <a:ahLst/>
              <a:cxnLst/>
              <a:rect l="l" t="t" r="r" b="b"/>
              <a:pathLst>
                <a:path w="2424" h="1430" extrusionOk="0">
                  <a:moveTo>
                    <a:pt x="2390" y="1"/>
                  </a:moveTo>
                  <a:cubicBezTo>
                    <a:pt x="2374" y="1"/>
                    <a:pt x="2357" y="168"/>
                    <a:pt x="2223" y="419"/>
                  </a:cubicBezTo>
                  <a:cubicBezTo>
                    <a:pt x="1964" y="978"/>
                    <a:pt x="1414" y="1304"/>
                    <a:pt x="830" y="1304"/>
                  </a:cubicBezTo>
                  <a:cubicBezTo>
                    <a:pt x="699" y="1304"/>
                    <a:pt x="567" y="1288"/>
                    <a:pt x="435" y="1254"/>
                  </a:cubicBezTo>
                  <a:cubicBezTo>
                    <a:pt x="204" y="1182"/>
                    <a:pt x="60" y="1097"/>
                    <a:pt x="15" y="1097"/>
                  </a:cubicBezTo>
                  <a:cubicBezTo>
                    <a:pt x="8" y="1097"/>
                    <a:pt x="3" y="1099"/>
                    <a:pt x="1" y="1104"/>
                  </a:cubicBezTo>
                  <a:cubicBezTo>
                    <a:pt x="101" y="1221"/>
                    <a:pt x="252" y="1304"/>
                    <a:pt x="402" y="1338"/>
                  </a:cubicBezTo>
                  <a:cubicBezTo>
                    <a:pt x="570" y="1400"/>
                    <a:pt x="743" y="1429"/>
                    <a:pt x="912" y="1429"/>
                  </a:cubicBezTo>
                  <a:cubicBezTo>
                    <a:pt x="1517" y="1429"/>
                    <a:pt x="2089" y="1056"/>
                    <a:pt x="2323" y="469"/>
                  </a:cubicBezTo>
                  <a:cubicBezTo>
                    <a:pt x="2390" y="318"/>
                    <a:pt x="2424" y="151"/>
                    <a:pt x="24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7"/>
            <p:cNvSpPr/>
            <p:nvPr/>
          </p:nvSpPr>
          <p:spPr>
            <a:xfrm>
              <a:off x="1180808" y="2674189"/>
              <a:ext cx="660399" cy="726837"/>
            </a:xfrm>
            <a:custGeom>
              <a:avLst/>
              <a:gdLst/>
              <a:ahLst/>
              <a:cxnLst/>
              <a:rect l="l" t="t" r="r" b="b"/>
              <a:pathLst>
                <a:path w="20586" h="22657" extrusionOk="0">
                  <a:moveTo>
                    <a:pt x="7186" y="0"/>
                  </a:moveTo>
                  <a:cubicBezTo>
                    <a:pt x="5966" y="17"/>
                    <a:pt x="4796" y="451"/>
                    <a:pt x="3861" y="1220"/>
                  </a:cubicBezTo>
                  <a:cubicBezTo>
                    <a:pt x="3593" y="1437"/>
                    <a:pt x="1455" y="4278"/>
                    <a:pt x="1" y="7101"/>
                  </a:cubicBezTo>
                  <a:lnTo>
                    <a:pt x="4496" y="10343"/>
                  </a:lnTo>
                  <a:lnTo>
                    <a:pt x="5231" y="9040"/>
                  </a:lnTo>
                  <a:lnTo>
                    <a:pt x="5231" y="9123"/>
                  </a:lnTo>
                  <a:cubicBezTo>
                    <a:pt x="5298" y="9574"/>
                    <a:pt x="5448" y="10326"/>
                    <a:pt x="5548" y="10777"/>
                  </a:cubicBezTo>
                  <a:cubicBezTo>
                    <a:pt x="5899" y="12214"/>
                    <a:pt x="6083" y="14085"/>
                    <a:pt x="5348" y="15339"/>
                  </a:cubicBezTo>
                  <a:cubicBezTo>
                    <a:pt x="3727" y="18079"/>
                    <a:pt x="3526" y="22239"/>
                    <a:pt x="3526" y="22239"/>
                  </a:cubicBezTo>
                  <a:lnTo>
                    <a:pt x="17862" y="22657"/>
                  </a:lnTo>
                  <a:cubicBezTo>
                    <a:pt x="18046" y="20669"/>
                    <a:pt x="17729" y="18664"/>
                    <a:pt x="16927" y="16826"/>
                  </a:cubicBezTo>
                  <a:cubicBezTo>
                    <a:pt x="16927" y="16826"/>
                    <a:pt x="14955" y="11980"/>
                    <a:pt x="14972" y="11897"/>
                  </a:cubicBezTo>
                  <a:lnTo>
                    <a:pt x="14872" y="10059"/>
                  </a:lnTo>
                  <a:lnTo>
                    <a:pt x="15356" y="7686"/>
                  </a:lnTo>
                  <a:lnTo>
                    <a:pt x="16860" y="9290"/>
                  </a:lnTo>
                  <a:lnTo>
                    <a:pt x="20586" y="5514"/>
                  </a:lnTo>
                  <a:cubicBezTo>
                    <a:pt x="19266" y="4545"/>
                    <a:pt x="18013" y="3225"/>
                    <a:pt x="16877" y="2139"/>
                  </a:cubicBezTo>
                  <a:cubicBezTo>
                    <a:pt x="15540" y="852"/>
                    <a:pt x="14320" y="284"/>
                    <a:pt x="13635" y="234"/>
                  </a:cubicBezTo>
                  <a:cubicBezTo>
                    <a:pt x="13368" y="134"/>
                    <a:pt x="13067" y="84"/>
                    <a:pt x="12766" y="50"/>
                  </a:cubicBezTo>
                  <a:lnTo>
                    <a:pt x="7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7"/>
            <p:cNvSpPr/>
            <p:nvPr/>
          </p:nvSpPr>
          <p:spPr>
            <a:xfrm>
              <a:off x="1226393" y="2679547"/>
              <a:ext cx="222475" cy="191903"/>
            </a:xfrm>
            <a:custGeom>
              <a:avLst/>
              <a:gdLst/>
              <a:ahLst/>
              <a:cxnLst/>
              <a:rect l="l" t="t" r="r" b="b"/>
              <a:pathLst>
                <a:path w="6935" h="5982" extrusionOk="0">
                  <a:moveTo>
                    <a:pt x="6132" y="0"/>
                  </a:moveTo>
                  <a:cubicBezTo>
                    <a:pt x="6132" y="17"/>
                    <a:pt x="6233" y="134"/>
                    <a:pt x="6400" y="368"/>
                  </a:cubicBezTo>
                  <a:cubicBezTo>
                    <a:pt x="6617" y="719"/>
                    <a:pt x="6750" y="1103"/>
                    <a:pt x="6801" y="1521"/>
                  </a:cubicBezTo>
                  <a:cubicBezTo>
                    <a:pt x="6834" y="1788"/>
                    <a:pt x="6801" y="2072"/>
                    <a:pt x="6717" y="2340"/>
                  </a:cubicBezTo>
                  <a:cubicBezTo>
                    <a:pt x="6634" y="2640"/>
                    <a:pt x="6466" y="2924"/>
                    <a:pt x="6249" y="3142"/>
                  </a:cubicBezTo>
                  <a:cubicBezTo>
                    <a:pt x="5999" y="3409"/>
                    <a:pt x="5698" y="3576"/>
                    <a:pt x="5347" y="3643"/>
                  </a:cubicBezTo>
                  <a:cubicBezTo>
                    <a:pt x="5204" y="3677"/>
                    <a:pt x="5052" y="3683"/>
                    <a:pt x="4895" y="3683"/>
                  </a:cubicBezTo>
                  <a:cubicBezTo>
                    <a:pt x="4805" y="3683"/>
                    <a:pt x="4713" y="3681"/>
                    <a:pt x="4620" y="3681"/>
                  </a:cubicBezTo>
                  <a:cubicBezTo>
                    <a:pt x="4480" y="3681"/>
                    <a:pt x="4337" y="3686"/>
                    <a:pt x="4194" y="3710"/>
                  </a:cubicBezTo>
                  <a:cubicBezTo>
                    <a:pt x="3977" y="3726"/>
                    <a:pt x="3776" y="3827"/>
                    <a:pt x="3626" y="3960"/>
                  </a:cubicBezTo>
                  <a:cubicBezTo>
                    <a:pt x="3476" y="4094"/>
                    <a:pt x="3342" y="4244"/>
                    <a:pt x="3258" y="4428"/>
                  </a:cubicBezTo>
                  <a:cubicBezTo>
                    <a:pt x="3075" y="4779"/>
                    <a:pt x="2974" y="5130"/>
                    <a:pt x="2791" y="5397"/>
                  </a:cubicBezTo>
                  <a:cubicBezTo>
                    <a:pt x="2707" y="5548"/>
                    <a:pt x="2590" y="5664"/>
                    <a:pt x="2473" y="5748"/>
                  </a:cubicBezTo>
                  <a:cubicBezTo>
                    <a:pt x="2339" y="5815"/>
                    <a:pt x="2189" y="5865"/>
                    <a:pt x="2039" y="5865"/>
                  </a:cubicBezTo>
                  <a:cubicBezTo>
                    <a:pt x="1771" y="5848"/>
                    <a:pt x="1487" y="5781"/>
                    <a:pt x="1253" y="5648"/>
                  </a:cubicBezTo>
                  <a:cubicBezTo>
                    <a:pt x="886" y="5464"/>
                    <a:pt x="552" y="5213"/>
                    <a:pt x="284" y="4913"/>
                  </a:cubicBezTo>
                  <a:cubicBezTo>
                    <a:pt x="94" y="4706"/>
                    <a:pt x="9" y="4560"/>
                    <a:pt x="1" y="4560"/>
                  </a:cubicBezTo>
                  <a:cubicBezTo>
                    <a:pt x="0" y="4560"/>
                    <a:pt x="0" y="4561"/>
                    <a:pt x="0" y="4562"/>
                  </a:cubicBezTo>
                  <a:cubicBezTo>
                    <a:pt x="0" y="4595"/>
                    <a:pt x="17" y="4629"/>
                    <a:pt x="50" y="4662"/>
                  </a:cubicBezTo>
                  <a:cubicBezTo>
                    <a:pt x="100" y="4762"/>
                    <a:pt x="167" y="4862"/>
                    <a:pt x="234" y="4946"/>
                  </a:cubicBezTo>
                  <a:cubicBezTo>
                    <a:pt x="501" y="5263"/>
                    <a:pt x="836" y="5531"/>
                    <a:pt x="1203" y="5731"/>
                  </a:cubicBezTo>
                  <a:cubicBezTo>
                    <a:pt x="1454" y="5882"/>
                    <a:pt x="1755" y="5965"/>
                    <a:pt x="2039" y="5982"/>
                  </a:cubicBezTo>
                  <a:cubicBezTo>
                    <a:pt x="2206" y="5982"/>
                    <a:pt x="2373" y="5932"/>
                    <a:pt x="2523" y="5848"/>
                  </a:cubicBezTo>
                  <a:cubicBezTo>
                    <a:pt x="2674" y="5765"/>
                    <a:pt x="2807" y="5631"/>
                    <a:pt x="2908" y="5481"/>
                  </a:cubicBezTo>
                  <a:cubicBezTo>
                    <a:pt x="3108" y="5180"/>
                    <a:pt x="3208" y="4829"/>
                    <a:pt x="3375" y="4495"/>
                  </a:cubicBezTo>
                  <a:cubicBezTo>
                    <a:pt x="3459" y="4328"/>
                    <a:pt x="3576" y="4177"/>
                    <a:pt x="3710" y="4060"/>
                  </a:cubicBezTo>
                  <a:cubicBezTo>
                    <a:pt x="3860" y="3944"/>
                    <a:pt x="4027" y="3877"/>
                    <a:pt x="4211" y="3843"/>
                  </a:cubicBezTo>
                  <a:cubicBezTo>
                    <a:pt x="4355" y="3824"/>
                    <a:pt x="4499" y="3822"/>
                    <a:pt x="4644" y="3822"/>
                  </a:cubicBezTo>
                  <a:cubicBezTo>
                    <a:pt x="4692" y="3822"/>
                    <a:pt x="4741" y="3822"/>
                    <a:pt x="4789" y="3822"/>
                  </a:cubicBezTo>
                  <a:cubicBezTo>
                    <a:pt x="4984" y="3822"/>
                    <a:pt x="5180" y="3818"/>
                    <a:pt x="5380" y="3776"/>
                  </a:cubicBezTo>
                  <a:cubicBezTo>
                    <a:pt x="5748" y="3710"/>
                    <a:pt x="6082" y="3509"/>
                    <a:pt x="6349" y="3242"/>
                  </a:cubicBezTo>
                  <a:cubicBezTo>
                    <a:pt x="6583" y="2991"/>
                    <a:pt x="6750" y="2690"/>
                    <a:pt x="6834" y="2373"/>
                  </a:cubicBezTo>
                  <a:cubicBezTo>
                    <a:pt x="6918" y="2089"/>
                    <a:pt x="6934" y="1788"/>
                    <a:pt x="6901" y="1504"/>
                  </a:cubicBezTo>
                  <a:cubicBezTo>
                    <a:pt x="6834" y="1086"/>
                    <a:pt x="6684" y="685"/>
                    <a:pt x="6433" y="351"/>
                  </a:cubicBezTo>
                  <a:cubicBezTo>
                    <a:pt x="6383" y="251"/>
                    <a:pt x="6299" y="167"/>
                    <a:pt x="6233" y="84"/>
                  </a:cubicBezTo>
                  <a:cubicBezTo>
                    <a:pt x="6166" y="17"/>
                    <a:pt x="6149" y="0"/>
                    <a:pt x="6132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7"/>
            <p:cNvSpPr/>
            <p:nvPr/>
          </p:nvSpPr>
          <p:spPr>
            <a:xfrm>
              <a:off x="1412393" y="2877865"/>
              <a:ext cx="69164" cy="68298"/>
            </a:xfrm>
            <a:custGeom>
              <a:avLst/>
              <a:gdLst/>
              <a:ahLst/>
              <a:cxnLst/>
              <a:rect l="l" t="t" r="r" b="b"/>
              <a:pathLst>
                <a:path w="2156" h="2129" extrusionOk="0">
                  <a:moveTo>
                    <a:pt x="1069" y="0"/>
                  </a:moveTo>
                  <a:cubicBezTo>
                    <a:pt x="986" y="0"/>
                    <a:pt x="902" y="17"/>
                    <a:pt x="819" y="67"/>
                  </a:cubicBezTo>
                  <a:cubicBezTo>
                    <a:pt x="819" y="67"/>
                    <a:pt x="863" y="60"/>
                    <a:pt x="938" y="60"/>
                  </a:cubicBezTo>
                  <a:cubicBezTo>
                    <a:pt x="975" y="60"/>
                    <a:pt x="1019" y="62"/>
                    <a:pt x="1069" y="67"/>
                  </a:cubicBezTo>
                  <a:cubicBezTo>
                    <a:pt x="1287" y="84"/>
                    <a:pt x="1487" y="168"/>
                    <a:pt x="1654" y="301"/>
                  </a:cubicBezTo>
                  <a:cubicBezTo>
                    <a:pt x="1905" y="502"/>
                    <a:pt x="2039" y="819"/>
                    <a:pt x="2005" y="1137"/>
                  </a:cubicBezTo>
                  <a:cubicBezTo>
                    <a:pt x="1954" y="1667"/>
                    <a:pt x="1512" y="1979"/>
                    <a:pt x="1064" y="1979"/>
                  </a:cubicBezTo>
                  <a:cubicBezTo>
                    <a:pt x="778" y="1979"/>
                    <a:pt x="490" y="1851"/>
                    <a:pt x="301" y="1571"/>
                  </a:cubicBezTo>
                  <a:cubicBezTo>
                    <a:pt x="100" y="1320"/>
                    <a:pt x="67" y="970"/>
                    <a:pt x="201" y="685"/>
                  </a:cubicBezTo>
                  <a:cubicBezTo>
                    <a:pt x="267" y="485"/>
                    <a:pt x="418" y="301"/>
                    <a:pt x="602" y="184"/>
                  </a:cubicBezTo>
                  <a:cubicBezTo>
                    <a:pt x="719" y="101"/>
                    <a:pt x="802" y="84"/>
                    <a:pt x="802" y="67"/>
                  </a:cubicBezTo>
                  <a:cubicBezTo>
                    <a:pt x="719" y="67"/>
                    <a:pt x="635" y="101"/>
                    <a:pt x="568" y="134"/>
                  </a:cubicBezTo>
                  <a:cubicBezTo>
                    <a:pt x="368" y="251"/>
                    <a:pt x="201" y="435"/>
                    <a:pt x="100" y="635"/>
                  </a:cubicBezTo>
                  <a:cubicBezTo>
                    <a:pt x="34" y="786"/>
                    <a:pt x="0" y="953"/>
                    <a:pt x="0" y="1120"/>
                  </a:cubicBezTo>
                  <a:cubicBezTo>
                    <a:pt x="17" y="1304"/>
                    <a:pt x="84" y="1487"/>
                    <a:pt x="184" y="1655"/>
                  </a:cubicBezTo>
                  <a:cubicBezTo>
                    <a:pt x="405" y="1980"/>
                    <a:pt x="738" y="2128"/>
                    <a:pt x="1066" y="2128"/>
                  </a:cubicBezTo>
                  <a:cubicBezTo>
                    <a:pt x="1580" y="2128"/>
                    <a:pt x="2081" y="1765"/>
                    <a:pt x="2122" y="1153"/>
                  </a:cubicBezTo>
                  <a:cubicBezTo>
                    <a:pt x="2155" y="953"/>
                    <a:pt x="2122" y="769"/>
                    <a:pt x="2039" y="585"/>
                  </a:cubicBezTo>
                  <a:cubicBezTo>
                    <a:pt x="1955" y="452"/>
                    <a:pt x="1855" y="318"/>
                    <a:pt x="1721" y="218"/>
                  </a:cubicBezTo>
                  <a:cubicBezTo>
                    <a:pt x="1537" y="84"/>
                    <a:pt x="1303" y="0"/>
                    <a:pt x="106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7"/>
            <p:cNvSpPr/>
            <p:nvPr/>
          </p:nvSpPr>
          <p:spPr>
            <a:xfrm>
              <a:off x="1525475" y="2681696"/>
              <a:ext cx="237488" cy="133036"/>
            </a:xfrm>
            <a:custGeom>
              <a:avLst/>
              <a:gdLst/>
              <a:ahLst/>
              <a:cxnLst/>
              <a:rect l="l" t="t" r="r" b="b"/>
              <a:pathLst>
                <a:path w="7403" h="4147" extrusionOk="0">
                  <a:moveTo>
                    <a:pt x="318" y="0"/>
                  </a:moveTo>
                  <a:cubicBezTo>
                    <a:pt x="318" y="0"/>
                    <a:pt x="301" y="34"/>
                    <a:pt x="251" y="84"/>
                  </a:cubicBezTo>
                  <a:cubicBezTo>
                    <a:pt x="201" y="167"/>
                    <a:pt x="168" y="251"/>
                    <a:pt x="134" y="351"/>
                  </a:cubicBezTo>
                  <a:cubicBezTo>
                    <a:pt x="1" y="702"/>
                    <a:pt x="1" y="1069"/>
                    <a:pt x="134" y="1420"/>
                  </a:cubicBezTo>
                  <a:cubicBezTo>
                    <a:pt x="335" y="1938"/>
                    <a:pt x="803" y="2306"/>
                    <a:pt x="1354" y="2406"/>
                  </a:cubicBezTo>
                  <a:cubicBezTo>
                    <a:pt x="1433" y="2410"/>
                    <a:pt x="1513" y="2412"/>
                    <a:pt x="1592" y="2412"/>
                  </a:cubicBezTo>
                  <a:cubicBezTo>
                    <a:pt x="1829" y="2412"/>
                    <a:pt x="2064" y="2394"/>
                    <a:pt x="2290" y="2356"/>
                  </a:cubicBezTo>
                  <a:cubicBezTo>
                    <a:pt x="2343" y="2344"/>
                    <a:pt x="2398" y="2339"/>
                    <a:pt x="2454" y="2339"/>
                  </a:cubicBezTo>
                  <a:cubicBezTo>
                    <a:pt x="2556" y="2339"/>
                    <a:pt x="2660" y="2357"/>
                    <a:pt x="2758" y="2389"/>
                  </a:cubicBezTo>
                  <a:cubicBezTo>
                    <a:pt x="2891" y="2456"/>
                    <a:pt x="3025" y="2557"/>
                    <a:pt x="3125" y="2674"/>
                  </a:cubicBezTo>
                  <a:cubicBezTo>
                    <a:pt x="3326" y="2924"/>
                    <a:pt x="3459" y="3242"/>
                    <a:pt x="3676" y="3509"/>
                  </a:cubicBezTo>
                  <a:cubicBezTo>
                    <a:pt x="3894" y="3743"/>
                    <a:pt x="4161" y="3927"/>
                    <a:pt x="4478" y="4027"/>
                  </a:cubicBezTo>
                  <a:cubicBezTo>
                    <a:pt x="4731" y="4108"/>
                    <a:pt x="4991" y="4146"/>
                    <a:pt x="5251" y="4146"/>
                  </a:cubicBezTo>
                  <a:cubicBezTo>
                    <a:pt x="5525" y="4146"/>
                    <a:pt x="5800" y="4104"/>
                    <a:pt x="6066" y="4027"/>
                  </a:cubicBezTo>
                  <a:cubicBezTo>
                    <a:pt x="6400" y="3927"/>
                    <a:pt x="6734" y="3793"/>
                    <a:pt x="7052" y="3626"/>
                  </a:cubicBezTo>
                  <a:cubicBezTo>
                    <a:pt x="7169" y="3576"/>
                    <a:pt x="7286" y="3509"/>
                    <a:pt x="7402" y="3425"/>
                  </a:cubicBezTo>
                  <a:lnTo>
                    <a:pt x="7402" y="3425"/>
                  </a:lnTo>
                  <a:cubicBezTo>
                    <a:pt x="7269" y="3476"/>
                    <a:pt x="7152" y="3509"/>
                    <a:pt x="7035" y="3576"/>
                  </a:cubicBezTo>
                  <a:cubicBezTo>
                    <a:pt x="6717" y="3709"/>
                    <a:pt x="6383" y="3826"/>
                    <a:pt x="6032" y="3927"/>
                  </a:cubicBezTo>
                  <a:cubicBezTo>
                    <a:pt x="5804" y="3998"/>
                    <a:pt x="5563" y="4031"/>
                    <a:pt x="5321" y="4031"/>
                  </a:cubicBezTo>
                  <a:cubicBezTo>
                    <a:pt x="5050" y="4031"/>
                    <a:pt x="4776" y="3989"/>
                    <a:pt x="4512" y="3910"/>
                  </a:cubicBezTo>
                  <a:cubicBezTo>
                    <a:pt x="4228" y="3810"/>
                    <a:pt x="3977" y="3643"/>
                    <a:pt x="3793" y="3409"/>
                  </a:cubicBezTo>
                  <a:cubicBezTo>
                    <a:pt x="3593" y="3175"/>
                    <a:pt x="3459" y="2857"/>
                    <a:pt x="3225" y="2590"/>
                  </a:cubicBezTo>
                  <a:cubicBezTo>
                    <a:pt x="3125" y="2440"/>
                    <a:pt x="2975" y="2323"/>
                    <a:pt x="2808" y="2256"/>
                  </a:cubicBezTo>
                  <a:cubicBezTo>
                    <a:pt x="2682" y="2218"/>
                    <a:pt x="2548" y="2199"/>
                    <a:pt x="2418" y="2199"/>
                  </a:cubicBezTo>
                  <a:cubicBezTo>
                    <a:pt x="2374" y="2199"/>
                    <a:pt x="2331" y="2201"/>
                    <a:pt x="2290" y="2206"/>
                  </a:cubicBezTo>
                  <a:cubicBezTo>
                    <a:pt x="2060" y="2257"/>
                    <a:pt x="1820" y="2279"/>
                    <a:pt x="1586" y="2279"/>
                  </a:cubicBezTo>
                  <a:cubicBezTo>
                    <a:pt x="1514" y="2279"/>
                    <a:pt x="1442" y="2276"/>
                    <a:pt x="1371" y="2273"/>
                  </a:cubicBezTo>
                  <a:cubicBezTo>
                    <a:pt x="869" y="2189"/>
                    <a:pt x="435" y="1855"/>
                    <a:pt x="235" y="1387"/>
                  </a:cubicBezTo>
                  <a:cubicBezTo>
                    <a:pt x="101" y="1053"/>
                    <a:pt x="84" y="702"/>
                    <a:pt x="184" y="368"/>
                  </a:cubicBezTo>
                  <a:cubicBezTo>
                    <a:pt x="251" y="134"/>
                    <a:pt x="335" y="17"/>
                    <a:pt x="318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7"/>
            <p:cNvSpPr/>
            <p:nvPr/>
          </p:nvSpPr>
          <p:spPr>
            <a:xfrm>
              <a:off x="1502955" y="2888323"/>
              <a:ext cx="196233" cy="283876"/>
            </a:xfrm>
            <a:custGeom>
              <a:avLst/>
              <a:gdLst/>
              <a:ahLst/>
              <a:cxnLst/>
              <a:rect l="l" t="t" r="r" b="b"/>
              <a:pathLst>
                <a:path w="6117" h="8849" extrusionOk="0">
                  <a:moveTo>
                    <a:pt x="3385" y="0"/>
                  </a:moveTo>
                  <a:cubicBezTo>
                    <a:pt x="3326" y="0"/>
                    <a:pt x="3267" y="3"/>
                    <a:pt x="3209" y="9"/>
                  </a:cubicBezTo>
                  <a:cubicBezTo>
                    <a:pt x="2774" y="59"/>
                    <a:pt x="2373" y="293"/>
                    <a:pt x="2123" y="644"/>
                  </a:cubicBezTo>
                  <a:cubicBezTo>
                    <a:pt x="1989" y="861"/>
                    <a:pt x="1922" y="1095"/>
                    <a:pt x="1922" y="1345"/>
                  </a:cubicBezTo>
                  <a:cubicBezTo>
                    <a:pt x="1939" y="1596"/>
                    <a:pt x="1956" y="1847"/>
                    <a:pt x="1989" y="2097"/>
                  </a:cubicBezTo>
                  <a:cubicBezTo>
                    <a:pt x="2039" y="2331"/>
                    <a:pt x="2023" y="2598"/>
                    <a:pt x="1956" y="2832"/>
                  </a:cubicBezTo>
                  <a:cubicBezTo>
                    <a:pt x="1855" y="3066"/>
                    <a:pt x="1705" y="3283"/>
                    <a:pt x="1488" y="3451"/>
                  </a:cubicBezTo>
                  <a:cubicBezTo>
                    <a:pt x="1287" y="3618"/>
                    <a:pt x="1053" y="3768"/>
                    <a:pt x="820" y="3935"/>
                  </a:cubicBezTo>
                  <a:cubicBezTo>
                    <a:pt x="569" y="4119"/>
                    <a:pt x="368" y="4353"/>
                    <a:pt x="235" y="4620"/>
                  </a:cubicBezTo>
                  <a:cubicBezTo>
                    <a:pt x="1" y="5188"/>
                    <a:pt x="151" y="5840"/>
                    <a:pt x="602" y="6258"/>
                  </a:cubicBezTo>
                  <a:cubicBezTo>
                    <a:pt x="836" y="6441"/>
                    <a:pt x="1087" y="6542"/>
                    <a:pt x="1371" y="6592"/>
                  </a:cubicBezTo>
                  <a:cubicBezTo>
                    <a:pt x="1622" y="6608"/>
                    <a:pt x="1872" y="6692"/>
                    <a:pt x="2089" y="6792"/>
                  </a:cubicBezTo>
                  <a:cubicBezTo>
                    <a:pt x="2524" y="7060"/>
                    <a:pt x="2708" y="7527"/>
                    <a:pt x="2958" y="7895"/>
                  </a:cubicBezTo>
                  <a:cubicBezTo>
                    <a:pt x="3175" y="8279"/>
                    <a:pt x="3510" y="8563"/>
                    <a:pt x="3911" y="8730"/>
                  </a:cubicBezTo>
                  <a:cubicBezTo>
                    <a:pt x="4130" y="8807"/>
                    <a:pt x="4364" y="8848"/>
                    <a:pt x="4593" y="8848"/>
                  </a:cubicBezTo>
                  <a:cubicBezTo>
                    <a:pt x="4713" y="8848"/>
                    <a:pt x="4832" y="8837"/>
                    <a:pt x="4947" y="8814"/>
                  </a:cubicBezTo>
                  <a:cubicBezTo>
                    <a:pt x="5214" y="8747"/>
                    <a:pt x="5465" y="8630"/>
                    <a:pt x="5665" y="8480"/>
                  </a:cubicBezTo>
                  <a:cubicBezTo>
                    <a:pt x="5799" y="8380"/>
                    <a:pt x="5916" y="8263"/>
                    <a:pt x="6016" y="8129"/>
                  </a:cubicBezTo>
                  <a:cubicBezTo>
                    <a:pt x="6049" y="8096"/>
                    <a:pt x="6066" y="8062"/>
                    <a:pt x="6099" y="8012"/>
                  </a:cubicBezTo>
                  <a:cubicBezTo>
                    <a:pt x="6116" y="7995"/>
                    <a:pt x="6116" y="7979"/>
                    <a:pt x="6116" y="7979"/>
                  </a:cubicBezTo>
                  <a:lnTo>
                    <a:pt x="6116" y="7979"/>
                  </a:lnTo>
                  <a:cubicBezTo>
                    <a:pt x="5983" y="8146"/>
                    <a:pt x="5815" y="8296"/>
                    <a:pt x="5632" y="8430"/>
                  </a:cubicBezTo>
                  <a:cubicBezTo>
                    <a:pt x="5431" y="8580"/>
                    <a:pt x="5197" y="8680"/>
                    <a:pt x="4947" y="8730"/>
                  </a:cubicBezTo>
                  <a:cubicBezTo>
                    <a:pt x="4835" y="8753"/>
                    <a:pt x="4722" y="8764"/>
                    <a:pt x="4609" y="8764"/>
                  </a:cubicBezTo>
                  <a:cubicBezTo>
                    <a:pt x="4382" y="8764"/>
                    <a:pt x="4156" y="8719"/>
                    <a:pt x="3944" y="8630"/>
                  </a:cubicBezTo>
                  <a:cubicBezTo>
                    <a:pt x="3576" y="8480"/>
                    <a:pt x="3259" y="8196"/>
                    <a:pt x="3042" y="7845"/>
                  </a:cubicBezTo>
                  <a:cubicBezTo>
                    <a:pt x="2925" y="7644"/>
                    <a:pt x="2825" y="7444"/>
                    <a:pt x="2691" y="7243"/>
                  </a:cubicBezTo>
                  <a:cubicBezTo>
                    <a:pt x="2557" y="7009"/>
                    <a:pt x="2373" y="6826"/>
                    <a:pt x="2156" y="6692"/>
                  </a:cubicBezTo>
                  <a:cubicBezTo>
                    <a:pt x="1688" y="6408"/>
                    <a:pt x="1087" y="6525"/>
                    <a:pt x="703" y="6157"/>
                  </a:cubicBezTo>
                  <a:cubicBezTo>
                    <a:pt x="285" y="5773"/>
                    <a:pt x="151" y="5188"/>
                    <a:pt x="352" y="4670"/>
                  </a:cubicBezTo>
                  <a:cubicBezTo>
                    <a:pt x="485" y="4420"/>
                    <a:pt x="669" y="4219"/>
                    <a:pt x="903" y="4052"/>
                  </a:cubicBezTo>
                  <a:cubicBezTo>
                    <a:pt x="1120" y="3885"/>
                    <a:pt x="1371" y="3735"/>
                    <a:pt x="1588" y="3551"/>
                  </a:cubicBezTo>
                  <a:cubicBezTo>
                    <a:pt x="1805" y="3367"/>
                    <a:pt x="1972" y="3150"/>
                    <a:pt x="2089" y="2882"/>
                  </a:cubicBezTo>
                  <a:cubicBezTo>
                    <a:pt x="2156" y="2615"/>
                    <a:pt x="2173" y="2348"/>
                    <a:pt x="2123" y="2080"/>
                  </a:cubicBezTo>
                  <a:cubicBezTo>
                    <a:pt x="2089" y="1830"/>
                    <a:pt x="2056" y="1596"/>
                    <a:pt x="2056" y="1345"/>
                  </a:cubicBezTo>
                  <a:cubicBezTo>
                    <a:pt x="2056" y="1128"/>
                    <a:pt x="2106" y="911"/>
                    <a:pt x="2223" y="710"/>
                  </a:cubicBezTo>
                  <a:cubicBezTo>
                    <a:pt x="2457" y="376"/>
                    <a:pt x="2825" y="159"/>
                    <a:pt x="3226" y="109"/>
                  </a:cubicBezTo>
                  <a:cubicBezTo>
                    <a:pt x="3291" y="102"/>
                    <a:pt x="3357" y="99"/>
                    <a:pt x="3424" y="99"/>
                  </a:cubicBezTo>
                  <a:cubicBezTo>
                    <a:pt x="3695" y="99"/>
                    <a:pt x="3970" y="155"/>
                    <a:pt x="4211" y="276"/>
                  </a:cubicBezTo>
                  <a:cubicBezTo>
                    <a:pt x="4429" y="393"/>
                    <a:pt x="4646" y="543"/>
                    <a:pt x="4846" y="710"/>
                  </a:cubicBezTo>
                  <a:cubicBezTo>
                    <a:pt x="5164" y="994"/>
                    <a:pt x="5297" y="1195"/>
                    <a:pt x="5297" y="1195"/>
                  </a:cubicBezTo>
                  <a:cubicBezTo>
                    <a:pt x="5281" y="1128"/>
                    <a:pt x="5247" y="1095"/>
                    <a:pt x="5214" y="1045"/>
                  </a:cubicBezTo>
                  <a:cubicBezTo>
                    <a:pt x="5114" y="911"/>
                    <a:pt x="4997" y="794"/>
                    <a:pt x="4880" y="677"/>
                  </a:cubicBezTo>
                  <a:cubicBezTo>
                    <a:pt x="4696" y="493"/>
                    <a:pt x="4479" y="326"/>
                    <a:pt x="4245" y="209"/>
                  </a:cubicBezTo>
                  <a:cubicBezTo>
                    <a:pt x="3980" y="70"/>
                    <a:pt x="3681" y="0"/>
                    <a:pt x="3385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7"/>
            <p:cNvSpPr/>
            <p:nvPr/>
          </p:nvSpPr>
          <p:spPr>
            <a:xfrm>
              <a:off x="1367353" y="3084236"/>
              <a:ext cx="132426" cy="165661"/>
            </a:xfrm>
            <a:custGeom>
              <a:avLst/>
              <a:gdLst/>
              <a:ahLst/>
              <a:cxnLst/>
              <a:rect l="l" t="t" r="r" b="b"/>
              <a:pathLst>
                <a:path w="4128" h="5164" extrusionOk="0">
                  <a:moveTo>
                    <a:pt x="1" y="0"/>
                  </a:moveTo>
                  <a:cubicBezTo>
                    <a:pt x="1" y="0"/>
                    <a:pt x="1" y="34"/>
                    <a:pt x="17" y="84"/>
                  </a:cubicBezTo>
                  <a:cubicBezTo>
                    <a:pt x="51" y="167"/>
                    <a:pt x="101" y="234"/>
                    <a:pt x="168" y="284"/>
                  </a:cubicBezTo>
                  <a:cubicBezTo>
                    <a:pt x="387" y="474"/>
                    <a:pt x="644" y="575"/>
                    <a:pt x="917" y="575"/>
                  </a:cubicBezTo>
                  <a:cubicBezTo>
                    <a:pt x="957" y="575"/>
                    <a:pt x="997" y="572"/>
                    <a:pt x="1037" y="568"/>
                  </a:cubicBezTo>
                  <a:cubicBezTo>
                    <a:pt x="1438" y="568"/>
                    <a:pt x="1872" y="384"/>
                    <a:pt x="2373" y="368"/>
                  </a:cubicBezTo>
                  <a:cubicBezTo>
                    <a:pt x="2416" y="362"/>
                    <a:pt x="2459" y="359"/>
                    <a:pt x="2502" y="359"/>
                  </a:cubicBezTo>
                  <a:cubicBezTo>
                    <a:pt x="2709" y="359"/>
                    <a:pt x="2912" y="424"/>
                    <a:pt x="3092" y="535"/>
                  </a:cubicBezTo>
                  <a:cubicBezTo>
                    <a:pt x="3292" y="702"/>
                    <a:pt x="3426" y="953"/>
                    <a:pt x="3443" y="1237"/>
                  </a:cubicBezTo>
                  <a:cubicBezTo>
                    <a:pt x="3493" y="1788"/>
                    <a:pt x="3259" y="2323"/>
                    <a:pt x="3225" y="2857"/>
                  </a:cubicBezTo>
                  <a:cubicBezTo>
                    <a:pt x="3209" y="3108"/>
                    <a:pt x="3242" y="3359"/>
                    <a:pt x="3359" y="3576"/>
                  </a:cubicBezTo>
                  <a:cubicBezTo>
                    <a:pt x="3459" y="3760"/>
                    <a:pt x="3593" y="3943"/>
                    <a:pt x="3743" y="4094"/>
                  </a:cubicBezTo>
                  <a:cubicBezTo>
                    <a:pt x="3961" y="4294"/>
                    <a:pt x="4077" y="4578"/>
                    <a:pt x="4061" y="4879"/>
                  </a:cubicBezTo>
                  <a:cubicBezTo>
                    <a:pt x="4027" y="4979"/>
                    <a:pt x="3977" y="5080"/>
                    <a:pt x="3910" y="5163"/>
                  </a:cubicBezTo>
                  <a:cubicBezTo>
                    <a:pt x="3910" y="5163"/>
                    <a:pt x="4044" y="5113"/>
                    <a:pt x="4111" y="4896"/>
                  </a:cubicBezTo>
                  <a:cubicBezTo>
                    <a:pt x="4128" y="4762"/>
                    <a:pt x="4128" y="4612"/>
                    <a:pt x="4094" y="4495"/>
                  </a:cubicBezTo>
                  <a:cubicBezTo>
                    <a:pt x="4027" y="4311"/>
                    <a:pt x="3944" y="4161"/>
                    <a:pt x="3810" y="4027"/>
                  </a:cubicBezTo>
                  <a:cubicBezTo>
                    <a:pt x="3676" y="3877"/>
                    <a:pt x="3559" y="3709"/>
                    <a:pt x="3459" y="3526"/>
                  </a:cubicBezTo>
                  <a:cubicBezTo>
                    <a:pt x="3359" y="3325"/>
                    <a:pt x="3326" y="3091"/>
                    <a:pt x="3359" y="2857"/>
                  </a:cubicBezTo>
                  <a:cubicBezTo>
                    <a:pt x="3376" y="2373"/>
                    <a:pt x="3626" y="1838"/>
                    <a:pt x="3576" y="1220"/>
                  </a:cubicBezTo>
                  <a:cubicBezTo>
                    <a:pt x="3559" y="902"/>
                    <a:pt x="3409" y="618"/>
                    <a:pt x="3158" y="435"/>
                  </a:cubicBezTo>
                  <a:cubicBezTo>
                    <a:pt x="2959" y="306"/>
                    <a:pt x="2723" y="227"/>
                    <a:pt x="2482" y="227"/>
                  </a:cubicBezTo>
                  <a:cubicBezTo>
                    <a:pt x="2440" y="227"/>
                    <a:pt x="2398" y="229"/>
                    <a:pt x="2356" y="234"/>
                  </a:cubicBezTo>
                  <a:cubicBezTo>
                    <a:pt x="1839" y="268"/>
                    <a:pt x="1404" y="451"/>
                    <a:pt x="1037" y="468"/>
                  </a:cubicBezTo>
                  <a:cubicBezTo>
                    <a:pt x="987" y="474"/>
                    <a:pt x="938" y="476"/>
                    <a:pt x="890" y="476"/>
                  </a:cubicBezTo>
                  <a:cubicBezTo>
                    <a:pt x="643" y="476"/>
                    <a:pt x="410" y="404"/>
                    <a:pt x="201" y="251"/>
                  </a:cubicBezTo>
                  <a:cubicBezTo>
                    <a:pt x="134" y="167"/>
                    <a:pt x="51" y="84"/>
                    <a:pt x="1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7"/>
            <p:cNvSpPr/>
            <p:nvPr/>
          </p:nvSpPr>
          <p:spPr>
            <a:xfrm>
              <a:off x="1519573" y="3331316"/>
              <a:ext cx="395097" cy="1301999"/>
            </a:xfrm>
            <a:custGeom>
              <a:avLst/>
              <a:gdLst/>
              <a:ahLst/>
              <a:cxnLst/>
              <a:rect l="l" t="t" r="r" b="b"/>
              <a:pathLst>
                <a:path w="12316" h="40586" extrusionOk="0">
                  <a:moveTo>
                    <a:pt x="7302" y="1"/>
                  </a:moveTo>
                  <a:lnTo>
                    <a:pt x="1" y="2023"/>
                  </a:lnTo>
                  <a:lnTo>
                    <a:pt x="7954" y="40402"/>
                  </a:lnTo>
                  <a:lnTo>
                    <a:pt x="12315" y="40586"/>
                  </a:lnTo>
                  <a:lnTo>
                    <a:pt x="73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7"/>
            <p:cNvSpPr/>
            <p:nvPr/>
          </p:nvSpPr>
          <p:spPr>
            <a:xfrm>
              <a:off x="1062368" y="3244828"/>
              <a:ext cx="817430" cy="1018123"/>
            </a:xfrm>
            <a:custGeom>
              <a:avLst/>
              <a:gdLst/>
              <a:ahLst/>
              <a:cxnLst/>
              <a:rect l="l" t="t" r="r" b="b"/>
              <a:pathLst>
                <a:path w="25481" h="31737" extrusionOk="0">
                  <a:moveTo>
                    <a:pt x="8595" y="0"/>
                  </a:moveTo>
                  <a:cubicBezTo>
                    <a:pt x="8415" y="0"/>
                    <a:pt x="8234" y="13"/>
                    <a:pt x="8054" y="40"/>
                  </a:cubicBezTo>
                  <a:lnTo>
                    <a:pt x="7920" y="74"/>
                  </a:lnTo>
                  <a:lnTo>
                    <a:pt x="0" y="28361"/>
                  </a:lnTo>
                  <a:lnTo>
                    <a:pt x="5848" y="30784"/>
                  </a:lnTo>
                  <a:lnTo>
                    <a:pt x="14253" y="6991"/>
                  </a:lnTo>
                  <a:lnTo>
                    <a:pt x="19332" y="31736"/>
                  </a:lnTo>
                  <a:lnTo>
                    <a:pt x="25481" y="30533"/>
                  </a:lnTo>
                  <a:lnTo>
                    <a:pt x="21287" y="508"/>
                  </a:lnTo>
                  <a:lnTo>
                    <a:pt x="20719" y="441"/>
                  </a:lnTo>
                  <a:cubicBezTo>
                    <a:pt x="20587" y="422"/>
                    <a:pt x="20456" y="413"/>
                    <a:pt x="20325" y="413"/>
                  </a:cubicBezTo>
                  <a:cubicBezTo>
                    <a:pt x="20107" y="413"/>
                    <a:pt x="19892" y="439"/>
                    <a:pt x="19683" y="491"/>
                  </a:cubicBezTo>
                  <a:lnTo>
                    <a:pt x="19299" y="592"/>
                  </a:lnTo>
                  <a:cubicBezTo>
                    <a:pt x="19082" y="642"/>
                    <a:pt x="18860" y="667"/>
                    <a:pt x="18639" y="667"/>
                  </a:cubicBezTo>
                  <a:cubicBezTo>
                    <a:pt x="18417" y="667"/>
                    <a:pt x="18196" y="642"/>
                    <a:pt x="17979" y="592"/>
                  </a:cubicBezTo>
                  <a:lnTo>
                    <a:pt x="17695" y="525"/>
                  </a:lnTo>
                  <a:cubicBezTo>
                    <a:pt x="17485" y="472"/>
                    <a:pt x="17271" y="447"/>
                    <a:pt x="17057" y="447"/>
                  </a:cubicBezTo>
                  <a:cubicBezTo>
                    <a:pt x="16862" y="447"/>
                    <a:pt x="16666" y="468"/>
                    <a:pt x="16475" y="508"/>
                  </a:cubicBezTo>
                  <a:lnTo>
                    <a:pt x="15790" y="642"/>
                  </a:lnTo>
                  <a:cubicBezTo>
                    <a:pt x="15597" y="680"/>
                    <a:pt x="15402" y="699"/>
                    <a:pt x="15208" y="699"/>
                  </a:cubicBezTo>
                  <a:cubicBezTo>
                    <a:pt x="14896" y="699"/>
                    <a:pt x="14585" y="651"/>
                    <a:pt x="14286" y="558"/>
                  </a:cubicBezTo>
                  <a:lnTo>
                    <a:pt x="13618" y="324"/>
                  </a:lnTo>
                  <a:cubicBezTo>
                    <a:pt x="13324" y="215"/>
                    <a:pt x="13009" y="163"/>
                    <a:pt x="12695" y="163"/>
                  </a:cubicBezTo>
                  <a:cubicBezTo>
                    <a:pt x="12528" y="163"/>
                    <a:pt x="12361" y="178"/>
                    <a:pt x="12198" y="207"/>
                  </a:cubicBezTo>
                  <a:lnTo>
                    <a:pt x="11563" y="324"/>
                  </a:lnTo>
                  <a:cubicBezTo>
                    <a:pt x="11409" y="354"/>
                    <a:pt x="11252" y="367"/>
                    <a:pt x="11094" y="367"/>
                  </a:cubicBezTo>
                  <a:cubicBezTo>
                    <a:pt x="10893" y="367"/>
                    <a:pt x="10690" y="345"/>
                    <a:pt x="10493" y="307"/>
                  </a:cubicBezTo>
                  <a:lnTo>
                    <a:pt x="9407" y="90"/>
                  </a:lnTo>
                  <a:cubicBezTo>
                    <a:pt x="9137" y="30"/>
                    <a:pt x="8866" y="0"/>
                    <a:pt x="85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7"/>
            <p:cNvSpPr/>
            <p:nvPr/>
          </p:nvSpPr>
          <p:spPr>
            <a:xfrm>
              <a:off x="1774191" y="4618269"/>
              <a:ext cx="274990" cy="53445"/>
            </a:xfrm>
            <a:custGeom>
              <a:avLst/>
              <a:gdLst/>
              <a:ahLst/>
              <a:cxnLst/>
              <a:rect l="l" t="t" r="r" b="b"/>
              <a:pathLst>
                <a:path w="8572" h="1666" extrusionOk="0">
                  <a:moveTo>
                    <a:pt x="4629" y="1"/>
                  </a:moveTo>
                  <a:lnTo>
                    <a:pt x="0" y="134"/>
                  </a:lnTo>
                  <a:lnTo>
                    <a:pt x="51" y="1638"/>
                  </a:lnTo>
                  <a:lnTo>
                    <a:pt x="335" y="1638"/>
                  </a:lnTo>
                  <a:cubicBezTo>
                    <a:pt x="805" y="1651"/>
                    <a:pt x="1813" y="1665"/>
                    <a:pt x="2938" y="1665"/>
                  </a:cubicBezTo>
                  <a:cubicBezTo>
                    <a:pt x="4854" y="1665"/>
                    <a:pt x="7110" y="1623"/>
                    <a:pt x="7636" y="1454"/>
                  </a:cubicBezTo>
                  <a:cubicBezTo>
                    <a:pt x="8572" y="1170"/>
                    <a:pt x="4645" y="452"/>
                    <a:pt x="4645" y="452"/>
                  </a:cubicBezTo>
                  <a:lnTo>
                    <a:pt x="46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7"/>
            <p:cNvSpPr/>
            <p:nvPr/>
          </p:nvSpPr>
          <p:spPr>
            <a:xfrm>
              <a:off x="1774737" y="4630203"/>
              <a:ext cx="54696" cy="38496"/>
            </a:xfrm>
            <a:custGeom>
              <a:avLst/>
              <a:gdLst/>
              <a:ahLst/>
              <a:cxnLst/>
              <a:rect l="l" t="t" r="r" b="b"/>
              <a:pathLst>
                <a:path w="1705" h="1200" extrusionOk="0">
                  <a:moveTo>
                    <a:pt x="194" y="0"/>
                  </a:moveTo>
                  <a:cubicBezTo>
                    <a:pt x="129" y="0"/>
                    <a:pt x="65" y="5"/>
                    <a:pt x="0" y="13"/>
                  </a:cubicBezTo>
                  <a:lnTo>
                    <a:pt x="34" y="1199"/>
                  </a:lnTo>
                  <a:lnTo>
                    <a:pt x="1704" y="1183"/>
                  </a:lnTo>
                  <a:cubicBezTo>
                    <a:pt x="1621" y="815"/>
                    <a:pt x="1387" y="498"/>
                    <a:pt x="1086" y="297"/>
                  </a:cubicBezTo>
                  <a:cubicBezTo>
                    <a:pt x="822" y="103"/>
                    <a:pt x="512" y="0"/>
                    <a:pt x="194" y="0"/>
                  </a:cubicBezTo>
                  <a:close/>
                </a:path>
              </a:pathLst>
            </a:custGeom>
            <a:solidFill>
              <a:schemeClr val="lt1">
                <a:alpha val="272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7"/>
            <p:cNvSpPr/>
            <p:nvPr/>
          </p:nvSpPr>
          <p:spPr>
            <a:xfrm>
              <a:off x="1775795" y="4646147"/>
              <a:ext cx="253560" cy="26081"/>
            </a:xfrm>
            <a:custGeom>
              <a:avLst/>
              <a:gdLst/>
              <a:ahLst/>
              <a:cxnLst/>
              <a:rect l="l" t="t" r="r" b="b"/>
              <a:pathLst>
                <a:path w="7904" h="813" extrusionOk="0">
                  <a:moveTo>
                    <a:pt x="6517" y="1"/>
                  </a:moveTo>
                  <a:cubicBezTo>
                    <a:pt x="6250" y="17"/>
                    <a:pt x="6133" y="552"/>
                    <a:pt x="6133" y="552"/>
                  </a:cubicBezTo>
                  <a:lnTo>
                    <a:pt x="1" y="669"/>
                  </a:lnTo>
                  <a:lnTo>
                    <a:pt x="1" y="769"/>
                  </a:lnTo>
                  <a:cubicBezTo>
                    <a:pt x="593" y="799"/>
                    <a:pt x="1375" y="813"/>
                    <a:pt x="2215" y="813"/>
                  </a:cubicBezTo>
                  <a:cubicBezTo>
                    <a:pt x="4668" y="813"/>
                    <a:pt x="7612" y="697"/>
                    <a:pt x="7737" y="535"/>
                  </a:cubicBezTo>
                  <a:cubicBezTo>
                    <a:pt x="7904" y="335"/>
                    <a:pt x="6517" y="1"/>
                    <a:pt x="6517" y="1"/>
                  </a:cubicBezTo>
                  <a:close/>
                </a:path>
              </a:pathLst>
            </a:custGeom>
            <a:solidFill>
              <a:schemeClr val="lt1">
                <a:alpha val="272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7"/>
            <p:cNvSpPr/>
            <p:nvPr/>
          </p:nvSpPr>
          <p:spPr>
            <a:xfrm>
              <a:off x="1775795" y="4659941"/>
              <a:ext cx="248203" cy="8437"/>
            </a:xfrm>
            <a:custGeom>
              <a:avLst/>
              <a:gdLst/>
              <a:ahLst/>
              <a:cxnLst/>
              <a:rect l="l" t="t" r="r" b="b"/>
              <a:pathLst>
                <a:path w="7737" h="263" extrusionOk="0">
                  <a:moveTo>
                    <a:pt x="7701" y="1"/>
                  </a:moveTo>
                  <a:cubicBezTo>
                    <a:pt x="7682" y="1"/>
                    <a:pt x="7661" y="13"/>
                    <a:pt x="7653" y="38"/>
                  </a:cubicBezTo>
                  <a:lnTo>
                    <a:pt x="7436" y="55"/>
                  </a:lnTo>
                  <a:lnTo>
                    <a:pt x="6600" y="89"/>
                  </a:lnTo>
                  <a:cubicBezTo>
                    <a:pt x="5882" y="122"/>
                    <a:pt x="4913" y="155"/>
                    <a:pt x="3827" y="189"/>
                  </a:cubicBezTo>
                  <a:cubicBezTo>
                    <a:pt x="2757" y="206"/>
                    <a:pt x="1788" y="222"/>
                    <a:pt x="1070" y="222"/>
                  </a:cubicBezTo>
                  <a:lnTo>
                    <a:pt x="234" y="239"/>
                  </a:lnTo>
                  <a:lnTo>
                    <a:pt x="1" y="239"/>
                  </a:lnTo>
                  <a:lnTo>
                    <a:pt x="234" y="256"/>
                  </a:lnTo>
                  <a:lnTo>
                    <a:pt x="1070" y="256"/>
                  </a:lnTo>
                  <a:cubicBezTo>
                    <a:pt x="1275" y="261"/>
                    <a:pt x="1505" y="263"/>
                    <a:pt x="1755" y="263"/>
                  </a:cubicBezTo>
                  <a:cubicBezTo>
                    <a:pt x="2356" y="263"/>
                    <a:pt x="3071" y="251"/>
                    <a:pt x="3827" y="239"/>
                  </a:cubicBezTo>
                  <a:cubicBezTo>
                    <a:pt x="4913" y="206"/>
                    <a:pt x="5882" y="155"/>
                    <a:pt x="6600" y="122"/>
                  </a:cubicBezTo>
                  <a:lnTo>
                    <a:pt x="7436" y="72"/>
                  </a:lnTo>
                  <a:cubicBezTo>
                    <a:pt x="7519" y="55"/>
                    <a:pt x="7586" y="55"/>
                    <a:pt x="7653" y="55"/>
                  </a:cubicBezTo>
                  <a:cubicBezTo>
                    <a:pt x="7660" y="76"/>
                    <a:pt x="7676" y="85"/>
                    <a:pt x="7692" y="85"/>
                  </a:cubicBezTo>
                  <a:cubicBezTo>
                    <a:pt x="7714" y="85"/>
                    <a:pt x="7737" y="68"/>
                    <a:pt x="7737" y="38"/>
                  </a:cubicBezTo>
                  <a:cubicBezTo>
                    <a:pt x="7737" y="13"/>
                    <a:pt x="7720" y="1"/>
                    <a:pt x="77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7"/>
            <p:cNvSpPr/>
            <p:nvPr/>
          </p:nvSpPr>
          <p:spPr>
            <a:xfrm>
              <a:off x="1971451" y="4644543"/>
              <a:ext cx="14500" cy="21462"/>
            </a:xfrm>
            <a:custGeom>
              <a:avLst/>
              <a:gdLst/>
              <a:ahLst/>
              <a:cxnLst/>
              <a:rect l="l" t="t" r="r" b="b"/>
              <a:pathLst>
                <a:path w="452" h="669" extrusionOk="0">
                  <a:moveTo>
                    <a:pt x="451" y="1"/>
                  </a:moveTo>
                  <a:lnTo>
                    <a:pt x="451" y="1"/>
                  </a:lnTo>
                  <a:cubicBezTo>
                    <a:pt x="318" y="51"/>
                    <a:pt x="201" y="151"/>
                    <a:pt x="134" y="268"/>
                  </a:cubicBezTo>
                  <a:cubicBezTo>
                    <a:pt x="50" y="385"/>
                    <a:pt x="0" y="535"/>
                    <a:pt x="34" y="669"/>
                  </a:cubicBezTo>
                  <a:cubicBezTo>
                    <a:pt x="67" y="535"/>
                    <a:pt x="117" y="418"/>
                    <a:pt x="167" y="301"/>
                  </a:cubicBezTo>
                  <a:cubicBezTo>
                    <a:pt x="251" y="184"/>
                    <a:pt x="351" y="84"/>
                    <a:pt x="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7"/>
            <p:cNvSpPr/>
            <p:nvPr/>
          </p:nvSpPr>
          <p:spPr>
            <a:xfrm>
              <a:off x="1928015" y="4635368"/>
              <a:ext cx="8084" cy="1142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233" y="0"/>
                  </a:moveTo>
                  <a:cubicBezTo>
                    <a:pt x="223" y="0"/>
                    <a:pt x="162" y="77"/>
                    <a:pt x="101" y="153"/>
                  </a:cubicBezTo>
                  <a:cubicBezTo>
                    <a:pt x="34" y="253"/>
                    <a:pt x="1" y="353"/>
                    <a:pt x="1" y="353"/>
                  </a:cubicBezTo>
                  <a:cubicBezTo>
                    <a:pt x="2" y="355"/>
                    <a:pt x="4" y="355"/>
                    <a:pt x="6" y="355"/>
                  </a:cubicBezTo>
                  <a:cubicBezTo>
                    <a:pt x="29" y="355"/>
                    <a:pt x="90" y="278"/>
                    <a:pt x="151" y="186"/>
                  </a:cubicBezTo>
                  <a:cubicBezTo>
                    <a:pt x="218" y="86"/>
                    <a:pt x="251" y="2"/>
                    <a:pt x="235" y="2"/>
                  </a:cubicBezTo>
                  <a:cubicBezTo>
                    <a:pt x="235" y="1"/>
                    <a:pt x="234" y="0"/>
                    <a:pt x="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7"/>
            <p:cNvSpPr/>
            <p:nvPr/>
          </p:nvSpPr>
          <p:spPr>
            <a:xfrm>
              <a:off x="1915696" y="4633187"/>
              <a:ext cx="9688" cy="8180"/>
            </a:xfrm>
            <a:custGeom>
              <a:avLst/>
              <a:gdLst/>
              <a:ahLst/>
              <a:cxnLst/>
              <a:rect l="l" t="t" r="r" b="b"/>
              <a:pathLst>
                <a:path w="302" h="255" extrusionOk="0">
                  <a:moveTo>
                    <a:pt x="292" y="0"/>
                  </a:moveTo>
                  <a:cubicBezTo>
                    <a:pt x="267" y="0"/>
                    <a:pt x="207" y="46"/>
                    <a:pt x="134" y="104"/>
                  </a:cubicBezTo>
                  <a:cubicBezTo>
                    <a:pt x="51" y="171"/>
                    <a:pt x="0" y="238"/>
                    <a:pt x="17" y="254"/>
                  </a:cubicBezTo>
                  <a:cubicBezTo>
                    <a:pt x="17" y="254"/>
                    <a:pt x="101" y="221"/>
                    <a:pt x="168" y="154"/>
                  </a:cubicBezTo>
                  <a:cubicBezTo>
                    <a:pt x="251" y="70"/>
                    <a:pt x="301" y="20"/>
                    <a:pt x="301" y="4"/>
                  </a:cubicBezTo>
                  <a:cubicBezTo>
                    <a:pt x="299" y="1"/>
                    <a:pt x="296" y="0"/>
                    <a:pt x="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7"/>
            <p:cNvSpPr/>
            <p:nvPr/>
          </p:nvSpPr>
          <p:spPr>
            <a:xfrm>
              <a:off x="1908190" y="4627669"/>
              <a:ext cx="15591" cy="1572"/>
            </a:xfrm>
            <a:custGeom>
              <a:avLst/>
              <a:gdLst/>
              <a:ahLst/>
              <a:cxnLst/>
              <a:rect l="l" t="t" r="r" b="b"/>
              <a:pathLst>
                <a:path w="486" h="49" extrusionOk="0">
                  <a:moveTo>
                    <a:pt x="237" y="0"/>
                  </a:moveTo>
                  <a:cubicBezTo>
                    <a:pt x="155" y="0"/>
                    <a:pt x="76" y="9"/>
                    <a:pt x="1" y="25"/>
                  </a:cubicBezTo>
                  <a:cubicBezTo>
                    <a:pt x="60" y="37"/>
                    <a:pt x="119" y="49"/>
                    <a:pt x="172" y="49"/>
                  </a:cubicBezTo>
                  <a:cubicBezTo>
                    <a:pt x="194" y="49"/>
                    <a:pt x="215" y="47"/>
                    <a:pt x="234" y="42"/>
                  </a:cubicBezTo>
                  <a:cubicBezTo>
                    <a:pt x="259" y="47"/>
                    <a:pt x="283" y="49"/>
                    <a:pt x="308" y="49"/>
                  </a:cubicBezTo>
                  <a:cubicBezTo>
                    <a:pt x="367" y="49"/>
                    <a:pt x="426" y="37"/>
                    <a:pt x="485" y="25"/>
                  </a:cubicBezTo>
                  <a:cubicBezTo>
                    <a:pt x="402" y="9"/>
                    <a:pt x="318" y="0"/>
                    <a:pt x="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7"/>
            <p:cNvSpPr/>
            <p:nvPr/>
          </p:nvSpPr>
          <p:spPr>
            <a:xfrm>
              <a:off x="1905495" y="4619360"/>
              <a:ext cx="17195" cy="2374"/>
            </a:xfrm>
            <a:custGeom>
              <a:avLst/>
              <a:gdLst/>
              <a:ahLst/>
              <a:cxnLst/>
              <a:rect l="l" t="t" r="r" b="b"/>
              <a:pathLst>
                <a:path w="536" h="74" extrusionOk="0">
                  <a:moveTo>
                    <a:pt x="1" y="0"/>
                  </a:moveTo>
                  <a:cubicBezTo>
                    <a:pt x="85" y="50"/>
                    <a:pt x="168" y="67"/>
                    <a:pt x="268" y="67"/>
                  </a:cubicBezTo>
                  <a:cubicBezTo>
                    <a:pt x="289" y="71"/>
                    <a:pt x="311" y="73"/>
                    <a:pt x="334" y="73"/>
                  </a:cubicBezTo>
                  <a:cubicBezTo>
                    <a:pt x="401" y="73"/>
                    <a:pt x="473" y="55"/>
                    <a:pt x="536" y="17"/>
                  </a:cubicBezTo>
                  <a:lnTo>
                    <a:pt x="268" y="17"/>
                  </a:lnTo>
                  <a:cubicBezTo>
                    <a:pt x="185" y="0"/>
                    <a:pt x="85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7"/>
            <p:cNvSpPr/>
            <p:nvPr/>
          </p:nvSpPr>
          <p:spPr>
            <a:xfrm>
              <a:off x="1932859" y="4621798"/>
              <a:ext cx="27878" cy="15270"/>
            </a:xfrm>
            <a:custGeom>
              <a:avLst/>
              <a:gdLst/>
              <a:ahLst/>
              <a:cxnLst/>
              <a:rect l="l" t="t" r="r" b="b"/>
              <a:pathLst>
                <a:path w="869" h="476" extrusionOk="0">
                  <a:moveTo>
                    <a:pt x="581" y="51"/>
                  </a:moveTo>
                  <a:cubicBezTo>
                    <a:pt x="648" y="51"/>
                    <a:pt x="714" y="64"/>
                    <a:pt x="769" y="91"/>
                  </a:cubicBezTo>
                  <a:cubicBezTo>
                    <a:pt x="819" y="125"/>
                    <a:pt x="802" y="175"/>
                    <a:pt x="752" y="208"/>
                  </a:cubicBezTo>
                  <a:cubicBezTo>
                    <a:pt x="702" y="225"/>
                    <a:pt x="652" y="258"/>
                    <a:pt x="585" y="275"/>
                  </a:cubicBezTo>
                  <a:cubicBezTo>
                    <a:pt x="501" y="309"/>
                    <a:pt x="384" y="342"/>
                    <a:pt x="284" y="359"/>
                  </a:cubicBezTo>
                  <a:cubicBezTo>
                    <a:pt x="204" y="375"/>
                    <a:pt x="136" y="383"/>
                    <a:pt x="87" y="389"/>
                  </a:cubicBezTo>
                  <a:lnTo>
                    <a:pt x="87" y="389"/>
                  </a:lnTo>
                  <a:cubicBezTo>
                    <a:pt x="111" y="336"/>
                    <a:pt x="140" y="285"/>
                    <a:pt x="184" y="242"/>
                  </a:cubicBezTo>
                  <a:cubicBezTo>
                    <a:pt x="234" y="158"/>
                    <a:pt x="334" y="108"/>
                    <a:pt x="418" y="75"/>
                  </a:cubicBezTo>
                  <a:cubicBezTo>
                    <a:pt x="470" y="60"/>
                    <a:pt x="526" y="51"/>
                    <a:pt x="581" y="51"/>
                  </a:cubicBezTo>
                  <a:close/>
                  <a:moveTo>
                    <a:pt x="575" y="0"/>
                  </a:moveTo>
                  <a:cubicBezTo>
                    <a:pt x="410" y="0"/>
                    <a:pt x="251" y="75"/>
                    <a:pt x="150" y="208"/>
                  </a:cubicBezTo>
                  <a:cubicBezTo>
                    <a:pt x="104" y="271"/>
                    <a:pt x="71" y="319"/>
                    <a:pt x="54" y="393"/>
                  </a:cubicBezTo>
                  <a:lnTo>
                    <a:pt x="54" y="393"/>
                  </a:lnTo>
                  <a:cubicBezTo>
                    <a:pt x="19" y="398"/>
                    <a:pt x="0" y="402"/>
                    <a:pt x="0" y="409"/>
                  </a:cubicBezTo>
                  <a:cubicBezTo>
                    <a:pt x="17" y="409"/>
                    <a:pt x="34" y="409"/>
                    <a:pt x="50" y="409"/>
                  </a:cubicBezTo>
                  <a:lnTo>
                    <a:pt x="50" y="409"/>
                  </a:lnTo>
                  <a:cubicBezTo>
                    <a:pt x="50" y="409"/>
                    <a:pt x="50" y="409"/>
                    <a:pt x="50" y="409"/>
                  </a:cubicBezTo>
                  <a:cubicBezTo>
                    <a:pt x="50" y="442"/>
                    <a:pt x="50" y="476"/>
                    <a:pt x="50" y="476"/>
                  </a:cubicBezTo>
                  <a:cubicBezTo>
                    <a:pt x="59" y="453"/>
                    <a:pt x="68" y="431"/>
                    <a:pt x="78" y="408"/>
                  </a:cubicBezTo>
                  <a:lnTo>
                    <a:pt x="78" y="408"/>
                  </a:lnTo>
                  <a:cubicBezTo>
                    <a:pt x="152" y="408"/>
                    <a:pt x="227" y="404"/>
                    <a:pt x="301" y="392"/>
                  </a:cubicBezTo>
                  <a:cubicBezTo>
                    <a:pt x="401" y="375"/>
                    <a:pt x="501" y="359"/>
                    <a:pt x="602" y="325"/>
                  </a:cubicBezTo>
                  <a:cubicBezTo>
                    <a:pt x="668" y="309"/>
                    <a:pt x="735" y="275"/>
                    <a:pt x="785" y="242"/>
                  </a:cubicBezTo>
                  <a:cubicBezTo>
                    <a:pt x="819" y="225"/>
                    <a:pt x="852" y="192"/>
                    <a:pt x="852" y="158"/>
                  </a:cubicBezTo>
                  <a:cubicBezTo>
                    <a:pt x="869" y="108"/>
                    <a:pt x="852" y="75"/>
                    <a:pt x="819" y="58"/>
                  </a:cubicBezTo>
                  <a:cubicBezTo>
                    <a:pt x="741" y="19"/>
                    <a:pt x="657" y="0"/>
                    <a:pt x="5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7"/>
            <p:cNvSpPr/>
            <p:nvPr/>
          </p:nvSpPr>
          <p:spPr>
            <a:xfrm>
              <a:off x="1922112" y="4618269"/>
              <a:ext cx="14532" cy="16650"/>
            </a:xfrm>
            <a:custGeom>
              <a:avLst/>
              <a:gdLst/>
              <a:ahLst/>
              <a:cxnLst/>
              <a:rect l="l" t="t" r="r" b="b"/>
              <a:pathLst>
                <a:path w="453" h="519" extrusionOk="0">
                  <a:moveTo>
                    <a:pt x="101" y="1"/>
                  </a:moveTo>
                  <a:cubicBezTo>
                    <a:pt x="51" y="18"/>
                    <a:pt x="1" y="68"/>
                    <a:pt x="18" y="134"/>
                  </a:cubicBezTo>
                  <a:cubicBezTo>
                    <a:pt x="18" y="168"/>
                    <a:pt x="51" y="218"/>
                    <a:pt x="68" y="251"/>
                  </a:cubicBezTo>
                  <a:cubicBezTo>
                    <a:pt x="118" y="302"/>
                    <a:pt x="168" y="368"/>
                    <a:pt x="218" y="419"/>
                  </a:cubicBezTo>
                  <a:cubicBezTo>
                    <a:pt x="268" y="469"/>
                    <a:pt x="318" y="502"/>
                    <a:pt x="385" y="519"/>
                  </a:cubicBezTo>
                  <a:cubicBezTo>
                    <a:pt x="385" y="519"/>
                    <a:pt x="335" y="469"/>
                    <a:pt x="252" y="385"/>
                  </a:cubicBezTo>
                  <a:cubicBezTo>
                    <a:pt x="201" y="335"/>
                    <a:pt x="151" y="285"/>
                    <a:pt x="118" y="218"/>
                  </a:cubicBezTo>
                  <a:cubicBezTo>
                    <a:pt x="68" y="168"/>
                    <a:pt x="34" y="68"/>
                    <a:pt x="118" y="51"/>
                  </a:cubicBezTo>
                  <a:cubicBezTo>
                    <a:pt x="201" y="51"/>
                    <a:pt x="268" y="101"/>
                    <a:pt x="318" y="168"/>
                  </a:cubicBezTo>
                  <a:cubicBezTo>
                    <a:pt x="352" y="218"/>
                    <a:pt x="385" y="268"/>
                    <a:pt x="402" y="335"/>
                  </a:cubicBezTo>
                  <a:cubicBezTo>
                    <a:pt x="419" y="402"/>
                    <a:pt x="419" y="469"/>
                    <a:pt x="419" y="519"/>
                  </a:cubicBezTo>
                  <a:cubicBezTo>
                    <a:pt x="452" y="469"/>
                    <a:pt x="452" y="402"/>
                    <a:pt x="435" y="335"/>
                  </a:cubicBezTo>
                  <a:cubicBezTo>
                    <a:pt x="435" y="251"/>
                    <a:pt x="402" y="185"/>
                    <a:pt x="352" y="134"/>
                  </a:cubicBezTo>
                  <a:cubicBezTo>
                    <a:pt x="302" y="51"/>
                    <a:pt x="201" y="1"/>
                    <a:pt x="1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7"/>
            <p:cNvSpPr/>
            <p:nvPr/>
          </p:nvSpPr>
          <p:spPr>
            <a:xfrm>
              <a:off x="1775250" y="4628984"/>
              <a:ext cx="53638" cy="38624"/>
            </a:xfrm>
            <a:custGeom>
              <a:avLst/>
              <a:gdLst/>
              <a:ahLst/>
              <a:cxnLst/>
              <a:rect l="l" t="t" r="r" b="b"/>
              <a:pathLst>
                <a:path w="1672" h="1204" extrusionOk="0">
                  <a:moveTo>
                    <a:pt x="352" y="1"/>
                  </a:moveTo>
                  <a:cubicBezTo>
                    <a:pt x="268" y="1"/>
                    <a:pt x="185" y="1"/>
                    <a:pt x="101" y="18"/>
                  </a:cubicBezTo>
                  <a:cubicBezTo>
                    <a:pt x="68" y="18"/>
                    <a:pt x="34" y="18"/>
                    <a:pt x="1" y="34"/>
                  </a:cubicBezTo>
                  <a:cubicBezTo>
                    <a:pt x="1" y="34"/>
                    <a:pt x="60" y="27"/>
                    <a:pt x="164" y="27"/>
                  </a:cubicBezTo>
                  <a:cubicBezTo>
                    <a:pt x="216" y="27"/>
                    <a:pt x="279" y="29"/>
                    <a:pt x="352" y="34"/>
                  </a:cubicBezTo>
                  <a:cubicBezTo>
                    <a:pt x="619" y="51"/>
                    <a:pt x="870" y="151"/>
                    <a:pt x="1087" y="302"/>
                  </a:cubicBezTo>
                  <a:cubicBezTo>
                    <a:pt x="1304" y="452"/>
                    <a:pt x="1471" y="653"/>
                    <a:pt x="1571" y="903"/>
                  </a:cubicBezTo>
                  <a:cubicBezTo>
                    <a:pt x="1655" y="1070"/>
                    <a:pt x="1655" y="1204"/>
                    <a:pt x="1672" y="1204"/>
                  </a:cubicBezTo>
                  <a:cubicBezTo>
                    <a:pt x="1672" y="1171"/>
                    <a:pt x="1672" y="1137"/>
                    <a:pt x="1672" y="1104"/>
                  </a:cubicBezTo>
                  <a:cubicBezTo>
                    <a:pt x="1655" y="1037"/>
                    <a:pt x="1638" y="953"/>
                    <a:pt x="1622" y="887"/>
                  </a:cubicBezTo>
                  <a:cubicBezTo>
                    <a:pt x="1521" y="636"/>
                    <a:pt x="1354" y="419"/>
                    <a:pt x="1120" y="252"/>
                  </a:cubicBezTo>
                  <a:cubicBezTo>
                    <a:pt x="903" y="101"/>
                    <a:pt x="619" y="1"/>
                    <a:pt x="3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7"/>
            <p:cNvSpPr/>
            <p:nvPr/>
          </p:nvSpPr>
          <p:spPr>
            <a:xfrm>
              <a:off x="1847077" y="4653429"/>
              <a:ext cx="43468" cy="2342"/>
            </a:xfrm>
            <a:custGeom>
              <a:avLst/>
              <a:gdLst/>
              <a:ahLst/>
              <a:cxnLst/>
              <a:rect l="l" t="t" r="r" b="b"/>
              <a:pathLst>
                <a:path w="1355" h="73" extrusionOk="0">
                  <a:moveTo>
                    <a:pt x="1283" y="1"/>
                  </a:moveTo>
                  <a:cubicBezTo>
                    <a:pt x="1172" y="1"/>
                    <a:pt x="946" y="12"/>
                    <a:pt x="686" y="24"/>
                  </a:cubicBezTo>
                  <a:cubicBezTo>
                    <a:pt x="441" y="24"/>
                    <a:pt x="225" y="17"/>
                    <a:pt x="104" y="17"/>
                  </a:cubicBezTo>
                  <a:cubicBezTo>
                    <a:pt x="43" y="17"/>
                    <a:pt x="6" y="19"/>
                    <a:pt x="1" y="24"/>
                  </a:cubicBezTo>
                  <a:cubicBezTo>
                    <a:pt x="214" y="56"/>
                    <a:pt x="427" y="72"/>
                    <a:pt x="640" y="72"/>
                  </a:cubicBezTo>
                  <a:cubicBezTo>
                    <a:pt x="878" y="72"/>
                    <a:pt x="1116" y="52"/>
                    <a:pt x="1354" y="8"/>
                  </a:cubicBezTo>
                  <a:cubicBezTo>
                    <a:pt x="1354" y="3"/>
                    <a:pt x="1328" y="1"/>
                    <a:pt x="12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7"/>
            <p:cNvSpPr/>
            <p:nvPr/>
          </p:nvSpPr>
          <p:spPr>
            <a:xfrm>
              <a:off x="1818141" y="4655129"/>
              <a:ext cx="4844" cy="7667"/>
            </a:xfrm>
            <a:custGeom>
              <a:avLst/>
              <a:gdLst/>
              <a:ahLst/>
              <a:cxnLst/>
              <a:rect l="l" t="t" r="r" b="b"/>
              <a:pathLst>
                <a:path w="151" h="239" extrusionOk="0">
                  <a:moveTo>
                    <a:pt x="13" y="1"/>
                  </a:moveTo>
                  <a:cubicBezTo>
                    <a:pt x="7" y="1"/>
                    <a:pt x="3" y="2"/>
                    <a:pt x="0" y="5"/>
                  </a:cubicBezTo>
                  <a:cubicBezTo>
                    <a:pt x="0" y="5"/>
                    <a:pt x="34" y="55"/>
                    <a:pt x="67" y="122"/>
                  </a:cubicBezTo>
                  <a:cubicBezTo>
                    <a:pt x="101" y="188"/>
                    <a:pt x="117" y="239"/>
                    <a:pt x="134" y="239"/>
                  </a:cubicBezTo>
                  <a:cubicBezTo>
                    <a:pt x="151" y="239"/>
                    <a:pt x="151" y="172"/>
                    <a:pt x="117" y="105"/>
                  </a:cubicBezTo>
                  <a:cubicBezTo>
                    <a:pt x="90" y="35"/>
                    <a:pt x="39" y="1"/>
                    <a:pt x="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7"/>
            <p:cNvSpPr/>
            <p:nvPr/>
          </p:nvSpPr>
          <p:spPr>
            <a:xfrm>
              <a:off x="1806881" y="4642779"/>
              <a:ext cx="6480" cy="5165"/>
            </a:xfrm>
            <a:custGeom>
              <a:avLst/>
              <a:gdLst/>
              <a:ahLst/>
              <a:cxnLst/>
              <a:rect l="l" t="t" r="r" b="b"/>
              <a:pathLst>
                <a:path w="202" h="161" extrusionOk="0">
                  <a:moveTo>
                    <a:pt x="13" y="1"/>
                  </a:moveTo>
                  <a:cubicBezTo>
                    <a:pt x="8" y="1"/>
                    <a:pt x="4" y="2"/>
                    <a:pt x="1" y="5"/>
                  </a:cubicBezTo>
                  <a:cubicBezTo>
                    <a:pt x="1" y="5"/>
                    <a:pt x="34" y="56"/>
                    <a:pt x="84" y="89"/>
                  </a:cubicBezTo>
                  <a:cubicBezTo>
                    <a:pt x="125" y="130"/>
                    <a:pt x="155" y="160"/>
                    <a:pt x="174" y="160"/>
                  </a:cubicBezTo>
                  <a:cubicBezTo>
                    <a:pt x="178" y="160"/>
                    <a:pt x="181" y="159"/>
                    <a:pt x="184" y="156"/>
                  </a:cubicBezTo>
                  <a:cubicBezTo>
                    <a:pt x="201" y="139"/>
                    <a:pt x="168" y="106"/>
                    <a:pt x="118" y="56"/>
                  </a:cubicBezTo>
                  <a:cubicBezTo>
                    <a:pt x="77" y="28"/>
                    <a:pt x="36" y="1"/>
                    <a:pt x="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7"/>
            <p:cNvSpPr/>
            <p:nvPr/>
          </p:nvSpPr>
          <p:spPr>
            <a:xfrm>
              <a:off x="1791354" y="4636587"/>
              <a:ext cx="8597" cy="3304"/>
            </a:xfrm>
            <a:custGeom>
              <a:avLst/>
              <a:gdLst/>
              <a:ahLst/>
              <a:cxnLst/>
              <a:rect l="l" t="t" r="r" b="b"/>
              <a:pathLst>
                <a:path w="268" h="103" extrusionOk="0">
                  <a:moveTo>
                    <a:pt x="79" y="0"/>
                  </a:moveTo>
                  <a:cubicBezTo>
                    <a:pt x="32" y="0"/>
                    <a:pt x="0" y="20"/>
                    <a:pt x="0" y="31"/>
                  </a:cubicBezTo>
                  <a:cubicBezTo>
                    <a:pt x="0" y="31"/>
                    <a:pt x="67" y="31"/>
                    <a:pt x="134" y="65"/>
                  </a:cubicBezTo>
                  <a:cubicBezTo>
                    <a:pt x="188" y="78"/>
                    <a:pt x="231" y="103"/>
                    <a:pt x="254" y="103"/>
                  </a:cubicBezTo>
                  <a:cubicBezTo>
                    <a:pt x="260" y="103"/>
                    <a:pt x="264" y="101"/>
                    <a:pt x="267" y="98"/>
                  </a:cubicBezTo>
                  <a:cubicBezTo>
                    <a:pt x="267" y="81"/>
                    <a:pt x="234" y="31"/>
                    <a:pt x="150" y="15"/>
                  </a:cubicBezTo>
                  <a:cubicBezTo>
                    <a:pt x="125" y="4"/>
                    <a:pt x="100" y="0"/>
                    <a:pt x="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7"/>
            <p:cNvSpPr/>
            <p:nvPr/>
          </p:nvSpPr>
          <p:spPr>
            <a:xfrm>
              <a:off x="1780094" y="4634502"/>
              <a:ext cx="4844" cy="2438"/>
            </a:xfrm>
            <a:custGeom>
              <a:avLst/>
              <a:gdLst/>
              <a:ahLst/>
              <a:cxnLst/>
              <a:rect l="l" t="t" r="r" b="b"/>
              <a:pathLst>
                <a:path w="151" h="76" extrusionOk="0">
                  <a:moveTo>
                    <a:pt x="29" y="0"/>
                  </a:moveTo>
                  <a:cubicBezTo>
                    <a:pt x="13" y="0"/>
                    <a:pt x="0" y="4"/>
                    <a:pt x="0" y="13"/>
                  </a:cubicBezTo>
                  <a:cubicBezTo>
                    <a:pt x="0" y="29"/>
                    <a:pt x="34" y="46"/>
                    <a:pt x="67" y="63"/>
                  </a:cubicBezTo>
                  <a:cubicBezTo>
                    <a:pt x="84" y="71"/>
                    <a:pt x="100" y="75"/>
                    <a:pt x="115" y="75"/>
                  </a:cubicBezTo>
                  <a:cubicBezTo>
                    <a:pt x="130" y="75"/>
                    <a:pt x="142" y="71"/>
                    <a:pt x="151" y="63"/>
                  </a:cubicBezTo>
                  <a:cubicBezTo>
                    <a:pt x="151" y="46"/>
                    <a:pt x="117" y="29"/>
                    <a:pt x="84" y="13"/>
                  </a:cubicBezTo>
                  <a:cubicBezTo>
                    <a:pt x="67" y="4"/>
                    <a:pt x="46" y="0"/>
                    <a:pt x="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7"/>
            <p:cNvSpPr/>
            <p:nvPr/>
          </p:nvSpPr>
          <p:spPr>
            <a:xfrm>
              <a:off x="941234" y="4650766"/>
              <a:ext cx="146894" cy="6673"/>
            </a:xfrm>
            <a:custGeom>
              <a:avLst/>
              <a:gdLst/>
              <a:ahLst/>
              <a:cxnLst/>
              <a:rect l="l" t="t" r="r" b="b"/>
              <a:pathLst>
                <a:path w="4579" h="208" extrusionOk="0">
                  <a:moveTo>
                    <a:pt x="1072" y="0"/>
                  </a:moveTo>
                  <a:cubicBezTo>
                    <a:pt x="926" y="0"/>
                    <a:pt x="791" y="2"/>
                    <a:pt x="669" y="7"/>
                  </a:cubicBezTo>
                  <a:cubicBezTo>
                    <a:pt x="606" y="3"/>
                    <a:pt x="544" y="0"/>
                    <a:pt x="484" y="0"/>
                  </a:cubicBezTo>
                  <a:cubicBezTo>
                    <a:pt x="318" y="0"/>
                    <a:pt x="159" y="16"/>
                    <a:pt x="0" y="40"/>
                  </a:cubicBezTo>
                  <a:cubicBezTo>
                    <a:pt x="217" y="91"/>
                    <a:pt x="435" y="107"/>
                    <a:pt x="669" y="107"/>
                  </a:cubicBezTo>
                  <a:cubicBezTo>
                    <a:pt x="1136" y="124"/>
                    <a:pt x="1688" y="141"/>
                    <a:pt x="2289" y="174"/>
                  </a:cubicBezTo>
                  <a:cubicBezTo>
                    <a:pt x="2924" y="191"/>
                    <a:pt x="3492" y="208"/>
                    <a:pt x="3910" y="208"/>
                  </a:cubicBezTo>
                  <a:cubicBezTo>
                    <a:pt x="4144" y="208"/>
                    <a:pt x="4361" y="191"/>
                    <a:pt x="4578" y="157"/>
                  </a:cubicBezTo>
                  <a:cubicBezTo>
                    <a:pt x="4361" y="107"/>
                    <a:pt x="4144" y="91"/>
                    <a:pt x="3910" y="91"/>
                  </a:cubicBezTo>
                  <a:lnTo>
                    <a:pt x="2289" y="24"/>
                  </a:lnTo>
                  <a:cubicBezTo>
                    <a:pt x="1840" y="12"/>
                    <a:pt x="1425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7"/>
            <p:cNvSpPr/>
            <p:nvPr/>
          </p:nvSpPr>
          <p:spPr>
            <a:xfrm>
              <a:off x="1020023" y="4592028"/>
              <a:ext cx="6993" cy="62203"/>
            </a:xfrm>
            <a:custGeom>
              <a:avLst/>
              <a:gdLst/>
              <a:ahLst/>
              <a:cxnLst/>
              <a:rect l="l" t="t" r="r" b="b"/>
              <a:pathLst>
                <a:path w="218" h="1939" extrusionOk="0">
                  <a:moveTo>
                    <a:pt x="168" y="0"/>
                  </a:moveTo>
                  <a:cubicBezTo>
                    <a:pt x="134" y="0"/>
                    <a:pt x="67" y="435"/>
                    <a:pt x="34" y="969"/>
                  </a:cubicBezTo>
                  <a:cubicBezTo>
                    <a:pt x="0" y="1504"/>
                    <a:pt x="0" y="1938"/>
                    <a:pt x="34" y="1938"/>
                  </a:cubicBezTo>
                  <a:cubicBezTo>
                    <a:pt x="84" y="1938"/>
                    <a:pt x="134" y="1521"/>
                    <a:pt x="184" y="969"/>
                  </a:cubicBezTo>
                  <a:cubicBezTo>
                    <a:pt x="218" y="435"/>
                    <a:pt x="218" y="0"/>
                    <a:pt x="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7"/>
            <p:cNvSpPr/>
            <p:nvPr/>
          </p:nvSpPr>
          <p:spPr>
            <a:xfrm>
              <a:off x="809899" y="2037947"/>
              <a:ext cx="472250" cy="454349"/>
            </a:xfrm>
            <a:custGeom>
              <a:avLst/>
              <a:gdLst/>
              <a:ahLst/>
              <a:cxnLst/>
              <a:rect l="l" t="t" r="r" b="b"/>
              <a:pathLst>
                <a:path w="14721" h="14163" extrusionOk="0">
                  <a:moveTo>
                    <a:pt x="7636" y="0"/>
                  </a:moveTo>
                  <a:cubicBezTo>
                    <a:pt x="4779" y="0"/>
                    <a:pt x="2189" y="1721"/>
                    <a:pt x="1087" y="4361"/>
                  </a:cubicBezTo>
                  <a:cubicBezTo>
                    <a:pt x="1" y="7018"/>
                    <a:pt x="602" y="10059"/>
                    <a:pt x="2624" y="12081"/>
                  </a:cubicBezTo>
                  <a:cubicBezTo>
                    <a:pt x="3985" y="13442"/>
                    <a:pt x="5794" y="14162"/>
                    <a:pt x="7631" y="14162"/>
                  </a:cubicBezTo>
                  <a:cubicBezTo>
                    <a:pt x="8545" y="14162"/>
                    <a:pt x="9466" y="13984"/>
                    <a:pt x="10343" y="13618"/>
                  </a:cubicBezTo>
                  <a:cubicBezTo>
                    <a:pt x="13000" y="12532"/>
                    <a:pt x="14721" y="9942"/>
                    <a:pt x="14721" y="7085"/>
                  </a:cubicBezTo>
                  <a:cubicBezTo>
                    <a:pt x="14721" y="3158"/>
                    <a:pt x="11546" y="0"/>
                    <a:pt x="76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7"/>
            <p:cNvSpPr/>
            <p:nvPr/>
          </p:nvSpPr>
          <p:spPr>
            <a:xfrm>
              <a:off x="1156716" y="2362757"/>
              <a:ext cx="156005" cy="129218"/>
            </a:xfrm>
            <a:custGeom>
              <a:avLst/>
              <a:gdLst/>
              <a:ahLst/>
              <a:cxnLst/>
              <a:rect l="l" t="t" r="r" b="b"/>
              <a:pathLst>
                <a:path w="4863" h="4028" extrusionOk="0">
                  <a:moveTo>
                    <a:pt x="2573" y="1"/>
                  </a:moveTo>
                  <a:lnTo>
                    <a:pt x="0" y="2791"/>
                  </a:lnTo>
                  <a:lnTo>
                    <a:pt x="4862" y="4027"/>
                  </a:lnTo>
                  <a:lnTo>
                    <a:pt x="25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7"/>
            <p:cNvSpPr/>
            <p:nvPr/>
          </p:nvSpPr>
          <p:spPr>
            <a:xfrm>
              <a:off x="961060" y="2201972"/>
              <a:ext cx="209065" cy="154401"/>
            </a:xfrm>
            <a:custGeom>
              <a:avLst/>
              <a:gdLst/>
              <a:ahLst/>
              <a:cxnLst/>
              <a:rect l="l" t="t" r="r" b="b"/>
              <a:pathLst>
                <a:path w="6517" h="4813" extrusionOk="0">
                  <a:moveTo>
                    <a:pt x="5381" y="0"/>
                  </a:moveTo>
                  <a:lnTo>
                    <a:pt x="2574" y="2707"/>
                  </a:lnTo>
                  <a:lnTo>
                    <a:pt x="1036" y="1387"/>
                  </a:lnTo>
                  <a:lnTo>
                    <a:pt x="0" y="2607"/>
                  </a:lnTo>
                  <a:lnTo>
                    <a:pt x="2657" y="4812"/>
                  </a:lnTo>
                  <a:lnTo>
                    <a:pt x="6517" y="986"/>
                  </a:lnTo>
                  <a:lnTo>
                    <a:pt x="53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39"/>
          <p:cNvSpPr txBox="1">
            <a:spLocks noGrp="1"/>
          </p:cNvSpPr>
          <p:nvPr>
            <p:ph type="title"/>
          </p:nvPr>
        </p:nvSpPr>
        <p:spPr>
          <a:xfrm>
            <a:off x="256900" y="215112"/>
            <a:ext cx="3800400" cy="6304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the Case Study</a:t>
            </a:r>
            <a:endParaRPr dirty="0"/>
          </a:p>
        </p:txBody>
      </p:sp>
      <p:sp>
        <p:nvSpPr>
          <p:cNvPr id="1546" name="Google Shape;1546;p39"/>
          <p:cNvSpPr txBox="1">
            <a:spLocks noGrp="1"/>
          </p:cNvSpPr>
          <p:nvPr>
            <p:ph type="body" idx="1"/>
          </p:nvPr>
        </p:nvSpPr>
        <p:spPr>
          <a:xfrm>
            <a:off x="256900" y="1032175"/>
            <a:ext cx="4368300" cy="3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 algn="l">
              <a:buSzPts val="1400"/>
              <a:buChar char="❏"/>
            </a:pPr>
            <a:r>
              <a:rPr lang="en-US" sz="1500" dirty="0"/>
              <a:t>Data from direct marketing campaigns of a European banking institution.</a:t>
            </a:r>
            <a:endParaRPr lang="en" sz="1500" dirty="0"/>
          </a:p>
          <a:p>
            <a:pPr marL="139700" lvl="0" indent="0" algn="l">
              <a:buSzPts val="1400"/>
              <a:buNone/>
            </a:pPr>
            <a:endParaRPr sz="15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500" dirty="0"/>
              <a:t>The campaings were based on phone calls to the clients, to access if the product (bank term despoit) would be subcribed by the customer.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5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500" dirty="0"/>
              <a:t>Understand the data and deduce relevant insights from it.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" sz="15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500" dirty="0"/>
              <a:t>Evaluate the current predictive model and suggest improvements.</a:t>
            </a:r>
            <a:endParaRPr sz="1500" dirty="0"/>
          </a:p>
        </p:txBody>
      </p:sp>
      <p:grpSp>
        <p:nvGrpSpPr>
          <p:cNvPr id="1547" name="Google Shape;1547;p39"/>
          <p:cNvGrpSpPr/>
          <p:nvPr/>
        </p:nvGrpSpPr>
        <p:grpSpPr>
          <a:xfrm>
            <a:off x="5010970" y="678211"/>
            <a:ext cx="3270564" cy="3996027"/>
            <a:chOff x="5010970" y="678211"/>
            <a:chExt cx="3270564" cy="3996027"/>
          </a:xfrm>
        </p:grpSpPr>
        <p:sp>
          <p:nvSpPr>
            <p:cNvPr id="1548" name="Google Shape;1548;p39"/>
            <p:cNvSpPr/>
            <p:nvPr/>
          </p:nvSpPr>
          <p:spPr>
            <a:xfrm>
              <a:off x="6756051" y="1610509"/>
              <a:ext cx="522444" cy="640324"/>
            </a:xfrm>
            <a:custGeom>
              <a:avLst/>
              <a:gdLst/>
              <a:ahLst/>
              <a:cxnLst/>
              <a:rect l="l" t="t" r="r" b="b"/>
              <a:pathLst>
                <a:path w="16292" h="19968" extrusionOk="0">
                  <a:moveTo>
                    <a:pt x="6083" y="0"/>
                  </a:moveTo>
                  <a:cubicBezTo>
                    <a:pt x="2173" y="4796"/>
                    <a:pt x="736" y="10059"/>
                    <a:pt x="1" y="15573"/>
                  </a:cubicBezTo>
                  <a:lnTo>
                    <a:pt x="11162" y="19967"/>
                  </a:lnTo>
                  <a:cubicBezTo>
                    <a:pt x="12048" y="14537"/>
                    <a:pt x="13786" y="9290"/>
                    <a:pt x="16292" y="4395"/>
                  </a:cubicBezTo>
                  <a:lnTo>
                    <a:pt x="60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9"/>
            <p:cNvSpPr/>
            <p:nvPr/>
          </p:nvSpPr>
          <p:spPr>
            <a:xfrm>
              <a:off x="7318130" y="2452794"/>
              <a:ext cx="348830" cy="489735"/>
            </a:xfrm>
            <a:custGeom>
              <a:avLst/>
              <a:gdLst/>
              <a:ahLst/>
              <a:cxnLst/>
              <a:rect l="l" t="t" r="r" b="b"/>
              <a:pathLst>
                <a:path w="10878" h="15272" extrusionOk="0">
                  <a:moveTo>
                    <a:pt x="10878" y="0"/>
                  </a:moveTo>
                  <a:lnTo>
                    <a:pt x="0" y="7202"/>
                  </a:lnTo>
                  <a:lnTo>
                    <a:pt x="10560" y="15272"/>
                  </a:lnTo>
                  <a:lnTo>
                    <a:pt x="1087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9"/>
            <p:cNvSpPr/>
            <p:nvPr/>
          </p:nvSpPr>
          <p:spPr>
            <a:xfrm>
              <a:off x="6667673" y="1199532"/>
              <a:ext cx="386862" cy="466742"/>
            </a:xfrm>
            <a:custGeom>
              <a:avLst/>
              <a:gdLst/>
              <a:ahLst/>
              <a:cxnLst/>
              <a:rect l="l" t="t" r="r" b="b"/>
              <a:pathLst>
                <a:path w="12064" h="14555" extrusionOk="0">
                  <a:moveTo>
                    <a:pt x="284" y="1"/>
                  </a:moveTo>
                  <a:lnTo>
                    <a:pt x="0" y="9308"/>
                  </a:lnTo>
                  <a:lnTo>
                    <a:pt x="11780" y="14554"/>
                  </a:lnTo>
                  <a:lnTo>
                    <a:pt x="12064" y="5565"/>
                  </a:lnTo>
                  <a:lnTo>
                    <a:pt x="28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9"/>
            <p:cNvSpPr/>
            <p:nvPr/>
          </p:nvSpPr>
          <p:spPr>
            <a:xfrm>
              <a:off x="5758944" y="2152739"/>
              <a:ext cx="998774" cy="2521500"/>
            </a:xfrm>
            <a:custGeom>
              <a:avLst/>
              <a:gdLst/>
              <a:ahLst/>
              <a:cxnLst/>
              <a:rect l="l" t="t" r="r" b="b"/>
              <a:pathLst>
                <a:path w="31146" h="78631" extrusionOk="0">
                  <a:moveTo>
                    <a:pt x="30443" y="0"/>
                  </a:moveTo>
                  <a:lnTo>
                    <a:pt x="0" y="1086"/>
                  </a:lnTo>
                  <a:lnTo>
                    <a:pt x="0" y="78631"/>
                  </a:lnTo>
                  <a:lnTo>
                    <a:pt x="31145" y="78631"/>
                  </a:lnTo>
                  <a:lnTo>
                    <a:pt x="304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9"/>
            <p:cNvSpPr/>
            <p:nvPr/>
          </p:nvSpPr>
          <p:spPr>
            <a:xfrm>
              <a:off x="6230978" y="2571733"/>
              <a:ext cx="473156" cy="353672"/>
            </a:xfrm>
            <a:custGeom>
              <a:avLst/>
              <a:gdLst/>
              <a:ahLst/>
              <a:cxnLst/>
              <a:rect l="l" t="t" r="r" b="b"/>
              <a:pathLst>
                <a:path w="14755" h="11029" extrusionOk="0">
                  <a:moveTo>
                    <a:pt x="14754" y="0"/>
                  </a:moveTo>
                  <a:lnTo>
                    <a:pt x="1" y="518"/>
                  </a:lnTo>
                  <a:lnTo>
                    <a:pt x="1" y="11028"/>
                  </a:lnTo>
                  <a:lnTo>
                    <a:pt x="14754" y="11028"/>
                  </a:lnTo>
                  <a:lnTo>
                    <a:pt x="14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9"/>
            <p:cNvSpPr/>
            <p:nvPr/>
          </p:nvSpPr>
          <p:spPr>
            <a:xfrm>
              <a:off x="5758944" y="2172011"/>
              <a:ext cx="447406" cy="2502227"/>
            </a:xfrm>
            <a:custGeom>
              <a:avLst/>
              <a:gdLst/>
              <a:ahLst/>
              <a:cxnLst/>
              <a:rect l="l" t="t" r="r" b="b"/>
              <a:pathLst>
                <a:path w="13952" h="78030" extrusionOk="0">
                  <a:moveTo>
                    <a:pt x="13668" y="1"/>
                  </a:moveTo>
                  <a:lnTo>
                    <a:pt x="0" y="485"/>
                  </a:lnTo>
                  <a:lnTo>
                    <a:pt x="0" y="78030"/>
                  </a:lnTo>
                  <a:lnTo>
                    <a:pt x="13952" y="78030"/>
                  </a:lnTo>
                  <a:lnTo>
                    <a:pt x="136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9"/>
            <p:cNvSpPr/>
            <p:nvPr/>
          </p:nvSpPr>
          <p:spPr>
            <a:xfrm>
              <a:off x="6230978" y="2183812"/>
              <a:ext cx="473156" cy="353672"/>
            </a:xfrm>
            <a:custGeom>
              <a:avLst/>
              <a:gdLst/>
              <a:ahLst/>
              <a:cxnLst/>
              <a:rect l="l" t="t" r="r" b="b"/>
              <a:pathLst>
                <a:path w="14755" h="11029" extrusionOk="0">
                  <a:moveTo>
                    <a:pt x="14754" y="0"/>
                  </a:moveTo>
                  <a:lnTo>
                    <a:pt x="1" y="535"/>
                  </a:lnTo>
                  <a:lnTo>
                    <a:pt x="1" y="11028"/>
                  </a:lnTo>
                  <a:lnTo>
                    <a:pt x="14754" y="11028"/>
                  </a:lnTo>
                  <a:lnTo>
                    <a:pt x="14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9"/>
            <p:cNvSpPr/>
            <p:nvPr/>
          </p:nvSpPr>
          <p:spPr>
            <a:xfrm>
              <a:off x="6395997" y="2276519"/>
              <a:ext cx="144721" cy="56824"/>
            </a:xfrm>
            <a:custGeom>
              <a:avLst/>
              <a:gdLst/>
              <a:ahLst/>
              <a:cxnLst/>
              <a:rect l="l" t="t" r="r" b="b"/>
              <a:pathLst>
                <a:path w="4513" h="1772" extrusionOk="0">
                  <a:moveTo>
                    <a:pt x="1" y="0"/>
                  </a:moveTo>
                  <a:lnTo>
                    <a:pt x="1" y="1771"/>
                  </a:lnTo>
                  <a:lnTo>
                    <a:pt x="4512" y="1771"/>
                  </a:lnTo>
                  <a:lnTo>
                    <a:pt x="4512" y="1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9"/>
            <p:cNvSpPr/>
            <p:nvPr/>
          </p:nvSpPr>
          <p:spPr>
            <a:xfrm>
              <a:off x="6391187" y="2377243"/>
              <a:ext cx="149531" cy="21453"/>
            </a:xfrm>
            <a:custGeom>
              <a:avLst/>
              <a:gdLst/>
              <a:ahLst/>
              <a:cxnLst/>
              <a:rect l="l" t="t" r="r" b="b"/>
              <a:pathLst>
                <a:path w="4663" h="669" extrusionOk="0">
                  <a:moveTo>
                    <a:pt x="0" y="0"/>
                  </a:moveTo>
                  <a:lnTo>
                    <a:pt x="0" y="669"/>
                  </a:lnTo>
                  <a:lnTo>
                    <a:pt x="4662" y="669"/>
                  </a:lnTo>
                  <a:lnTo>
                    <a:pt x="4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9"/>
            <p:cNvSpPr/>
            <p:nvPr/>
          </p:nvSpPr>
          <p:spPr>
            <a:xfrm>
              <a:off x="6395997" y="2276519"/>
              <a:ext cx="144721" cy="56824"/>
            </a:xfrm>
            <a:custGeom>
              <a:avLst/>
              <a:gdLst/>
              <a:ahLst/>
              <a:cxnLst/>
              <a:rect l="l" t="t" r="r" b="b"/>
              <a:pathLst>
                <a:path w="4513" h="1772" extrusionOk="0">
                  <a:moveTo>
                    <a:pt x="1" y="0"/>
                  </a:moveTo>
                  <a:lnTo>
                    <a:pt x="1" y="1771"/>
                  </a:lnTo>
                  <a:lnTo>
                    <a:pt x="4512" y="1771"/>
                  </a:lnTo>
                  <a:lnTo>
                    <a:pt x="4512" y="1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9"/>
            <p:cNvSpPr/>
            <p:nvPr/>
          </p:nvSpPr>
          <p:spPr>
            <a:xfrm>
              <a:off x="6391187" y="2377243"/>
              <a:ext cx="149531" cy="21453"/>
            </a:xfrm>
            <a:custGeom>
              <a:avLst/>
              <a:gdLst/>
              <a:ahLst/>
              <a:cxnLst/>
              <a:rect l="l" t="t" r="r" b="b"/>
              <a:pathLst>
                <a:path w="4663" h="669" extrusionOk="0">
                  <a:moveTo>
                    <a:pt x="0" y="0"/>
                  </a:moveTo>
                  <a:lnTo>
                    <a:pt x="0" y="669"/>
                  </a:lnTo>
                  <a:lnTo>
                    <a:pt x="4662" y="669"/>
                  </a:lnTo>
                  <a:lnTo>
                    <a:pt x="4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9"/>
            <p:cNvSpPr/>
            <p:nvPr/>
          </p:nvSpPr>
          <p:spPr>
            <a:xfrm>
              <a:off x="6230978" y="3422580"/>
              <a:ext cx="473156" cy="353127"/>
            </a:xfrm>
            <a:custGeom>
              <a:avLst/>
              <a:gdLst/>
              <a:ahLst/>
              <a:cxnLst/>
              <a:rect l="l" t="t" r="r" b="b"/>
              <a:pathLst>
                <a:path w="14755" h="11012" extrusionOk="0">
                  <a:moveTo>
                    <a:pt x="14754" y="1"/>
                  </a:moveTo>
                  <a:lnTo>
                    <a:pt x="1" y="519"/>
                  </a:lnTo>
                  <a:lnTo>
                    <a:pt x="1" y="11011"/>
                  </a:lnTo>
                  <a:lnTo>
                    <a:pt x="14754" y="11011"/>
                  </a:lnTo>
                  <a:lnTo>
                    <a:pt x="147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9"/>
            <p:cNvSpPr/>
            <p:nvPr/>
          </p:nvSpPr>
          <p:spPr>
            <a:xfrm>
              <a:off x="6395997" y="3514742"/>
              <a:ext cx="144721" cy="57369"/>
            </a:xfrm>
            <a:custGeom>
              <a:avLst/>
              <a:gdLst/>
              <a:ahLst/>
              <a:cxnLst/>
              <a:rect l="l" t="t" r="r" b="b"/>
              <a:pathLst>
                <a:path w="4513" h="1789" extrusionOk="0">
                  <a:moveTo>
                    <a:pt x="1" y="0"/>
                  </a:moveTo>
                  <a:lnTo>
                    <a:pt x="1" y="1788"/>
                  </a:lnTo>
                  <a:lnTo>
                    <a:pt x="4512" y="1788"/>
                  </a:lnTo>
                  <a:lnTo>
                    <a:pt x="4512" y="1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9"/>
            <p:cNvSpPr/>
            <p:nvPr/>
          </p:nvSpPr>
          <p:spPr>
            <a:xfrm>
              <a:off x="6391187" y="3616011"/>
              <a:ext cx="149531" cy="20908"/>
            </a:xfrm>
            <a:custGeom>
              <a:avLst/>
              <a:gdLst/>
              <a:ahLst/>
              <a:cxnLst/>
              <a:rect l="l" t="t" r="r" b="b"/>
              <a:pathLst>
                <a:path w="4663" h="652" extrusionOk="0">
                  <a:moveTo>
                    <a:pt x="0" y="0"/>
                  </a:moveTo>
                  <a:lnTo>
                    <a:pt x="0" y="652"/>
                  </a:lnTo>
                  <a:lnTo>
                    <a:pt x="4662" y="652"/>
                  </a:lnTo>
                  <a:lnTo>
                    <a:pt x="4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9"/>
            <p:cNvSpPr/>
            <p:nvPr/>
          </p:nvSpPr>
          <p:spPr>
            <a:xfrm>
              <a:off x="6395997" y="3514742"/>
              <a:ext cx="144721" cy="57369"/>
            </a:xfrm>
            <a:custGeom>
              <a:avLst/>
              <a:gdLst/>
              <a:ahLst/>
              <a:cxnLst/>
              <a:rect l="l" t="t" r="r" b="b"/>
              <a:pathLst>
                <a:path w="4513" h="1789" extrusionOk="0">
                  <a:moveTo>
                    <a:pt x="1" y="0"/>
                  </a:moveTo>
                  <a:lnTo>
                    <a:pt x="1" y="1788"/>
                  </a:lnTo>
                  <a:lnTo>
                    <a:pt x="4512" y="1788"/>
                  </a:lnTo>
                  <a:lnTo>
                    <a:pt x="4512" y="1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9"/>
            <p:cNvSpPr/>
            <p:nvPr/>
          </p:nvSpPr>
          <p:spPr>
            <a:xfrm>
              <a:off x="6391187" y="3616011"/>
              <a:ext cx="149531" cy="20908"/>
            </a:xfrm>
            <a:custGeom>
              <a:avLst/>
              <a:gdLst/>
              <a:ahLst/>
              <a:cxnLst/>
              <a:rect l="l" t="t" r="r" b="b"/>
              <a:pathLst>
                <a:path w="4663" h="652" extrusionOk="0">
                  <a:moveTo>
                    <a:pt x="0" y="0"/>
                  </a:moveTo>
                  <a:lnTo>
                    <a:pt x="0" y="652"/>
                  </a:lnTo>
                  <a:lnTo>
                    <a:pt x="4662" y="652"/>
                  </a:lnTo>
                  <a:lnTo>
                    <a:pt x="4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9"/>
            <p:cNvSpPr/>
            <p:nvPr/>
          </p:nvSpPr>
          <p:spPr>
            <a:xfrm>
              <a:off x="6230978" y="3820666"/>
              <a:ext cx="473156" cy="353672"/>
            </a:xfrm>
            <a:custGeom>
              <a:avLst/>
              <a:gdLst/>
              <a:ahLst/>
              <a:cxnLst/>
              <a:rect l="l" t="t" r="r" b="b"/>
              <a:pathLst>
                <a:path w="14755" h="11029" extrusionOk="0">
                  <a:moveTo>
                    <a:pt x="14754" y="1"/>
                  </a:moveTo>
                  <a:lnTo>
                    <a:pt x="1" y="519"/>
                  </a:lnTo>
                  <a:lnTo>
                    <a:pt x="1" y="11029"/>
                  </a:lnTo>
                  <a:lnTo>
                    <a:pt x="14754" y="11029"/>
                  </a:lnTo>
                  <a:lnTo>
                    <a:pt x="147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9"/>
            <p:cNvSpPr/>
            <p:nvPr/>
          </p:nvSpPr>
          <p:spPr>
            <a:xfrm>
              <a:off x="6395997" y="3913373"/>
              <a:ext cx="144721" cy="56824"/>
            </a:xfrm>
            <a:custGeom>
              <a:avLst/>
              <a:gdLst/>
              <a:ahLst/>
              <a:cxnLst/>
              <a:rect l="l" t="t" r="r" b="b"/>
              <a:pathLst>
                <a:path w="4513" h="1772" extrusionOk="0">
                  <a:moveTo>
                    <a:pt x="1" y="1"/>
                  </a:moveTo>
                  <a:lnTo>
                    <a:pt x="1" y="1772"/>
                  </a:lnTo>
                  <a:lnTo>
                    <a:pt x="4512" y="1772"/>
                  </a:lnTo>
                  <a:lnTo>
                    <a:pt x="4512" y="1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9"/>
            <p:cNvSpPr/>
            <p:nvPr/>
          </p:nvSpPr>
          <p:spPr>
            <a:xfrm>
              <a:off x="6391187" y="4014097"/>
              <a:ext cx="149531" cy="21485"/>
            </a:xfrm>
            <a:custGeom>
              <a:avLst/>
              <a:gdLst/>
              <a:ahLst/>
              <a:cxnLst/>
              <a:rect l="l" t="t" r="r" b="b"/>
              <a:pathLst>
                <a:path w="4663" h="670" extrusionOk="0">
                  <a:moveTo>
                    <a:pt x="0" y="1"/>
                  </a:moveTo>
                  <a:lnTo>
                    <a:pt x="0" y="669"/>
                  </a:lnTo>
                  <a:lnTo>
                    <a:pt x="4662" y="669"/>
                  </a:lnTo>
                  <a:lnTo>
                    <a:pt x="4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9"/>
            <p:cNvSpPr/>
            <p:nvPr/>
          </p:nvSpPr>
          <p:spPr>
            <a:xfrm>
              <a:off x="6395997" y="3913373"/>
              <a:ext cx="144721" cy="56824"/>
            </a:xfrm>
            <a:custGeom>
              <a:avLst/>
              <a:gdLst/>
              <a:ahLst/>
              <a:cxnLst/>
              <a:rect l="l" t="t" r="r" b="b"/>
              <a:pathLst>
                <a:path w="4513" h="1772" extrusionOk="0">
                  <a:moveTo>
                    <a:pt x="1" y="1"/>
                  </a:moveTo>
                  <a:lnTo>
                    <a:pt x="1" y="1772"/>
                  </a:lnTo>
                  <a:lnTo>
                    <a:pt x="4512" y="1772"/>
                  </a:lnTo>
                  <a:lnTo>
                    <a:pt x="4512" y="1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9"/>
            <p:cNvSpPr/>
            <p:nvPr/>
          </p:nvSpPr>
          <p:spPr>
            <a:xfrm>
              <a:off x="6391187" y="4014097"/>
              <a:ext cx="149531" cy="21485"/>
            </a:xfrm>
            <a:custGeom>
              <a:avLst/>
              <a:gdLst/>
              <a:ahLst/>
              <a:cxnLst/>
              <a:rect l="l" t="t" r="r" b="b"/>
              <a:pathLst>
                <a:path w="4663" h="670" extrusionOk="0">
                  <a:moveTo>
                    <a:pt x="0" y="1"/>
                  </a:moveTo>
                  <a:lnTo>
                    <a:pt x="0" y="669"/>
                  </a:lnTo>
                  <a:lnTo>
                    <a:pt x="4662" y="669"/>
                  </a:lnTo>
                  <a:lnTo>
                    <a:pt x="46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9"/>
            <p:cNvSpPr/>
            <p:nvPr/>
          </p:nvSpPr>
          <p:spPr>
            <a:xfrm>
              <a:off x="6235788" y="4219329"/>
              <a:ext cx="473156" cy="353127"/>
            </a:xfrm>
            <a:custGeom>
              <a:avLst/>
              <a:gdLst/>
              <a:ahLst/>
              <a:cxnLst/>
              <a:rect l="l" t="t" r="r" b="b"/>
              <a:pathLst>
                <a:path w="14755" h="11012" extrusionOk="0">
                  <a:moveTo>
                    <a:pt x="14755" y="0"/>
                  </a:moveTo>
                  <a:lnTo>
                    <a:pt x="1" y="518"/>
                  </a:lnTo>
                  <a:lnTo>
                    <a:pt x="1" y="11011"/>
                  </a:lnTo>
                  <a:lnTo>
                    <a:pt x="14755" y="11011"/>
                  </a:lnTo>
                  <a:lnTo>
                    <a:pt x="14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9"/>
            <p:cNvSpPr/>
            <p:nvPr/>
          </p:nvSpPr>
          <p:spPr>
            <a:xfrm>
              <a:off x="6401352" y="4311491"/>
              <a:ext cx="144721" cy="56824"/>
            </a:xfrm>
            <a:custGeom>
              <a:avLst/>
              <a:gdLst/>
              <a:ahLst/>
              <a:cxnLst/>
              <a:rect l="l" t="t" r="r" b="b"/>
              <a:pathLst>
                <a:path w="4513" h="1772" extrusionOk="0">
                  <a:moveTo>
                    <a:pt x="1" y="0"/>
                  </a:moveTo>
                  <a:lnTo>
                    <a:pt x="1" y="1771"/>
                  </a:lnTo>
                  <a:lnTo>
                    <a:pt x="4512" y="1771"/>
                  </a:lnTo>
                  <a:lnTo>
                    <a:pt x="4512" y="1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9"/>
            <p:cNvSpPr/>
            <p:nvPr/>
          </p:nvSpPr>
          <p:spPr>
            <a:xfrm>
              <a:off x="6396542" y="4412215"/>
              <a:ext cx="149531" cy="21453"/>
            </a:xfrm>
            <a:custGeom>
              <a:avLst/>
              <a:gdLst/>
              <a:ahLst/>
              <a:cxnLst/>
              <a:rect l="l" t="t" r="r" b="b"/>
              <a:pathLst>
                <a:path w="4663" h="669" extrusionOk="0">
                  <a:moveTo>
                    <a:pt x="1" y="0"/>
                  </a:moveTo>
                  <a:lnTo>
                    <a:pt x="1" y="669"/>
                  </a:lnTo>
                  <a:lnTo>
                    <a:pt x="4662" y="669"/>
                  </a:lnTo>
                  <a:lnTo>
                    <a:pt x="4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9"/>
            <p:cNvSpPr/>
            <p:nvPr/>
          </p:nvSpPr>
          <p:spPr>
            <a:xfrm>
              <a:off x="6401352" y="4311491"/>
              <a:ext cx="144721" cy="56824"/>
            </a:xfrm>
            <a:custGeom>
              <a:avLst/>
              <a:gdLst/>
              <a:ahLst/>
              <a:cxnLst/>
              <a:rect l="l" t="t" r="r" b="b"/>
              <a:pathLst>
                <a:path w="4513" h="1772" extrusionOk="0">
                  <a:moveTo>
                    <a:pt x="1" y="0"/>
                  </a:moveTo>
                  <a:lnTo>
                    <a:pt x="1" y="1771"/>
                  </a:lnTo>
                  <a:lnTo>
                    <a:pt x="4512" y="1771"/>
                  </a:lnTo>
                  <a:lnTo>
                    <a:pt x="4512" y="1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9"/>
            <p:cNvSpPr/>
            <p:nvPr/>
          </p:nvSpPr>
          <p:spPr>
            <a:xfrm>
              <a:off x="6396542" y="4412215"/>
              <a:ext cx="149531" cy="21453"/>
            </a:xfrm>
            <a:custGeom>
              <a:avLst/>
              <a:gdLst/>
              <a:ahLst/>
              <a:cxnLst/>
              <a:rect l="l" t="t" r="r" b="b"/>
              <a:pathLst>
                <a:path w="4663" h="669" extrusionOk="0">
                  <a:moveTo>
                    <a:pt x="1" y="0"/>
                  </a:moveTo>
                  <a:lnTo>
                    <a:pt x="1" y="669"/>
                  </a:lnTo>
                  <a:lnTo>
                    <a:pt x="4662" y="669"/>
                  </a:lnTo>
                  <a:lnTo>
                    <a:pt x="4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9"/>
            <p:cNvSpPr/>
            <p:nvPr/>
          </p:nvSpPr>
          <p:spPr>
            <a:xfrm>
              <a:off x="6713209" y="2988578"/>
              <a:ext cx="473124" cy="353127"/>
            </a:xfrm>
            <a:custGeom>
              <a:avLst/>
              <a:gdLst/>
              <a:ahLst/>
              <a:cxnLst/>
              <a:rect l="l" t="t" r="r" b="b"/>
              <a:pathLst>
                <a:path w="14754" h="11012" extrusionOk="0">
                  <a:moveTo>
                    <a:pt x="0" y="1"/>
                  </a:moveTo>
                  <a:lnTo>
                    <a:pt x="0" y="11012"/>
                  </a:lnTo>
                  <a:lnTo>
                    <a:pt x="14754" y="11012"/>
                  </a:lnTo>
                  <a:lnTo>
                    <a:pt x="147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9"/>
            <p:cNvSpPr/>
            <p:nvPr/>
          </p:nvSpPr>
          <p:spPr>
            <a:xfrm>
              <a:off x="6883583" y="3143432"/>
              <a:ext cx="136127" cy="53617"/>
            </a:xfrm>
            <a:custGeom>
              <a:avLst/>
              <a:gdLst/>
              <a:ahLst/>
              <a:cxnLst/>
              <a:rect l="l" t="t" r="r" b="b"/>
              <a:pathLst>
                <a:path w="4245" h="1672" extrusionOk="0">
                  <a:moveTo>
                    <a:pt x="1" y="0"/>
                  </a:moveTo>
                  <a:lnTo>
                    <a:pt x="1" y="1671"/>
                  </a:lnTo>
                  <a:lnTo>
                    <a:pt x="4245" y="1671"/>
                  </a:lnTo>
                  <a:lnTo>
                    <a:pt x="4245" y="1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9"/>
            <p:cNvSpPr/>
            <p:nvPr/>
          </p:nvSpPr>
          <p:spPr>
            <a:xfrm>
              <a:off x="6879286" y="3238256"/>
              <a:ext cx="140424" cy="19882"/>
            </a:xfrm>
            <a:custGeom>
              <a:avLst/>
              <a:gdLst/>
              <a:ahLst/>
              <a:cxnLst/>
              <a:rect l="l" t="t" r="r" b="b"/>
              <a:pathLst>
                <a:path w="4379" h="620" extrusionOk="0">
                  <a:moveTo>
                    <a:pt x="1" y="1"/>
                  </a:moveTo>
                  <a:lnTo>
                    <a:pt x="1" y="619"/>
                  </a:lnTo>
                  <a:lnTo>
                    <a:pt x="4379" y="619"/>
                  </a:lnTo>
                  <a:lnTo>
                    <a:pt x="43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9"/>
            <p:cNvSpPr/>
            <p:nvPr/>
          </p:nvSpPr>
          <p:spPr>
            <a:xfrm>
              <a:off x="6883583" y="3143432"/>
              <a:ext cx="136127" cy="53617"/>
            </a:xfrm>
            <a:custGeom>
              <a:avLst/>
              <a:gdLst/>
              <a:ahLst/>
              <a:cxnLst/>
              <a:rect l="l" t="t" r="r" b="b"/>
              <a:pathLst>
                <a:path w="4245" h="1672" extrusionOk="0">
                  <a:moveTo>
                    <a:pt x="1" y="0"/>
                  </a:moveTo>
                  <a:lnTo>
                    <a:pt x="1" y="1671"/>
                  </a:lnTo>
                  <a:lnTo>
                    <a:pt x="4245" y="1671"/>
                  </a:lnTo>
                  <a:lnTo>
                    <a:pt x="4245" y="1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9"/>
            <p:cNvSpPr/>
            <p:nvPr/>
          </p:nvSpPr>
          <p:spPr>
            <a:xfrm>
              <a:off x="6879286" y="3238256"/>
              <a:ext cx="140424" cy="19882"/>
            </a:xfrm>
            <a:custGeom>
              <a:avLst/>
              <a:gdLst/>
              <a:ahLst/>
              <a:cxnLst/>
              <a:rect l="l" t="t" r="r" b="b"/>
              <a:pathLst>
                <a:path w="4379" h="620" extrusionOk="0">
                  <a:moveTo>
                    <a:pt x="1" y="1"/>
                  </a:moveTo>
                  <a:lnTo>
                    <a:pt x="1" y="619"/>
                  </a:lnTo>
                  <a:lnTo>
                    <a:pt x="4379" y="619"/>
                  </a:lnTo>
                  <a:lnTo>
                    <a:pt x="43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9"/>
            <p:cNvSpPr/>
            <p:nvPr/>
          </p:nvSpPr>
          <p:spPr>
            <a:xfrm>
              <a:off x="6246531" y="2984826"/>
              <a:ext cx="466710" cy="356879"/>
            </a:xfrm>
            <a:custGeom>
              <a:avLst/>
              <a:gdLst/>
              <a:ahLst/>
              <a:cxnLst/>
              <a:rect l="l" t="t" r="r" b="b"/>
              <a:pathLst>
                <a:path w="14554" h="11129" extrusionOk="0">
                  <a:moveTo>
                    <a:pt x="0" y="1"/>
                  </a:moveTo>
                  <a:lnTo>
                    <a:pt x="267" y="11129"/>
                  </a:lnTo>
                  <a:lnTo>
                    <a:pt x="14553" y="11129"/>
                  </a:lnTo>
                  <a:lnTo>
                    <a:pt x="14553" y="1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9"/>
            <p:cNvSpPr/>
            <p:nvPr/>
          </p:nvSpPr>
          <p:spPr>
            <a:xfrm>
              <a:off x="6246531" y="2984826"/>
              <a:ext cx="466710" cy="356879"/>
            </a:xfrm>
            <a:custGeom>
              <a:avLst/>
              <a:gdLst/>
              <a:ahLst/>
              <a:cxnLst/>
              <a:rect l="l" t="t" r="r" b="b"/>
              <a:pathLst>
                <a:path w="14554" h="11129" extrusionOk="0">
                  <a:moveTo>
                    <a:pt x="0" y="1"/>
                  </a:moveTo>
                  <a:lnTo>
                    <a:pt x="267" y="11129"/>
                  </a:lnTo>
                  <a:lnTo>
                    <a:pt x="14553" y="11129"/>
                  </a:lnTo>
                  <a:lnTo>
                    <a:pt x="14553" y="1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9"/>
            <p:cNvSpPr/>
            <p:nvPr/>
          </p:nvSpPr>
          <p:spPr>
            <a:xfrm>
              <a:off x="6263142" y="2667647"/>
              <a:ext cx="466165" cy="317212"/>
            </a:xfrm>
            <a:custGeom>
              <a:avLst/>
              <a:gdLst/>
              <a:ahLst/>
              <a:cxnLst/>
              <a:rect l="l" t="t" r="r" b="b"/>
              <a:pathLst>
                <a:path w="14537" h="9892" extrusionOk="0">
                  <a:moveTo>
                    <a:pt x="0" y="0"/>
                  </a:moveTo>
                  <a:lnTo>
                    <a:pt x="0" y="9892"/>
                  </a:lnTo>
                  <a:lnTo>
                    <a:pt x="14537" y="9892"/>
                  </a:lnTo>
                  <a:lnTo>
                    <a:pt x="145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9"/>
            <p:cNvSpPr/>
            <p:nvPr/>
          </p:nvSpPr>
          <p:spPr>
            <a:xfrm>
              <a:off x="6263142" y="2681981"/>
              <a:ext cx="579748" cy="306084"/>
            </a:xfrm>
            <a:custGeom>
              <a:avLst/>
              <a:gdLst/>
              <a:ahLst/>
              <a:cxnLst/>
              <a:rect l="l" t="t" r="r" b="b"/>
              <a:pathLst>
                <a:path w="18079" h="9545" extrusionOk="0">
                  <a:moveTo>
                    <a:pt x="10627" y="0"/>
                  </a:moveTo>
                  <a:cubicBezTo>
                    <a:pt x="10516" y="0"/>
                    <a:pt x="10410" y="35"/>
                    <a:pt x="10326" y="105"/>
                  </a:cubicBezTo>
                  <a:lnTo>
                    <a:pt x="9123" y="990"/>
                  </a:lnTo>
                  <a:lnTo>
                    <a:pt x="2139" y="389"/>
                  </a:lnTo>
                  <a:cubicBezTo>
                    <a:pt x="2090" y="381"/>
                    <a:pt x="2041" y="377"/>
                    <a:pt x="1992" y="377"/>
                  </a:cubicBezTo>
                  <a:cubicBezTo>
                    <a:pt x="1518" y="377"/>
                    <a:pt x="1112" y="739"/>
                    <a:pt x="1036" y="1224"/>
                  </a:cubicBezTo>
                  <a:lnTo>
                    <a:pt x="0" y="9445"/>
                  </a:lnTo>
                  <a:lnTo>
                    <a:pt x="17344" y="9545"/>
                  </a:lnTo>
                  <a:lnTo>
                    <a:pt x="18062" y="1124"/>
                  </a:lnTo>
                  <a:cubicBezTo>
                    <a:pt x="18079" y="857"/>
                    <a:pt x="17862" y="623"/>
                    <a:pt x="17594" y="623"/>
                  </a:cubicBezTo>
                  <a:lnTo>
                    <a:pt x="10694" y="4"/>
                  </a:lnTo>
                  <a:cubicBezTo>
                    <a:pt x="10671" y="2"/>
                    <a:pt x="10649" y="0"/>
                    <a:pt x="106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9"/>
            <p:cNvSpPr/>
            <p:nvPr/>
          </p:nvSpPr>
          <p:spPr>
            <a:xfrm>
              <a:off x="6263142" y="2681981"/>
              <a:ext cx="579748" cy="306084"/>
            </a:xfrm>
            <a:custGeom>
              <a:avLst/>
              <a:gdLst/>
              <a:ahLst/>
              <a:cxnLst/>
              <a:rect l="l" t="t" r="r" b="b"/>
              <a:pathLst>
                <a:path w="18079" h="9545" extrusionOk="0">
                  <a:moveTo>
                    <a:pt x="10627" y="0"/>
                  </a:moveTo>
                  <a:cubicBezTo>
                    <a:pt x="10516" y="0"/>
                    <a:pt x="10410" y="35"/>
                    <a:pt x="10326" y="105"/>
                  </a:cubicBezTo>
                  <a:lnTo>
                    <a:pt x="9123" y="990"/>
                  </a:lnTo>
                  <a:lnTo>
                    <a:pt x="2139" y="389"/>
                  </a:lnTo>
                  <a:cubicBezTo>
                    <a:pt x="2090" y="381"/>
                    <a:pt x="2041" y="377"/>
                    <a:pt x="1992" y="377"/>
                  </a:cubicBezTo>
                  <a:cubicBezTo>
                    <a:pt x="1518" y="377"/>
                    <a:pt x="1112" y="739"/>
                    <a:pt x="1036" y="1224"/>
                  </a:cubicBezTo>
                  <a:lnTo>
                    <a:pt x="0" y="9445"/>
                  </a:lnTo>
                  <a:lnTo>
                    <a:pt x="17344" y="9545"/>
                  </a:lnTo>
                  <a:lnTo>
                    <a:pt x="18062" y="1124"/>
                  </a:lnTo>
                  <a:cubicBezTo>
                    <a:pt x="18079" y="857"/>
                    <a:pt x="17862" y="623"/>
                    <a:pt x="17594" y="623"/>
                  </a:cubicBezTo>
                  <a:lnTo>
                    <a:pt x="10694" y="4"/>
                  </a:lnTo>
                  <a:cubicBezTo>
                    <a:pt x="10671" y="2"/>
                    <a:pt x="10649" y="0"/>
                    <a:pt x="106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9"/>
            <p:cNvSpPr/>
            <p:nvPr/>
          </p:nvSpPr>
          <p:spPr>
            <a:xfrm>
              <a:off x="6454424" y="2813361"/>
              <a:ext cx="559385" cy="174191"/>
            </a:xfrm>
            <a:custGeom>
              <a:avLst/>
              <a:gdLst/>
              <a:ahLst/>
              <a:cxnLst/>
              <a:rect l="l" t="t" r="r" b="b"/>
              <a:pathLst>
                <a:path w="17444" h="5432" extrusionOk="0">
                  <a:moveTo>
                    <a:pt x="1420" y="1"/>
                  </a:moveTo>
                  <a:lnTo>
                    <a:pt x="0" y="5431"/>
                  </a:lnTo>
                  <a:lnTo>
                    <a:pt x="16759" y="5348"/>
                  </a:lnTo>
                  <a:lnTo>
                    <a:pt x="17076" y="3259"/>
                  </a:lnTo>
                  <a:lnTo>
                    <a:pt x="17444" y="1070"/>
                  </a:lnTo>
                  <a:lnTo>
                    <a:pt x="14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9"/>
            <p:cNvSpPr/>
            <p:nvPr/>
          </p:nvSpPr>
          <p:spPr>
            <a:xfrm>
              <a:off x="6508522" y="2847545"/>
              <a:ext cx="559418" cy="140520"/>
            </a:xfrm>
            <a:custGeom>
              <a:avLst/>
              <a:gdLst/>
              <a:ahLst/>
              <a:cxnLst/>
              <a:rect l="l" t="t" r="r" b="b"/>
              <a:pathLst>
                <a:path w="17445" h="4382" extrusionOk="0">
                  <a:moveTo>
                    <a:pt x="9992" y="0"/>
                  </a:moveTo>
                  <a:cubicBezTo>
                    <a:pt x="9882" y="0"/>
                    <a:pt x="9775" y="35"/>
                    <a:pt x="9692" y="105"/>
                  </a:cubicBezTo>
                  <a:lnTo>
                    <a:pt x="8489" y="990"/>
                  </a:lnTo>
                  <a:lnTo>
                    <a:pt x="1504" y="372"/>
                  </a:lnTo>
                  <a:cubicBezTo>
                    <a:pt x="1462" y="367"/>
                    <a:pt x="1420" y="364"/>
                    <a:pt x="1379" y="364"/>
                  </a:cubicBezTo>
                  <a:cubicBezTo>
                    <a:pt x="896" y="364"/>
                    <a:pt x="479" y="715"/>
                    <a:pt x="402" y="1207"/>
                  </a:cubicBezTo>
                  <a:lnTo>
                    <a:pt x="1" y="4382"/>
                  </a:lnTo>
                  <a:lnTo>
                    <a:pt x="17160" y="4382"/>
                  </a:lnTo>
                  <a:lnTo>
                    <a:pt x="17444" y="1124"/>
                  </a:lnTo>
                  <a:cubicBezTo>
                    <a:pt x="17444" y="856"/>
                    <a:pt x="17227" y="623"/>
                    <a:pt x="16960" y="606"/>
                  </a:cubicBezTo>
                  <a:lnTo>
                    <a:pt x="10059" y="4"/>
                  </a:lnTo>
                  <a:cubicBezTo>
                    <a:pt x="10037" y="2"/>
                    <a:pt x="10015" y="0"/>
                    <a:pt x="99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9"/>
            <p:cNvSpPr/>
            <p:nvPr/>
          </p:nvSpPr>
          <p:spPr>
            <a:xfrm>
              <a:off x="6508522" y="2847545"/>
              <a:ext cx="559418" cy="140520"/>
            </a:xfrm>
            <a:custGeom>
              <a:avLst/>
              <a:gdLst/>
              <a:ahLst/>
              <a:cxnLst/>
              <a:rect l="l" t="t" r="r" b="b"/>
              <a:pathLst>
                <a:path w="17445" h="4382" extrusionOk="0">
                  <a:moveTo>
                    <a:pt x="9992" y="0"/>
                  </a:moveTo>
                  <a:cubicBezTo>
                    <a:pt x="9882" y="0"/>
                    <a:pt x="9775" y="35"/>
                    <a:pt x="9692" y="105"/>
                  </a:cubicBezTo>
                  <a:lnTo>
                    <a:pt x="8489" y="990"/>
                  </a:lnTo>
                  <a:lnTo>
                    <a:pt x="1504" y="372"/>
                  </a:lnTo>
                  <a:cubicBezTo>
                    <a:pt x="1462" y="367"/>
                    <a:pt x="1420" y="364"/>
                    <a:pt x="1379" y="364"/>
                  </a:cubicBezTo>
                  <a:cubicBezTo>
                    <a:pt x="896" y="364"/>
                    <a:pt x="479" y="715"/>
                    <a:pt x="402" y="1207"/>
                  </a:cubicBezTo>
                  <a:lnTo>
                    <a:pt x="1" y="4382"/>
                  </a:lnTo>
                  <a:lnTo>
                    <a:pt x="17160" y="4382"/>
                  </a:lnTo>
                  <a:lnTo>
                    <a:pt x="17444" y="1124"/>
                  </a:lnTo>
                  <a:cubicBezTo>
                    <a:pt x="17444" y="856"/>
                    <a:pt x="17227" y="623"/>
                    <a:pt x="16960" y="606"/>
                  </a:cubicBezTo>
                  <a:lnTo>
                    <a:pt x="10059" y="4"/>
                  </a:lnTo>
                  <a:cubicBezTo>
                    <a:pt x="10037" y="2"/>
                    <a:pt x="10015" y="0"/>
                    <a:pt x="9992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9"/>
            <p:cNvSpPr/>
            <p:nvPr/>
          </p:nvSpPr>
          <p:spPr>
            <a:xfrm>
              <a:off x="6393849" y="2860533"/>
              <a:ext cx="93797" cy="124326"/>
            </a:xfrm>
            <a:custGeom>
              <a:avLst/>
              <a:gdLst/>
              <a:ahLst/>
              <a:cxnLst/>
              <a:rect l="l" t="t" r="r" b="b"/>
              <a:pathLst>
                <a:path w="2925" h="3877" extrusionOk="0">
                  <a:moveTo>
                    <a:pt x="653" y="0"/>
                  </a:moveTo>
                  <a:cubicBezTo>
                    <a:pt x="285" y="0"/>
                    <a:pt x="1" y="351"/>
                    <a:pt x="85" y="702"/>
                  </a:cubicBezTo>
                  <a:lnTo>
                    <a:pt x="820" y="3877"/>
                  </a:lnTo>
                  <a:lnTo>
                    <a:pt x="1889" y="3877"/>
                  </a:lnTo>
                  <a:lnTo>
                    <a:pt x="29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9"/>
            <p:cNvSpPr/>
            <p:nvPr/>
          </p:nvSpPr>
          <p:spPr>
            <a:xfrm>
              <a:off x="5507118" y="1192766"/>
              <a:ext cx="416332" cy="334175"/>
            </a:xfrm>
            <a:custGeom>
              <a:avLst/>
              <a:gdLst/>
              <a:ahLst/>
              <a:cxnLst/>
              <a:rect l="l" t="t" r="r" b="b"/>
              <a:pathLst>
                <a:path w="12983" h="10421" extrusionOk="0">
                  <a:moveTo>
                    <a:pt x="2114" y="0"/>
                  </a:moveTo>
                  <a:cubicBezTo>
                    <a:pt x="1795" y="0"/>
                    <a:pt x="1513" y="221"/>
                    <a:pt x="1454" y="546"/>
                  </a:cubicBezTo>
                  <a:lnTo>
                    <a:pt x="84" y="7413"/>
                  </a:lnTo>
                  <a:cubicBezTo>
                    <a:pt x="0" y="7781"/>
                    <a:pt x="234" y="8132"/>
                    <a:pt x="585" y="8215"/>
                  </a:cubicBezTo>
                  <a:lnTo>
                    <a:pt x="10761" y="10404"/>
                  </a:lnTo>
                  <a:cubicBezTo>
                    <a:pt x="10806" y="10415"/>
                    <a:pt x="10852" y="10420"/>
                    <a:pt x="10897" y="10420"/>
                  </a:cubicBezTo>
                  <a:cubicBezTo>
                    <a:pt x="11198" y="10420"/>
                    <a:pt x="11471" y="10189"/>
                    <a:pt x="11529" y="9869"/>
                  </a:cubicBezTo>
                  <a:lnTo>
                    <a:pt x="12916" y="3002"/>
                  </a:lnTo>
                  <a:cubicBezTo>
                    <a:pt x="12983" y="2635"/>
                    <a:pt x="12766" y="2284"/>
                    <a:pt x="12398" y="2200"/>
                  </a:cubicBezTo>
                  <a:lnTo>
                    <a:pt x="2239" y="11"/>
                  </a:lnTo>
                  <a:cubicBezTo>
                    <a:pt x="2197" y="4"/>
                    <a:pt x="2155" y="0"/>
                    <a:pt x="21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9"/>
            <p:cNvSpPr/>
            <p:nvPr/>
          </p:nvSpPr>
          <p:spPr>
            <a:xfrm>
              <a:off x="5656585" y="1317413"/>
              <a:ext cx="99698" cy="106657"/>
            </a:xfrm>
            <a:custGeom>
              <a:avLst/>
              <a:gdLst/>
              <a:ahLst/>
              <a:cxnLst/>
              <a:rect l="l" t="t" r="r" b="b"/>
              <a:pathLst>
                <a:path w="3109" h="3326" extrusionOk="0">
                  <a:moveTo>
                    <a:pt x="3109" y="1"/>
                  </a:moveTo>
                  <a:lnTo>
                    <a:pt x="1555" y="535"/>
                  </a:lnTo>
                  <a:lnTo>
                    <a:pt x="1" y="1070"/>
                  </a:lnTo>
                  <a:lnTo>
                    <a:pt x="1221" y="2206"/>
                  </a:lnTo>
                  <a:lnTo>
                    <a:pt x="2457" y="3326"/>
                  </a:lnTo>
                  <a:lnTo>
                    <a:pt x="2791" y="1655"/>
                  </a:lnTo>
                  <a:lnTo>
                    <a:pt x="31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9"/>
            <p:cNvSpPr/>
            <p:nvPr/>
          </p:nvSpPr>
          <p:spPr>
            <a:xfrm>
              <a:off x="5925567" y="678211"/>
              <a:ext cx="642472" cy="662803"/>
            </a:xfrm>
            <a:custGeom>
              <a:avLst/>
              <a:gdLst/>
              <a:ahLst/>
              <a:cxnLst/>
              <a:rect l="l" t="t" r="r" b="b"/>
              <a:pathLst>
                <a:path w="20035" h="20669" extrusionOk="0">
                  <a:moveTo>
                    <a:pt x="37" y="2984"/>
                  </a:moveTo>
                  <a:cubicBezTo>
                    <a:pt x="36" y="2984"/>
                    <a:pt x="35" y="2987"/>
                    <a:pt x="34" y="2991"/>
                  </a:cubicBezTo>
                  <a:lnTo>
                    <a:pt x="35" y="2991"/>
                  </a:lnTo>
                  <a:cubicBezTo>
                    <a:pt x="36" y="2986"/>
                    <a:pt x="37" y="2984"/>
                    <a:pt x="37" y="2984"/>
                  </a:cubicBezTo>
                  <a:close/>
                  <a:moveTo>
                    <a:pt x="34" y="2991"/>
                  </a:moveTo>
                  <a:cubicBezTo>
                    <a:pt x="31" y="3002"/>
                    <a:pt x="30" y="3006"/>
                    <a:pt x="30" y="3006"/>
                  </a:cubicBezTo>
                  <a:cubicBezTo>
                    <a:pt x="30" y="3006"/>
                    <a:pt x="33" y="2998"/>
                    <a:pt x="34" y="2991"/>
                  </a:cubicBezTo>
                  <a:close/>
                  <a:moveTo>
                    <a:pt x="12215" y="1"/>
                  </a:moveTo>
                  <a:lnTo>
                    <a:pt x="12165" y="17"/>
                  </a:lnTo>
                  <a:lnTo>
                    <a:pt x="11363" y="218"/>
                  </a:lnTo>
                  <a:lnTo>
                    <a:pt x="9758" y="619"/>
                  </a:lnTo>
                  <a:cubicBezTo>
                    <a:pt x="8689" y="869"/>
                    <a:pt x="7653" y="1120"/>
                    <a:pt x="6617" y="1387"/>
                  </a:cubicBezTo>
                  <a:lnTo>
                    <a:pt x="702" y="2841"/>
                  </a:lnTo>
                  <a:lnTo>
                    <a:pt x="352" y="2925"/>
                  </a:lnTo>
                  <a:lnTo>
                    <a:pt x="168" y="2958"/>
                  </a:lnTo>
                  <a:lnTo>
                    <a:pt x="84" y="2991"/>
                  </a:lnTo>
                  <a:lnTo>
                    <a:pt x="35" y="2991"/>
                  </a:lnTo>
                  <a:cubicBezTo>
                    <a:pt x="32" y="3006"/>
                    <a:pt x="23" y="3047"/>
                    <a:pt x="1" y="3142"/>
                  </a:cubicBezTo>
                  <a:lnTo>
                    <a:pt x="17" y="3142"/>
                  </a:lnTo>
                  <a:lnTo>
                    <a:pt x="34" y="3158"/>
                  </a:lnTo>
                  <a:cubicBezTo>
                    <a:pt x="201" y="3309"/>
                    <a:pt x="385" y="3476"/>
                    <a:pt x="535" y="3643"/>
                  </a:cubicBezTo>
                  <a:cubicBezTo>
                    <a:pt x="870" y="3977"/>
                    <a:pt x="1154" y="4345"/>
                    <a:pt x="1388" y="4729"/>
                  </a:cubicBezTo>
                  <a:cubicBezTo>
                    <a:pt x="1638" y="5113"/>
                    <a:pt x="1822" y="5514"/>
                    <a:pt x="1989" y="5932"/>
                  </a:cubicBezTo>
                  <a:cubicBezTo>
                    <a:pt x="2139" y="6350"/>
                    <a:pt x="2256" y="6767"/>
                    <a:pt x="2340" y="7185"/>
                  </a:cubicBezTo>
                  <a:cubicBezTo>
                    <a:pt x="2758" y="8873"/>
                    <a:pt x="3142" y="10427"/>
                    <a:pt x="3493" y="11864"/>
                  </a:cubicBezTo>
                  <a:lnTo>
                    <a:pt x="4462" y="15707"/>
                  </a:lnTo>
                  <a:cubicBezTo>
                    <a:pt x="4596" y="16275"/>
                    <a:pt x="4713" y="16809"/>
                    <a:pt x="4863" y="17294"/>
                  </a:cubicBezTo>
                  <a:cubicBezTo>
                    <a:pt x="4997" y="17728"/>
                    <a:pt x="5164" y="18146"/>
                    <a:pt x="5364" y="18564"/>
                  </a:cubicBezTo>
                  <a:cubicBezTo>
                    <a:pt x="5648" y="19132"/>
                    <a:pt x="5982" y="19666"/>
                    <a:pt x="6383" y="20168"/>
                  </a:cubicBezTo>
                  <a:cubicBezTo>
                    <a:pt x="6517" y="20352"/>
                    <a:pt x="6651" y="20519"/>
                    <a:pt x="6801" y="20669"/>
                  </a:cubicBezTo>
                  <a:cubicBezTo>
                    <a:pt x="6801" y="20669"/>
                    <a:pt x="6768" y="20619"/>
                    <a:pt x="6701" y="20535"/>
                  </a:cubicBezTo>
                  <a:cubicBezTo>
                    <a:pt x="6634" y="20452"/>
                    <a:pt x="6534" y="20318"/>
                    <a:pt x="6400" y="20151"/>
                  </a:cubicBezTo>
                  <a:cubicBezTo>
                    <a:pt x="5748" y="19282"/>
                    <a:pt x="5264" y="18313"/>
                    <a:pt x="4946" y="17260"/>
                  </a:cubicBezTo>
                  <a:cubicBezTo>
                    <a:pt x="4796" y="16793"/>
                    <a:pt x="4696" y="16258"/>
                    <a:pt x="4545" y="15690"/>
                  </a:cubicBezTo>
                  <a:cubicBezTo>
                    <a:pt x="4278" y="14554"/>
                    <a:pt x="3961" y="13267"/>
                    <a:pt x="3610" y="11830"/>
                  </a:cubicBezTo>
                  <a:cubicBezTo>
                    <a:pt x="3276" y="10410"/>
                    <a:pt x="2891" y="8839"/>
                    <a:pt x="2490" y="7168"/>
                  </a:cubicBezTo>
                  <a:cubicBezTo>
                    <a:pt x="2390" y="6734"/>
                    <a:pt x="2273" y="6300"/>
                    <a:pt x="2123" y="5882"/>
                  </a:cubicBezTo>
                  <a:cubicBezTo>
                    <a:pt x="1956" y="5448"/>
                    <a:pt x="1755" y="5046"/>
                    <a:pt x="1521" y="4645"/>
                  </a:cubicBezTo>
                  <a:cubicBezTo>
                    <a:pt x="1155" y="4073"/>
                    <a:pt x="713" y="3545"/>
                    <a:pt x="210" y="3107"/>
                  </a:cubicBezTo>
                  <a:lnTo>
                    <a:pt x="210" y="3107"/>
                  </a:lnTo>
                  <a:lnTo>
                    <a:pt x="385" y="3075"/>
                  </a:lnTo>
                  <a:lnTo>
                    <a:pt x="736" y="2991"/>
                  </a:lnTo>
                  <a:cubicBezTo>
                    <a:pt x="2624" y="2524"/>
                    <a:pt x="4612" y="2039"/>
                    <a:pt x="6667" y="1538"/>
                  </a:cubicBezTo>
                  <a:lnTo>
                    <a:pt x="9792" y="769"/>
                  </a:lnTo>
                  <a:lnTo>
                    <a:pt x="11396" y="385"/>
                  </a:lnTo>
                  <a:cubicBezTo>
                    <a:pt x="11663" y="318"/>
                    <a:pt x="11931" y="251"/>
                    <a:pt x="12198" y="184"/>
                  </a:cubicBezTo>
                  <a:lnTo>
                    <a:pt x="12248" y="168"/>
                  </a:lnTo>
                  <a:lnTo>
                    <a:pt x="12265" y="168"/>
                  </a:lnTo>
                  <a:lnTo>
                    <a:pt x="12348" y="201"/>
                  </a:lnTo>
                  <a:lnTo>
                    <a:pt x="12549" y="285"/>
                  </a:lnTo>
                  <a:cubicBezTo>
                    <a:pt x="12666" y="351"/>
                    <a:pt x="12799" y="385"/>
                    <a:pt x="12916" y="468"/>
                  </a:cubicBezTo>
                  <a:cubicBezTo>
                    <a:pt x="13886" y="970"/>
                    <a:pt x="14671" y="1788"/>
                    <a:pt x="15155" y="2774"/>
                  </a:cubicBezTo>
                  <a:cubicBezTo>
                    <a:pt x="15373" y="3259"/>
                    <a:pt x="15540" y="3777"/>
                    <a:pt x="15640" y="4295"/>
                  </a:cubicBezTo>
                  <a:cubicBezTo>
                    <a:pt x="15757" y="4829"/>
                    <a:pt x="15874" y="5347"/>
                    <a:pt x="15991" y="5865"/>
                  </a:cubicBezTo>
                  <a:cubicBezTo>
                    <a:pt x="16475" y="7920"/>
                    <a:pt x="16926" y="9909"/>
                    <a:pt x="17361" y="11797"/>
                  </a:cubicBezTo>
                  <a:cubicBezTo>
                    <a:pt x="17478" y="12281"/>
                    <a:pt x="17578" y="12749"/>
                    <a:pt x="17695" y="13200"/>
                  </a:cubicBezTo>
                  <a:cubicBezTo>
                    <a:pt x="17812" y="13668"/>
                    <a:pt x="17962" y="14103"/>
                    <a:pt x="18129" y="14554"/>
                  </a:cubicBezTo>
                  <a:cubicBezTo>
                    <a:pt x="18464" y="15389"/>
                    <a:pt x="18915" y="16174"/>
                    <a:pt x="19449" y="16893"/>
                  </a:cubicBezTo>
                  <a:cubicBezTo>
                    <a:pt x="19583" y="17060"/>
                    <a:pt x="19717" y="17227"/>
                    <a:pt x="19850" y="17394"/>
                  </a:cubicBezTo>
                  <a:lnTo>
                    <a:pt x="19861" y="17409"/>
                  </a:lnTo>
                  <a:lnTo>
                    <a:pt x="19861" y="17409"/>
                  </a:lnTo>
                  <a:lnTo>
                    <a:pt x="19767" y="17428"/>
                  </a:lnTo>
                  <a:lnTo>
                    <a:pt x="19466" y="17494"/>
                  </a:lnTo>
                  <a:lnTo>
                    <a:pt x="18280" y="17795"/>
                  </a:lnTo>
                  <a:lnTo>
                    <a:pt x="16041" y="18346"/>
                  </a:lnTo>
                  <a:cubicBezTo>
                    <a:pt x="13184" y="19065"/>
                    <a:pt x="10878" y="19633"/>
                    <a:pt x="9274" y="20034"/>
                  </a:cubicBezTo>
                  <a:lnTo>
                    <a:pt x="7453" y="20502"/>
                  </a:lnTo>
                  <a:lnTo>
                    <a:pt x="6968" y="20619"/>
                  </a:lnTo>
                  <a:cubicBezTo>
                    <a:pt x="6868" y="20652"/>
                    <a:pt x="6818" y="20669"/>
                    <a:pt x="6818" y="20669"/>
                  </a:cubicBezTo>
                  <a:cubicBezTo>
                    <a:pt x="6818" y="20669"/>
                    <a:pt x="6868" y="20669"/>
                    <a:pt x="6968" y="20636"/>
                  </a:cubicBezTo>
                  <a:lnTo>
                    <a:pt x="7453" y="20535"/>
                  </a:lnTo>
                  <a:lnTo>
                    <a:pt x="9291" y="20101"/>
                  </a:lnTo>
                  <a:cubicBezTo>
                    <a:pt x="10895" y="19717"/>
                    <a:pt x="13217" y="19148"/>
                    <a:pt x="16074" y="18463"/>
                  </a:cubicBezTo>
                  <a:lnTo>
                    <a:pt x="18313" y="17929"/>
                  </a:lnTo>
                  <a:lnTo>
                    <a:pt x="19500" y="17628"/>
                  </a:lnTo>
                  <a:lnTo>
                    <a:pt x="19800" y="17561"/>
                  </a:lnTo>
                  <a:lnTo>
                    <a:pt x="19967" y="17528"/>
                  </a:lnTo>
                  <a:lnTo>
                    <a:pt x="19984" y="17511"/>
                  </a:lnTo>
                  <a:cubicBezTo>
                    <a:pt x="19987" y="17504"/>
                    <a:pt x="19988" y="17501"/>
                    <a:pt x="19989" y="17501"/>
                  </a:cubicBezTo>
                  <a:lnTo>
                    <a:pt x="19989" y="17501"/>
                  </a:lnTo>
                  <a:cubicBezTo>
                    <a:pt x="19991" y="17501"/>
                    <a:pt x="19988" y="17523"/>
                    <a:pt x="19991" y="17523"/>
                  </a:cubicBezTo>
                  <a:cubicBezTo>
                    <a:pt x="19995" y="17523"/>
                    <a:pt x="20005" y="17498"/>
                    <a:pt x="20034" y="17394"/>
                  </a:cubicBezTo>
                  <a:lnTo>
                    <a:pt x="20001" y="17377"/>
                  </a:lnTo>
                  <a:lnTo>
                    <a:pt x="19951" y="17311"/>
                  </a:lnTo>
                  <a:cubicBezTo>
                    <a:pt x="19817" y="17143"/>
                    <a:pt x="19683" y="16976"/>
                    <a:pt x="19566" y="16809"/>
                  </a:cubicBezTo>
                  <a:cubicBezTo>
                    <a:pt x="19032" y="16091"/>
                    <a:pt x="18597" y="15322"/>
                    <a:pt x="18263" y="14487"/>
                  </a:cubicBezTo>
                  <a:cubicBezTo>
                    <a:pt x="17912" y="13651"/>
                    <a:pt x="17745" y="12716"/>
                    <a:pt x="17511" y="11763"/>
                  </a:cubicBezTo>
                  <a:cubicBezTo>
                    <a:pt x="17077" y="9875"/>
                    <a:pt x="16626" y="7887"/>
                    <a:pt x="16158" y="5832"/>
                  </a:cubicBezTo>
                  <a:lnTo>
                    <a:pt x="15790" y="4261"/>
                  </a:lnTo>
                  <a:cubicBezTo>
                    <a:pt x="15707" y="3727"/>
                    <a:pt x="15540" y="3192"/>
                    <a:pt x="15306" y="2707"/>
                  </a:cubicBezTo>
                  <a:cubicBezTo>
                    <a:pt x="14804" y="1671"/>
                    <a:pt x="14002" y="836"/>
                    <a:pt x="13000" y="318"/>
                  </a:cubicBezTo>
                  <a:cubicBezTo>
                    <a:pt x="12866" y="234"/>
                    <a:pt x="12749" y="184"/>
                    <a:pt x="12616" y="134"/>
                  </a:cubicBezTo>
                  <a:lnTo>
                    <a:pt x="12415" y="51"/>
                  </a:lnTo>
                  <a:lnTo>
                    <a:pt x="12315" y="17"/>
                  </a:lnTo>
                  <a:lnTo>
                    <a:pt x="12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9"/>
            <p:cNvSpPr/>
            <p:nvPr/>
          </p:nvSpPr>
          <p:spPr>
            <a:xfrm>
              <a:off x="6074520" y="815909"/>
              <a:ext cx="290980" cy="75583"/>
            </a:xfrm>
            <a:custGeom>
              <a:avLst/>
              <a:gdLst/>
              <a:ahLst/>
              <a:cxnLst/>
              <a:rect l="l" t="t" r="r" b="b"/>
              <a:pathLst>
                <a:path w="9074" h="2357" extrusionOk="0">
                  <a:moveTo>
                    <a:pt x="9073" y="1"/>
                  </a:moveTo>
                  <a:lnTo>
                    <a:pt x="9073" y="1"/>
                  </a:lnTo>
                  <a:cubicBezTo>
                    <a:pt x="8956" y="17"/>
                    <a:pt x="8823" y="34"/>
                    <a:pt x="8706" y="67"/>
                  </a:cubicBezTo>
                  <a:lnTo>
                    <a:pt x="7737" y="318"/>
                  </a:lnTo>
                  <a:cubicBezTo>
                    <a:pt x="6885" y="535"/>
                    <a:pt x="5765" y="836"/>
                    <a:pt x="4529" y="1154"/>
                  </a:cubicBezTo>
                  <a:lnTo>
                    <a:pt x="1321" y="1972"/>
                  </a:lnTo>
                  <a:lnTo>
                    <a:pt x="352" y="2240"/>
                  </a:lnTo>
                  <a:cubicBezTo>
                    <a:pt x="218" y="2273"/>
                    <a:pt x="101" y="2306"/>
                    <a:pt x="1" y="2357"/>
                  </a:cubicBezTo>
                  <a:cubicBezTo>
                    <a:pt x="118" y="2357"/>
                    <a:pt x="235" y="2340"/>
                    <a:pt x="368" y="2306"/>
                  </a:cubicBezTo>
                  <a:cubicBezTo>
                    <a:pt x="602" y="2256"/>
                    <a:pt x="936" y="2189"/>
                    <a:pt x="1337" y="2089"/>
                  </a:cubicBezTo>
                  <a:cubicBezTo>
                    <a:pt x="2173" y="1905"/>
                    <a:pt x="3309" y="1638"/>
                    <a:pt x="4562" y="1321"/>
                  </a:cubicBezTo>
                  <a:cubicBezTo>
                    <a:pt x="5832" y="1003"/>
                    <a:pt x="6951" y="686"/>
                    <a:pt x="7770" y="435"/>
                  </a:cubicBezTo>
                  <a:cubicBezTo>
                    <a:pt x="8171" y="318"/>
                    <a:pt x="8505" y="218"/>
                    <a:pt x="8723" y="134"/>
                  </a:cubicBezTo>
                  <a:cubicBezTo>
                    <a:pt x="8856" y="101"/>
                    <a:pt x="8956" y="67"/>
                    <a:pt x="9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9"/>
            <p:cNvSpPr/>
            <p:nvPr/>
          </p:nvSpPr>
          <p:spPr>
            <a:xfrm>
              <a:off x="6081479" y="859841"/>
              <a:ext cx="291526" cy="75583"/>
            </a:xfrm>
            <a:custGeom>
              <a:avLst/>
              <a:gdLst/>
              <a:ahLst/>
              <a:cxnLst/>
              <a:rect l="l" t="t" r="r" b="b"/>
              <a:pathLst>
                <a:path w="9091" h="2357" extrusionOk="0">
                  <a:moveTo>
                    <a:pt x="9090" y="1"/>
                  </a:moveTo>
                  <a:cubicBezTo>
                    <a:pt x="8957" y="1"/>
                    <a:pt x="8840" y="34"/>
                    <a:pt x="8723" y="68"/>
                  </a:cubicBezTo>
                  <a:lnTo>
                    <a:pt x="7754" y="318"/>
                  </a:lnTo>
                  <a:cubicBezTo>
                    <a:pt x="6885" y="535"/>
                    <a:pt x="5765" y="836"/>
                    <a:pt x="4529" y="1154"/>
                  </a:cubicBezTo>
                  <a:lnTo>
                    <a:pt x="1321" y="1972"/>
                  </a:lnTo>
                  <a:lnTo>
                    <a:pt x="352" y="2240"/>
                  </a:lnTo>
                  <a:cubicBezTo>
                    <a:pt x="235" y="2256"/>
                    <a:pt x="118" y="2306"/>
                    <a:pt x="1" y="2357"/>
                  </a:cubicBezTo>
                  <a:cubicBezTo>
                    <a:pt x="135" y="2357"/>
                    <a:pt x="252" y="2340"/>
                    <a:pt x="368" y="2306"/>
                  </a:cubicBezTo>
                  <a:cubicBezTo>
                    <a:pt x="602" y="2256"/>
                    <a:pt x="937" y="2190"/>
                    <a:pt x="1354" y="2089"/>
                  </a:cubicBezTo>
                  <a:cubicBezTo>
                    <a:pt x="2190" y="1905"/>
                    <a:pt x="3326" y="1638"/>
                    <a:pt x="4579" y="1321"/>
                  </a:cubicBezTo>
                  <a:cubicBezTo>
                    <a:pt x="5832" y="987"/>
                    <a:pt x="6968" y="686"/>
                    <a:pt x="7770" y="435"/>
                  </a:cubicBezTo>
                  <a:cubicBezTo>
                    <a:pt x="8188" y="318"/>
                    <a:pt x="8506" y="218"/>
                    <a:pt x="8739" y="134"/>
                  </a:cubicBezTo>
                  <a:cubicBezTo>
                    <a:pt x="8856" y="101"/>
                    <a:pt x="8973" y="51"/>
                    <a:pt x="90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9"/>
            <p:cNvSpPr/>
            <p:nvPr/>
          </p:nvSpPr>
          <p:spPr>
            <a:xfrm>
              <a:off x="6091677" y="903774"/>
              <a:ext cx="291494" cy="75583"/>
            </a:xfrm>
            <a:custGeom>
              <a:avLst/>
              <a:gdLst/>
              <a:ahLst/>
              <a:cxnLst/>
              <a:rect l="l" t="t" r="r" b="b"/>
              <a:pathLst>
                <a:path w="9090" h="2357" extrusionOk="0">
                  <a:moveTo>
                    <a:pt x="9090" y="1"/>
                  </a:moveTo>
                  <a:cubicBezTo>
                    <a:pt x="8956" y="1"/>
                    <a:pt x="8839" y="34"/>
                    <a:pt x="8722" y="68"/>
                  </a:cubicBezTo>
                  <a:lnTo>
                    <a:pt x="7753" y="318"/>
                  </a:lnTo>
                  <a:lnTo>
                    <a:pt x="4528" y="1154"/>
                  </a:lnTo>
                  <a:cubicBezTo>
                    <a:pt x="3309" y="1471"/>
                    <a:pt x="2189" y="1755"/>
                    <a:pt x="1320" y="1972"/>
                  </a:cubicBezTo>
                  <a:cubicBezTo>
                    <a:pt x="936" y="2073"/>
                    <a:pt x="619" y="2156"/>
                    <a:pt x="351" y="2240"/>
                  </a:cubicBezTo>
                  <a:cubicBezTo>
                    <a:pt x="234" y="2256"/>
                    <a:pt x="117" y="2307"/>
                    <a:pt x="0" y="2357"/>
                  </a:cubicBezTo>
                  <a:cubicBezTo>
                    <a:pt x="134" y="2357"/>
                    <a:pt x="251" y="2340"/>
                    <a:pt x="368" y="2307"/>
                  </a:cubicBezTo>
                  <a:cubicBezTo>
                    <a:pt x="602" y="2256"/>
                    <a:pt x="936" y="2190"/>
                    <a:pt x="1354" y="2089"/>
                  </a:cubicBezTo>
                  <a:cubicBezTo>
                    <a:pt x="2189" y="1906"/>
                    <a:pt x="3325" y="1638"/>
                    <a:pt x="4578" y="1321"/>
                  </a:cubicBezTo>
                  <a:cubicBezTo>
                    <a:pt x="5832" y="987"/>
                    <a:pt x="6968" y="669"/>
                    <a:pt x="7770" y="435"/>
                  </a:cubicBezTo>
                  <a:cubicBezTo>
                    <a:pt x="8188" y="318"/>
                    <a:pt x="8505" y="201"/>
                    <a:pt x="8739" y="134"/>
                  </a:cubicBezTo>
                  <a:cubicBezTo>
                    <a:pt x="8856" y="101"/>
                    <a:pt x="8973" y="51"/>
                    <a:pt x="90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9"/>
            <p:cNvSpPr/>
            <p:nvPr/>
          </p:nvSpPr>
          <p:spPr>
            <a:xfrm>
              <a:off x="6101329" y="947706"/>
              <a:ext cx="290948" cy="75583"/>
            </a:xfrm>
            <a:custGeom>
              <a:avLst/>
              <a:gdLst/>
              <a:ahLst/>
              <a:cxnLst/>
              <a:rect l="l" t="t" r="r" b="b"/>
              <a:pathLst>
                <a:path w="9073" h="2357" extrusionOk="0">
                  <a:moveTo>
                    <a:pt x="9073" y="1"/>
                  </a:moveTo>
                  <a:cubicBezTo>
                    <a:pt x="8956" y="1"/>
                    <a:pt x="8822" y="34"/>
                    <a:pt x="8705" y="68"/>
                  </a:cubicBezTo>
                  <a:lnTo>
                    <a:pt x="7736" y="318"/>
                  </a:lnTo>
                  <a:lnTo>
                    <a:pt x="4528" y="1154"/>
                  </a:lnTo>
                  <a:cubicBezTo>
                    <a:pt x="3292" y="1471"/>
                    <a:pt x="2172" y="1755"/>
                    <a:pt x="1320" y="1973"/>
                  </a:cubicBezTo>
                  <a:lnTo>
                    <a:pt x="351" y="2240"/>
                  </a:lnTo>
                  <a:cubicBezTo>
                    <a:pt x="217" y="2257"/>
                    <a:pt x="100" y="2307"/>
                    <a:pt x="0" y="2357"/>
                  </a:cubicBezTo>
                  <a:cubicBezTo>
                    <a:pt x="117" y="2357"/>
                    <a:pt x="234" y="2323"/>
                    <a:pt x="368" y="2307"/>
                  </a:cubicBezTo>
                  <a:cubicBezTo>
                    <a:pt x="602" y="2257"/>
                    <a:pt x="936" y="2173"/>
                    <a:pt x="1337" y="2089"/>
                  </a:cubicBezTo>
                  <a:cubicBezTo>
                    <a:pt x="2172" y="1906"/>
                    <a:pt x="3308" y="1638"/>
                    <a:pt x="4562" y="1304"/>
                  </a:cubicBezTo>
                  <a:cubicBezTo>
                    <a:pt x="5831" y="987"/>
                    <a:pt x="6951" y="669"/>
                    <a:pt x="7770" y="435"/>
                  </a:cubicBezTo>
                  <a:cubicBezTo>
                    <a:pt x="8171" y="302"/>
                    <a:pt x="8505" y="201"/>
                    <a:pt x="8722" y="135"/>
                  </a:cubicBezTo>
                  <a:cubicBezTo>
                    <a:pt x="8856" y="101"/>
                    <a:pt x="8973" y="51"/>
                    <a:pt x="90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9"/>
            <p:cNvSpPr/>
            <p:nvPr/>
          </p:nvSpPr>
          <p:spPr>
            <a:xfrm>
              <a:off x="6115246" y="991671"/>
              <a:ext cx="291494" cy="75551"/>
            </a:xfrm>
            <a:custGeom>
              <a:avLst/>
              <a:gdLst/>
              <a:ahLst/>
              <a:cxnLst/>
              <a:rect l="l" t="t" r="r" b="b"/>
              <a:pathLst>
                <a:path w="9090" h="2356" extrusionOk="0">
                  <a:moveTo>
                    <a:pt x="9090" y="0"/>
                  </a:moveTo>
                  <a:cubicBezTo>
                    <a:pt x="8956" y="0"/>
                    <a:pt x="8839" y="33"/>
                    <a:pt x="8722" y="67"/>
                  </a:cubicBezTo>
                  <a:lnTo>
                    <a:pt x="7753" y="317"/>
                  </a:lnTo>
                  <a:lnTo>
                    <a:pt x="4545" y="1136"/>
                  </a:lnTo>
                  <a:lnTo>
                    <a:pt x="1321" y="1972"/>
                  </a:lnTo>
                  <a:lnTo>
                    <a:pt x="351" y="2239"/>
                  </a:lnTo>
                  <a:cubicBezTo>
                    <a:pt x="234" y="2256"/>
                    <a:pt x="117" y="2289"/>
                    <a:pt x="1" y="2356"/>
                  </a:cubicBezTo>
                  <a:cubicBezTo>
                    <a:pt x="134" y="2339"/>
                    <a:pt x="251" y="2322"/>
                    <a:pt x="368" y="2289"/>
                  </a:cubicBezTo>
                  <a:cubicBezTo>
                    <a:pt x="602" y="2256"/>
                    <a:pt x="936" y="2172"/>
                    <a:pt x="1354" y="2089"/>
                  </a:cubicBezTo>
                  <a:cubicBezTo>
                    <a:pt x="2189" y="1905"/>
                    <a:pt x="3326" y="1637"/>
                    <a:pt x="4579" y="1303"/>
                  </a:cubicBezTo>
                  <a:cubicBezTo>
                    <a:pt x="5832" y="986"/>
                    <a:pt x="6968" y="668"/>
                    <a:pt x="7770" y="434"/>
                  </a:cubicBezTo>
                  <a:cubicBezTo>
                    <a:pt x="8188" y="301"/>
                    <a:pt x="8505" y="201"/>
                    <a:pt x="8739" y="134"/>
                  </a:cubicBezTo>
                  <a:cubicBezTo>
                    <a:pt x="8856" y="100"/>
                    <a:pt x="8973" y="50"/>
                    <a:pt x="9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9"/>
            <p:cNvSpPr/>
            <p:nvPr/>
          </p:nvSpPr>
          <p:spPr>
            <a:xfrm>
              <a:off x="6125412" y="1035603"/>
              <a:ext cx="291526" cy="75583"/>
            </a:xfrm>
            <a:custGeom>
              <a:avLst/>
              <a:gdLst/>
              <a:ahLst/>
              <a:cxnLst/>
              <a:rect l="l" t="t" r="r" b="b"/>
              <a:pathLst>
                <a:path w="9091" h="2357" extrusionOk="0">
                  <a:moveTo>
                    <a:pt x="9090" y="0"/>
                  </a:moveTo>
                  <a:cubicBezTo>
                    <a:pt x="8957" y="0"/>
                    <a:pt x="8840" y="17"/>
                    <a:pt x="8723" y="67"/>
                  </a:cubicBezTo>
                  <a:lnTo>
                    <a:pt x="7754" y="318"/>
                  </a:lnTo>
                  <a:cubicBezTo>
                    <a:pt x="6885" y="535"/>
                    <a:pt x="5765" y="819"/>
                    <a:pt x="4546" y="1136"/>
                  </a:cubicBezTo>
                  <a:lnTo>
                    <a:pt x="1321" y="1972"/>
                  </a:lnTo>
                  <a:lnTo>
                    <a:pt x="352" y="2222"/>
                  </a:lnTo>
                  <a:cubicBezTo>
                    <a:pt x="235" y="2256"/>
                    <a:pt x="118" y="2289"/>
                    <a:pt x="1" y="2356"/>
                  </a:cubicBezTo>
                  <a:cubicBezTo>
                    <a:pt x="135" y="2339"/>
                    <a:pt x="252" y="2323"/>
                    <a:pt x="369" y="2289"/>
                  </a:cubicBezTo>
                  <a:cubicBezTo>
                    <a:pt x="602" y="2256"/>
                    <a:pt x="937" y="2172"/>
                    <a:pt x="1354" y="2089"/>
                  </a:cubicBezTo>
                  <a:cubicBezTo>
                    <a:pt x="2190" y="1888"/>
                    <a:pt x="3326" y="1621"/>
                    <a:pt x="4579" y="1303"/>
                  </a:cubicBezTo>
                  <a:cubicBezTo>
                    <a:pt x="5832" y="986"/>
                    <a:pt x="6968" y="668"/>
                    <a:pt x="7787" y="435"/>
                  </a:cubicBezTo>
                  <a:cubicBezTo>
                    <a:pt x="8188" y="301"/>
                    <a:pt x="8506" y="201"/>
                    <a:pt x="8740" y="134"/>
                  </a:cubicBezTo>
                  <a:cubicBezTo>
                    <a:pt x="8857" y="100"/>
                    <a:pt x="8973" y="50"/>
                    <a:pt x="9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9"/>
            <p:cNvSpPr/>
            <p:nvPr/>
          </p:nvSpPr>
          <p:spPr>
            <a:xfrm>
              <a:off x="6138816" y="1081139"/>
              <a:ext cx="290980" cy="75583"/>
            </a:xfrm>
            <a:custGeom>
              <a:avLst/>
              <a:gdLst/>
              <a:ahLst/>
              <a:cxnLst/>
              <a:rect l="l" t="t" r="r" b="b"/>
              <a:pathLst>
                <a:path w="9074" h="2357" extrusionOk="0">
                  <a:moveTo>
                    <a:pt x="9073" y="0"/>
                  </a:moveTo>
                  <a:cubicBezTo>
                    <a:pt x="8956" y="0"/>
                    <a:pt x="8823" y="17"/>
                    <a:pt x="8706" y="67"/>
                  </a:cubicBezTo>
                  <a:lnTo>
                    <a:pt x="7737" y="318"/>
                  </a:lnTo>
                  <a:lnTo>
                    <a:pt x="4529" y="1137"/>
                  </a:lnTo>
                  <a:cubicBezTo>
                    <a:pt x="3292" y="1454"/>
                    <a:pt x="2173" y="1738"/>
                    <a:pt x="1321" y="1972"/>
                  </a:cubicBezTo>
                  <a:lnTo>
                    <a:pt x="352" y="2223"/>
                  </a:lnTo>
                  <a:cubicBezTo>
                    <a:pt x="218" y="2256"/>
                    <a:pt x="101" y="2289"/>
                    <a:pt x="1" y="2356"/>
                  </a:cubicBezTo>
                  <a:cubicBezTo>
                    <a:pt x="118" y="2340"/>
                    <a:pt x="235" y="2323"/>
                    <a:pt x="368" y="2289"/>
                  </a:cubicBezTo>
                  <a:cubicBezTo>
                    <a:pt x="586" y="2239"/>
                    <a:pt x="936" y="2172"/>
                    <a:pt x="1337" y="2089"/>
                  </a:cubicBezTo>
                  <a:cubicBezTo>
                    <a:pt x="2173" y="1888"/>
                    <a:pt x="3309" y="1621"/>
                    <a:pt x="4562" y="1304"/>
                  </a:cubicBezTo>
                  <a:cubicBezTo>
                    <a:pt x="5832" y="986"/>
                    <a:pt x="6951" y="669"/>
                    <a:pt x="7770" y="418"/>
                  </a:cubicBezTo>
                  <a:cubicBezTo>
                    <a:pt x="8171" y="301"/>
                    <a:pt x="8505" y="201"/>
                    <a:pt x="8723" y="134"/>
                  </a:cubicBezTo>
                  <a:cubicBezTo>
                    <a:pt x="8840" y="101"/>
                    <a:pt x="8956" y="50"/>
                    <a:pt x="9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9"/>
            <p:cNvSpPr/>
            <p:nvPr/>
          </p:nvSpPr>
          <p:spPr>
            <a:xfrm>
              <a:off x="6147923" y="1156690"/>
              <a:ext cx="168290" cy="43419"/>
            </a:xfrm>
            <a:custGeom>
              <a:avLst/>
              <a:gdLst/>
              <a:ahLst/>
              <a:cxnLst/>
              <a:rect l="l" t="t" r="r" b="b"/>
              <a:pathLst>
                <a:path w="5248" h="1354" extrusionOk="0">
                  <a:moveTo>
                    <a:pt x="5247" y="0"/>
                  </a:moveTo>
                  <a:cubicBezTo>
                    <a:pt x="4997" y="17"/>
                    <a:pt x="4729" y="67"/>
                    <a:pt x="4479" y="151"/>
                  </a:cubicBezTo>
                  <a:cubicBezTo>
                    <a:pt x="3994" y="251"/>
                    <a:pt x="3342" y="435"/>
                    <a:pt x="2624" y="635"/>
                  </a:cubicBezTo>
                  <a:cubicBezTo>
                    <a:pt x="1889" y="819"/>
                    <a:pt x="1237" y="969"/>
                    <a:pt x="769" y="1103"/>
                  </a:cubicBezTo>
                  <a:cubicBezTo>
                    <a:pt x="502" y="1170"/>
                    <a:pt x="251" y="1237"/>
                    <a:pt x="1" y="1354"/>
                  </a:cubicBezTo>
                  <a:lnTo>
                    <a:pt x="17" y="1354"/>
                  </a:lnTo>
                  <a:cubicBezTo>
                    <a:pt x="268" y="1337"/>
                    <a:pt x="535" y="1303"/>
                    <a:pt x="803" y="1220"/>
                  </a:cubicBezTo>
                  <a:cubicBezTo>
                    <a:pt x="1271" y="1120"/>
                    <a:pt x="1939" y="969"/>
                    <a:pt x="2657" y="786"/>
                  </a:cubicBezTo>
                  <a:cubicBezTo>
                    <a:pt x="3393" y="602"/>
                    <a:pt x="4028" y="401"/>
                    <a:pt x="4512" y="268"/>
                  </a:cubicBezTo>
                  <a:cubicBezTo>
                    <a:pt x="4763" y="201"/>
                    <a:pt x="5013" y="100"/>
                    <a:pt x="52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9"/>
            <p:cNvSpPr/>
            <p:nvPr/>
          </p:nvSpPr>
          <p:spPr>
            <a:xfrm>
              <a:off x="6823585" y="1772098"/>
              <a:ext cx="522957" cy="606781"/>
            </a:xfrm>
            <a:custGeom>
              <a:avLst/>
              <a:gdLst/>
              <a:ahLst/>
              <a:cxnLst/>
              <a:rect l="l" t="t" r="r" b="b"/>
              <a:pathLst>
                <a:path w="16308" h="18922" extrusionOk="0">
                  <a:moveTo>
                    <a:pt x="7470" y="0"/>
                  </a:moveTo>
                  <a:cubicBezTo>
                    <a:pt x="5433" y="0"/>
                    <a:pt x="3506" y="1257"/>
                    <a:pt x="2774" y="3316"/>
                  </a:cubicBezTo>
                  <a:cubicBezTo>
                    <a:pt x="1454" y="6941"/>
                    <a:pt x="518" y="10701"/>
                    <a:pt x="0" y="14527"/>
                  </a:cubicBezTo>
                  <a:lnTo>
                    <a:pt x="11162" y="18921"/>
                  </a:lnTo>
                  <a:cubicBezTo>
                    <a:pt x="12047" y="13491"/>
                    <a:pt x="13785" y="8245"/>
                    <a:pt x="16308" y="3349"/>
                  </a:cubicBezTo>
                  <a:lnTo>
                    <a:pt x="9441" y="408"/>
                  </a:lnTo>
                  <a:cubicBezTo>
                    <a:pt x="8796" y="131"/>
                    <a:pt x="8127" y="0"/>
                    <a:pt x="74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9"/>
            <p:cNvSpPr/>
            <p:nvPr/>
          </p:nvSpPr>
          <p:spPr>
            <a:xfrm>
              <a:off x="6823585" y="1769660"/>
              <a:ext cx="526709" cy="611880"/>
            </a:xfrm>
            <a:custGeom>
              <a:avLst/>
              <a:gdLst/>
              <a:ahLst/>
              <a:cxnLst/>
              <a:rect l="l" t="t" r="r" b="b"/>
              <a:pathLst>
                <a:path w="16425" h="19081" extrusionOk="0">
                  <a:moveTo>
                    <a:pt x="17" y="14469"/>
                  </a:moveTo>
                  <a:cubicBezTo>
                    <a:pt x="0" y="14519"/>
                    <a:pt x="0" y="14553"/>
                    <a:pt x="0" y="14603"/>
                  </a:cubicBezTo>
                  <a:cubicBezTo>
                    <a:pt x="0" y="14603"/>
                    <a:pt x="0" y="14553"/>
                    <a:pt x="17" y="14469"/>
                  </a:cubicBezTo>
                  <a:close/>
                  <a:moveTo>
                    <a:pt x="7477" y="0"/>
                  </a:moveTo>
                  <a:cubicBezTo>
                    <a:pt x="7097" y="0"/>
                    <a:pt x="6718" y="43"/>
                    <a:pt x="6350" y="133"/>
                  </a:cubicBezTo>
                  <a:cubicBezTo>
                    <a:pt x="5564" y="317"/>
                    <a:pt x="4829" y="685"/>
                    <a:pt x="4211" y="1203"/>
                  </a:cubicBezTo>
                  <a:cubicBezTo>
                    <a:pt x="3626" y="1687"/>
                    <a:pt x="3158" y="2306"/>
                    <a:pt x="2857" y="3007"/>
                  </a:cubicBezTo>
                  <a:cubicBezTo>
                    <a:pt x="2573" y="3676"/>
                    <a:pt x="2373" y="4344"/>
                    <a:pt x="2156" y="4979"/>
                  </a:cubicBezTo>
                  <a:cubicBezTo>
                    <a:pt x="1955" y="5614"/>
                    <a:pt x="1771" y="6232"/>
                    <a:pt x="1588" y="6834"/>
                  </a:cubicBezTo>
                  <a:cubicBezTo>
                    <a:pt x="1053" y="8688"/>
                    <a:pt x="618" y="10593"/>
                    <a:pt x="301" y="12498"/>
                  </a:cubicBezTo>
                  <a:cubicBezTo>
                    <a:pt x="184" y="13183"/>
                    <a:pt x="101" y="13701"/>
                    <a:pt x="67" y="14068"/>
                  </a:cubicBezTo>
                  <a:cubicBezTo>
                    <a:pt x="34" y="14235"/>
                    <a:pt x="17" y="14369"/>
                    <a:pt x="17" y="14469"/>
                  </a:cubicBezTo>
                  <a:cubicBezTo>
                    <a:pt x="34" y="14369"/>
                    <a:pt x="67" y="14235"/>
                    <a:pt x="84" y="14052"/>
                  </a:cubicBezTo>
                  <a:cubicBezTo>
                    <a:pt x="151" y="13701"/>
                    <a:pt x="234" y="13183"/>
                    <a:pt x="351" y="12514"/>
                  </a:cubicBezTo>
                  <a:cubicBezTo>
                    <a:pt x="702" y="10610"/>
                    <a:pt x="1153" y="8722"/>
                    <a:pt x="1705" y="6867"/>
                  </a:cubicBezTo>
                  <a:cubicBezTo>
                    <a:pt x="1888" y="6265"/>
                    <a:pt x="2072" y="5664"/>
                    <a:pt x="2273" y="5029"/>
                  </a:cubicBezTo>
                  <a:cubicBezTo>
                    <a:pt x="2490" y="4394"/>
                    <a:pt x="2707" y="3709"/>
                    <a:pt x="2991" y="3057"/>
                  </a:cubicBezTo>
                  <a:cubicBezTo>
                    <a:pt x="3292" y="2389"/>
                    <a:pt x="3726" y="1788"/>
                    <a:pt x="4294" y="1320"/>
                  </a:cubicBezTo>
                  <a:cubicBezTo>
                    <a:pt x="4896" y="818"/>
                    <a:pt x="5614" y="451"/>
                    <a:pt x="6383" y="284"/>
                  </a:cubicBezTo>
                  <a:cubicBezTo>
                    <a:pt x="6744" y="201"/>
                    <a:pt x="7111" y="159"/>
                    <a:pt x="7478" y="159"/>
                  </a:cubicBezTo>
                  <a:cubicBezTo>
                    <a:pt x="7927" y="159"/>
                    <a:pt x="8374" y="222"/>
                    <a:pt x="8806" y="351"/>
                  </a:cubicBezTo>
                  <a:cubicBezTo>
                    <a:pt x="9006" y="401"/>
                    <a:pt x="9207" y="484"/>
                    <a:pt x="9407" y="551"/>
                  </a:cubicBezTo>
                  <a:cubicBezTo>
                    <a:pt x="9608" y="635"/>
                    <a:pt x="9808" y="718"/>
                    <a:pt x="10009" y="818"/>
                  </a:cubicBezTo>
                  <a:cubicBezTo>
                    <a:pt x="10410" y="986"/>
                    <a:pt x="10811" y="1153"/>
                    <a:pt x="11212" y="1336"/>
                  </a:cubicBezTo>
                  <a:lnTo>
                    <a:pt x="16184" y="3477"/>
                  </a:lnTo>
                  <a:lnTo>
                    <a:pt x="16184" y="3477"/>
                  </a:lnTo>
                  <a:cubicBezTo>
                    <a:pt x="16110" y="3633"/>
                    <a:pt x="16025" y="3790"/>
                    <a:pt x="15940" y="3960"/>
                  </a:cubicBezTo>
                  <a:cubicBezTo>
                    <a:pt x="14687" y="6483"/>
                    <a:pt x="13634" y="9106"/>
                    <a:pt x="12782" y="11779"/>
                  </a:cubicBezTo>
                  <a:cubicBezTo>
                    <a:pt x="12056" y="14108"/>
                    <a:pt x="11492" y="16486"/>
                    <a:pt x="11108" y="18897"/>
                  </a:cubicBezTo>
                  <a:lnTo>
                    <a:pt x="11108" y="18897"/>
                  </a:lnTo>
                  <a:lnTo>
                    <a:pt x="3075" y="15773"/>
                  </a:lnTo>
                  <a:lnTo>
                    <a:pt x="802" y="14904"/>
                  </a:lnTo>
                  <a:lnTo>
                    <a:pt x="201" y="14687"/>
                  </a:lnTo>
                  <a:cubicBezTo>
                    <a:pt x="67" y="14620"/>
                    <a:pt x="0" y="14603"/>
                    <a:pt x="0" y="14603"/>
                  </a:cubicBezTo>
                  <a:lnTo>
                    <a:pt x="0" y="14603"/>
                  </a:lnTo>
                  <a:cubicBezTo>
                    <a:pt x="0" y="14603"/>
                    <a:pt x="67" y="14636"/>
                    <a:pt x="184" y="14687"/>
                  </a:cubicBezTo>
                  <a:lnTo>
                    <a:pt x="769" y="14920"/>
                  </a:lnTo>
                  <a:lnTo>
                    <a:pt x="3025" y="15823"/>
                  </a:lnTo>
                  <a:lnTo>
                    <a:pt x="11145" y="19047"/>
                  </a:lnTo>
                  <a:lnTo>
                    <a:pt x="11228" y="19081"/>
                  </a:lnTo>
                  <a:lnTo>
                    <a:pt x="11245" y="18997"/>
                  </a:lnTo>
                  <a:cubicBezTo>
                    <a:pt x="11629" y="16575"/>
                    <a:pt x="12198" y="14185"/>
                    <a:pt x="12933" y="11829"/>
                  </a:cubicBezTo>
                  <a:cubicBezTo>
                    <a:pt x="13785" y="9156"/>
                    <a:pt x="14854" y="6550"/>
                    <a:pt x="16091" y="4027"/>
                  </a:cubicBezTo>
                  <a:cubicBezTo>
                    <a:pt x="16191" y="3843"/>
                    <a:pt x="16291" y="3642"/>
                    <a:pt x="16375" y="3475"/>
                  </a:cubicBezTo>
                  <a:lnTo>
                    <a:pt x="16425" y="3392"/>
                  </a:lnTo>
                  <a:lnTo>
                    <a:pt x="16341" y="3358"/>
                  </a:lnTo>
                  <a:lnTo>
                    <a:pt x="11279" y="1186"/>
                  </a:lnTo>
                  <a:cubicBezTo>
                    <a:pt x="10878" y="1002"/>
                    <a:pt x="10477" y="835"/>
                    <a:pt x="10076" y="668"/>
                  </a:cubicBezTo>
                  <a:cubicBezTo>
                    <a:pt x="9875" y="568"/>
                    <a:pt x="9675" y="484"/>
                    <a:pt x="9474" y="401"/>
                  </a:cubicBezTo>
                  <a:cubicBezTo>
                    <a:pt x="9274" y="334"/>
                    <a:pt x="9073" y="250"/>
                    <a:pt x="8856" y="184"/>
                  </a:cubicBezTo>
                  <a:cubicBezTo>
                    <a:pt x="8406" y="64"/>
                    <a:pt x="7941" y="0"/>
                    <a:pt x="74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9"/>
            <p:cNvSpPr/>
            <p:nvPr/>
          </p:nvSpPr>
          <p:spPr>
            <a:xfrm>
              <a:off x="6931268" y="1772931"/>
              <a:ext cx="182753" cy="121183"/>
            </a:xfrm>
            <a:custGeom>
              <a:avLst/>
              <a:gdLst/>
              <a:ahLst/>
              <a:cxnLst/>
              <a:rect l="l" t="t" r="r" b="b"/>
              <a:pathLst>
                <a:path w="5699" h="3779" extrusionOk="0">
                  <a:moveTo>
                    <a:pt x="4201" y="1"/>
                  </a:moveTo>
                  <a:cubicBezTo>
                    <a:pt x="1588" y="1"/>
                    <a:pt x="1" y="2153"/>
                    <a:pt x="1" y="2153"/>
                  </a:cubicBezTo>
                  <a:cubicBezTo>
                    <a:pt x="49" y="2170"/>
                    <a:pt x="4071" y="3778"/>
                    <a:pt x="4179" y="3778"/>
                  </a:cubicBezTo>
                  <a:cubicBezTo>
                    <a:pt x="4182" y="3778"/>
                    <a:pt x="4182" y="3777"/>
                    <a:pt x="4178" y="3774"/>
                  </a:cubicBezTo>
                  <a:cubicBezTo>
                    <a:pt x="4044" y="3657"/>
                    <a:pt x="5698" y="232"/>
                    <a:pt x="5698" y="232"/>
                  </a:cubicBezTo>
                  <a:cubicBezTo>
                    <a:pt x="5169" y="70"/>
                    <a:pt x="4669" y="1"/>
                    <a:pt x="42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9"/>
            <p:cNvSpPr/>
            <p:nvPr/>
          </p:nvSpPr>
          <p:spPr>
            <a:xfrm>
              <a:off x="7133806" y="1928042"/>
              <a:ext cx="100243" cy="42201"/>
            </a:xfrm>
            <a:custGeom>
              <a:avLst/>
              <a:gdLst/>
              <a:ahLst/>
              <a:cxnLst/>
              <a:rect l="l" t="t" r="r" b="b"/>
              <a:pathLst>
                <a:path w="3126" h="1316" extrusionOk="0">
                  <a:moveTo>
                    <a:pt x="35" y="0"/>
                  </a:moveTo>
                  <a:cubicBezTo>
                    <a:pt x="24" y="0"/>
                    <a:pt x="19" y="2"/>
                    <a:pt x="17" y="7"/>
                  </a:cubicBezTo>
                  <a:cubicBezTo>
                    <a:pt x="1" y="57"/>
                    <a:pt x="669" y="374"/>
                    <a:pt x="1521" y="742"/>
                  </a:cubicBezTo>
                  <a:cubicBezTo>
                    <a:pt x="2304" y="1064"/>
                    <a:pt x="2974" y="1316"/>
                    <a:pt x="3091" y="1316"/>
                  </a:cubicBezTo>
                  <a:cubicBezTo>
                    <a:pt x="3101" y="1316"/>
                    <a:pt x="3107" y="1314"/>
                    <a:pt x="3108" y="1310"/>
                  </a:cubicBezTo>
                  <a:cubicBezTo>
                    <a:pt x="3125" y="1260"/>
                    <a:pt x="2440" y="942"/>
                    <a:pt x="1588" y="575"/>
                  </a:cubicBezTo>
                  <a:cubicBezTo>
                    <a:pt x="805" y="252"/>
                    <a:pt x="149" y="0"/>
                    <a:pt x="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9"/>
            <p:cNvSpPr/>
            <p:nvPr/>
          </p:nvSpPr>
          <p:spPr>
            <a:xfrm>
              <a:off x="6955928" y="1912136"/>
              <a:ext cx="262569" cy="121215"/>
            </a:xfrm>
            <a:custGeom>
              <a:avLst/>
              <a:gdLst/>
              <a:ahLst/>
              <a:cxnLst/>
              <a:rect l="l" t="t" r="r" b="b"/>
              <a:pathLst>
                <a:path w="8188" h="3780" extrusionOk="0">
                  <a:moveTo>
                    <a:pt x="20" y="0"/>
                  </a:moveTo>
                  <a:cubicBezTo>
                    <a:pt x="18" y="0"/>
                    <a:pt x="17" y="1"/>
                    <a:pt x="17" y="1"/>
                  </a:cubicBezTo>
                  <a:cubicBezTo>
                    <a:pt x="0" y="51"/>
                    <a:pt x="1805" y="937"/>
                    <a:pt x="4060" y="1973"/>
                  </a:cubicBezTo>
                  <a:cubicBezTo>
                    <a:pt x="6250" y="2979"/>
                    <a:pt x="8046" y="3780"/>
                    <a:pt x="8165" y="3780"/>
                  </a:cubicBezTo>
                  <a:cubicBezTo>
                    <a:pt x="8168" y="3780"/>
                    <a:pt x="8170" y="3779"/>
                    <a:pt x="8171" y="3777"/>
                  </a:cubicBezTo>
                  <a:cubicBezTo>
                    <a:pt x="8187" y="3727"/>
                    <a:pt x="6383" y="2858"/>
                    <a:pt x="4127" y="1822"/>
                  </a:cubicBezTo>
                  <a:cubicBezTo>
                    <a:pt x="1917" y="791"/>
                    <a:pt x="108" y="0"/>
                    <a:pt x="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9"/>
            <p:cNvSpPr/>
            <p:nvPr/>
          </p:nvSpPr>
          <p:spPr>
            <a:xfrm>
              <a:off x="6931813" y="1976913"/>
              <a:ext cx="262569" cy="120734"/>
            </a:xfrm>
            <a:custGeom>
              <a:avLst/>
              <a:gdLst/>
              <a:ahLst/>
              <a:cxnLst/>
              <a:rect l="l" t="t" r="r" b="b"/>
              <a:pathLst>
                <a:path w="8188" h="3765" extrusionOk="0">
                  <a:moveTo>
                    <a:pt x="23" y="1"/>
                  </a:moveTo>
                  <a:cubicBezTo>
                    <a:pt x="20" y="1"/>
                    <a:pt x="18" y="2"/>
                    <a:pt x="17" y="3"/>
                  </a:cubicBezTo>
                  <a:cubicBezTo>
                    <a:pt x="0" y="36"/>
                    <a:pt x="1805" y="922"/>
                    <a:pt x="4061" y="1958"/>
                  </a:cubicBezTo>
                  <a:cubicBezTo>
                    <a:pt x="6250" y="2964"/>
                    <a:pt x="8047" y="3765"/>
                    <a:pt x="8165" y="3765"/>
                  </a:cubicBezTo>
                  <a:cubicBezTo>
                    <a:pt x="8168" y="3765"/>
                    <a:pt x="8170" y="3764"/>
                    <a:pt x="8171" y="3762"/>
                  </a:cubicBezTo>
                  <a:cubicBezTo>
                    <a:pt x="8188" y="3729"/>
                    <a:pt x="6383" y="2843"/>
                    <a:pt x="4127" y="1807"/>
                  </a:cubicBezTo>
                  <a:cubicBezTo>
                    <a:pt x="1938" y="802"/>
                    <a:pt x="141" y="1"/>
                    <a:pt x="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9"/>
            <p:cNvSpPr/>
            <p:nvPr/>
          </p:nvSpPr>
          <p:spPr>
            <a:xfrm>
              <a:off x="6907153" y="2041208"/>
              <a:ext cx="262569" cy="120734"/>
            </a:xfrm>
            <a:custGeom>
              <a:avLst/>
              <a:gdLst/>
              <a:ahLst/>
              <a:cxnLst/>
              <a:rect l="l" t="t" r="r" b="b"/>
              <a:pathLst>
                <a:path w="8188" h="3765" extrusionOk="0">
                  <a:moveTo>
                    <a:pt x="24" y="1"/>
                  </a:moveTo>
                  <a:cubicBezTo>
                    <a:pt x="20" y="1"/>
                    <a:pt x="18" y="2"/>
                    <a:pt x="18" y="3"/>
                  </a:cubicBezTo>
                  <a:cubicBezTo>
                    <a:pt x="1" y="36"/>
                    <a:pt x="1805" y="922"/>
                    <a:pt x="4061" y="1958"/>
                  </a:cubicBezTo>
                  <a:cubicBezTo>
                    <a:pt x="6251" y="2964"/>
                    <a:pt x="8047" y="3765"/>
                    <a:pt x="8165" y="3765"/>
                  </a:cubicBezTo>
                  <a:cubicBezTo>
                    <a:pt x="8169" y="3765"/>
                    <a:pt x="8171" y="3764"/>
                    <a:pt x="8171" y="3762"/>
                  </a:cubicBezTo>
                  <a:cubicBezTo>
                    <a:pt x="8188" y="3712"/>
                    <a:pt x="6383" y="2843"/>
                    <a:pt x="4128" y="1808"/>
                  </a:cubicBezTo>
                  <a:cubicBezTo>
                    <a:pt x="1939" y="786"/>
                    <a:pt x="144" y="1"/>
                    <a:pt x="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9"/>
            <p:cNvSpPr/>
            <p:nvPr/>
          </p:nvSpPr>
          <p:spPr>
            <a:xfrm>
              <a:off x="6976804" y="2160243"/>
              <a:ext cx="167200" cy="74493"/>
            </a:xfrm>
            <a:custGeom>
              <a:avLst/>
              <a:gdLst/>
              <a:ahLst/>
              <a:cxnLst/>
              <a:rect l="l" t="t" r="r" b="b"/>
              <a:pathLst>
                <a:path w="5214" h="2323" extrusionOk="0">
                  <a:moveTo>
                    <a:pt x="1" y="0"/>
                  </a:moveTo>
                  <a:cubicBezTo>
                    <a:pt x="235" y="151"/>
                    <a:pt x="502" y="284"/>
                    <a:pt x="770" y="385"/>
                  </a:cubicBezTo>
                  <a:cubicBezTo>
                    <a:pt x="1237" y="619"/>
                    <a:pt x="1906" y="919"/>
                    <a:pt x="2641" y="1253"/>
                  </a:cubicBezTo>
                  <a:cubicBezTo>
                    <a:pt x="3794" y="1755"/>
                    <a:pt x="4796" y="2172"/>
                    <a:pt x="5164" y="2306"/>
                  </a:cubicBezTo>
                  <a:lnTo>
                    <a:pt x="5214" y="2323"/>
                  </a:lnTo>
                  <a:lnTo>
                    <a:pt x="5214" y="2273"/>
                  </a:lnTo>
                  <a:cubicBezTo>
                    <a:pt x="5181" y="2156"/>
                    <a:pt x="5164" y="2089"/>
                    <a:pt x="5147" y="2089"/>
                  </a:cubicBezTo>
                  <a:cubicBezTo>
                    <a:pt x="5147" y="2089"/>
                    <a:pt x="5147" y="2133"/>
                    <a:pt x="5147" y="2213"/>
                  </a:cubicBezTo>
                  <a:lnTo>
                    <a:pt x="5147" y="2213"/>
                  </a:lnTo>
                  <a:cubicBezTo>
                    <a:pt x="4759" y="2015"/>
                    <a:pt x="3810" y="1581"/>
                    <a:pt x="2708" y="1086"/>
                  </a:cubicBezTo>
                  <a:cubicBezTo>
                    <a:pt x="1973" y="769"/>
                    <a:pt x="1304" y="485"/>
                    <a:pt x="803" y="284"/>
                  </a:cubicBezTo>
                  <a:cubicBezTo>
                    <a:pt x="552" y="151"/>
                    <a:pt x="285" y="6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9"/>
            <p:cNvSpPr/>
            <p:nvPr/>
          </p:nvSpPr>
          <p:spPr>
            <a:xfrm>
              <a:off x="5010970" y="1551024"/>
              <a:ext cx="704587" cy="677811"/>
            </a:xfrm>
            <a:custGeom>
              <a:avLst/>
              <a:gdLst/>
              <a:ahLst/>
              <a:cxnLst/>
              <a:rect l="l" t="t" r="r" b="b"/>
              <a:pathLst>
                <a:path w="21972" h="21137" extrusionOk="0">
                  <a:moveTo>
                    <a:pt x="11496" y="1"/>
                  </a:moveTo>
                  <a:lnTo>
                    <a:pt x="0" y="4980"/>
                  </a:lnTo>
                  <a:cubicBezTo>
                    <a:pt x="1237" y="5715"/>
                    <a:pt x="2222" y="6818"/>
                    <a:pt x="2790" y="8138"/>
                  </a:cubicBezTo>
                  <a:lnTo>
                    <a:pt x="6918" y="17662"/>
                  </a:lnTo>
                  <a:cubicBezTo>
                    <a:pt x="7502" y="19015"/>
                    <a:pt x="8421" y="20218"/>
                    <a:pt x="9574" y="21137"/>
                  </a:cubicBezTo>
                  <a:lnTo>
                    <a:pt x="21972" y="15774"/>
                  </a:lnTo>
                  <a:cubicBezTo>
                    <a:pt x="20669" y="14687"/>
                    <a:pt x="19649" y="13317"/>
                    <a:pt x="18998" y="11747"/>
                  </a:cubicBezTo>
                  <a:lnTo>
                    <a:pt x="15372" y="3058"/>
                  </a:lnTo>
                  <a:cubicBezTo>
                    <a:pt x="14670" y="1454"/>
                    <a:pt x="13217" y="301"/>
                    <a:pt x="114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9"/>
            <p:cNvSpPr/>
            <p:nvPr/>
          </p:nvSpPr>
          <p:spPr>
            <a:xfrm>
              <a:off x="5010970" y="1551024"/>
              <a:ext cx="704587" cy="677811"/>
            </a:xfrm>
            <a:custGeom>
              <a:avLst/>
              <a:gdLst/>
              <a:ahLst/>
              <a:cxnLst/>
              <a:rect l="l" t="t" r="r" b="b"/>
              <a:pathLst>
                <a:path w="21972" h="21137" extrusionOk="0">
                  <a:moveTo>
                    <a:pt x="11496" y="1"/>
                  </a:moveTo>
                  <a:lnTo>
                    <a:pt x="0" y="4980"/>
                  </a:lnTo>
                  <a:cubicBezTo>
                    <a:pt x="1237" y="5715"/>
                    <a:pt x="2222" y="6818"/>
                    <a:pt x="2790" y="8138"/>
                  </a:cubicBezTo>
                  <a:lnTo>
                    <a:pt x="6918" y="17662"/>
                  </a:lnTo>
                  <a:cubicBezTo>
                    <a:pt x="7502" y="19015"/>
                    <a:pt x="8421" y="20218"/>
                    <a:pt x="9574" y="21137"/>
                  </a:cubicBezTo>
                  <a:lnTo>
                    <a:pt x="21972" y="15774"/>
                  </a:lnTo>
                  <a:cubicBezTo>
                    <a:pt x="20669" y="14687"/>
                    <a:pt x="19649" y="13317"/>
                    <a:pt x="18998" y="11747"/>
                  </a:cubicBezTo>
                  <a:lnTo>
                    <a:pt x="15372" y="3058"/>
                  </a:lnTo>
                  <a:cubicBezTo>
                    <a:pt x="14670" y="1454"/>
                    <a:pt x="13217" y="301"/>
                    <a:pt x="11496" y="1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9"/>
            <p:cNvSpPr/>
            <p:nvPr/>
          </p:nvSpPr>
          <p:spPr>
            <a:xfrm>
              <a:off x="5173841" y="1699914"/>
              <a:ext cx="289890" cy="126602"/>
            </a:xfrm>
            <a:custGeom>
              <a:avLst/>
              <a:gdLst/>
              <a:ahLst/>
              <a:cxnLst/>
              <a:rect l="l" t="t" r="r" b="b"/>
              <a:pathLst>
                <a:path w="9040" h="3948" extrusionOk="0">
                  <a:moveTo>
                    <a:pt x="9017" y="1"/>
                  </a:moveTo>
                  <a:cubicBezTo>
                    <a:pt x="8893" y="1"/>
                    <a:pt x="6915" y="835"/>
                    <a:pt x="4495" y="1891"/>
                  </a:cubicBezTo>
                  <a:cubicBezTo>
                    <a:pt x="2006" y="2993"/>
                    <a:pt x="1" y="3896"/>
                    <a:pt x="17" y="3946"/>
                  </a:cubicBezTo>
                  <a:cubicBezTo>
                    <a:pt x="18" y="3947"/>
                    <a:pt x="21" y="3948"/>
                    <a:pt x="25" y="3948"/>
                  </a:cubicBezTo>
                  <a:cubicBezTo>
                    <a:pt x="165" y="3948"/>
                    <a:pt x="2142" y="3113"/>
                    <a:pt x="4562" y="2058"/>
                  </a:cubicBezTo>
                  <a:cubicBezTo>
                    <a:pt x="7052" y="955"/>
                    <a:pt x="9040" y="36"/>
                    <a:pt x="9023" y="3"/>
                  </a:cubicBezTo>
                  <a:cubicBezTo>
                    <a:pt x="9023" y="1"/>
                    <a:pt x="9021" y="1"/>
                    <a:pt x="90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9"/>
            <p:cNvSpPr/>
            <p:nvPr/>
          </p:nvSpPr>
          <p:spPr>
            <a:xfrm>
              <a:off x="5190452" y="1750292"/>
              <a:ext cx="299543" cy="130900"/>
            </a:xfrm>
            <a:custGeom>
              <a:avLst/>
              <a:gdLst/>
              <a:ahLst/>
              <a:cxnLst/>
              <a:rect l="l" t="t" r="r" b="b"/>
              <a:pathLst>
                <a:path w="9341" h="4082" extrusionOk="0">
                  <a:moveTo>
                    <a:pt x="9318" y="0"/>
                  </a:moveTo>
                  <a:cubicBezTo>
                    <a:pt x="9193" y="0"/>
                    <a:pt x="7132" y="868"/>
                    <a:pt x="4629" y="1957"/>
                  </a:cubicBezTo>
                  <a:cubicBezTo>
                    <a:pt x="2056" y="3093"/>
                    <a:pt x="1" y="4046"/>
                    <a:pt x="17" y="4079"/>
                  </a:cubicBezTo>
                  <a:cubicBezTo>
                    <a:pt x="18" y="4081"/>
                    <a:pt x="20" y="4081"/>
                    <a:pt x="23" y="4081"/>
                  </a:cubicBezTo>
                  <a:cubicBezTo>
                    <a:pt x="148" y="4081"/>
                    <a:pt x="2208" y="3213"/>
                    <a:pt x="4696" y="2124"/>
                  </a:cubicBezTo>
                  <a:cubicBezTo>
                    <a:pt x="7269" y="988"/>
                    <a:pt x="9341" y="52"/>
                    <a:pt x="9324" y="2"/>
                  </a:cubicBezTo>
                  <a:cubicBezTo>
                    <a:pt x="9323" y="1"/>
                    <a:pt x="9321" y="0"/>
                    <a:pt x="9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9"/>
            <p:cNvSpPr/>
            <p:nvPr/>
          </p:nvSpPr>
          <p:spPr>
            <a:xfrm>
              <a:off x="5211360" y="1798553"/>
              <a:ext cx="300056" cy="131348"/>
            </a:xfrm>
            <a:custGeom>
              <a:avLst/>
              <a:gdLst/>
              <a:ahLst/>
              <a:cxnLst/>
              <a:rect l="l" t="t" r="r" b="b"/>
              <a:pathLst>
                <a:path w="9357" h="4096" extrusionOk="0">
                  <a:moveTo>
                    <a:pt x="9320" y="0"/>
                  </a:moveTo>
                  <a:cubicBezTo>
                    <a:pt x="9229" y="0"/>
                    <a:pt x="7170" y="858"/>
                    <a:pt x="4645" y="1973"/>
                  </a:cubicBezTo>
                  <a:cubicBezTo>
                    <a:pt x="2072" y="3092"/>
                    <a:pt x="0" y="4045"/>
                    <a:pt x="17" y="4095"/>
                  </a:cubicBezTo>
                  <a:cubicBezTo>
                    <a:pt x="17" y="4095"/>
                    <a:pt x="18" y="4096"/>
                    <a:pt x="20" y="4096"/>
                  </a:cubicBezTo>
                  <a:cubicBezTo>
                    <a:pt x="112" y="4096"/>
                    <a:pt x="2187" y="3238"/>
                    <a:pt x="4712" y="2123"/>
                  </a:cubicBezTo>
                  <a:cubicBezTo>
                    <a:pt x="7285" y="1004"/>
                    <a:pt x="9357" y="51"/>
                    <a:pt x="9324" y="1"/>
                  </a:cubicBezTo>
                  <a:cubicBezTo>
                    <a:pt x="9323" y="0"/>
                    <a:pt x="9322" y="0"/>
                    <a:pt x="93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9"/>
            <p:cNvSpPr/>
            <p:nvPr/>
          </p:nvSpPr>
          <p:spPr>
            <a:xfrm>
              <a:off x="5232781" y="1847264"/>
              <a:ext cx="299543" cy="130867"/>
            </a:xfrm>
            <a:custGeom>
              <a:avLst/>
              <a:gdLst/>
              <a:ahLst/>
              <a:cxnLst/>
              <a:rect l="l" t="t" r="r" b="b"/>
              <a:pathLst>
                <a:path w="9341" h="4081" extrusionOk="0">
                  <a:moveTo>
                    <a:pt x="9318" y="0"/>
                  </a:moveTo>
                  <a:cubicBezTo>
                    <a:pt x="9193" y="0"/>
                    <a:pt x="7132" y="868"/>
                    <a:pt x="4629" y="1957"/>
                  </a:cubicBezTo>
                  <a:cubicBezTo>
                    <a:pt x="2072" y="3094"/>
                    <a:pt x="1" y="4029"/>
                    <a:pt x="17" y="4079"/>
                  </a:cubicBezTo>
                  <a:cubicBezTo>
                    <a:pt x="18" y="4080"/>
                    <a:pt x="19" y="4080"/>
                    <a:pt x="20" y="4080"/>
                  </a:cubicBezTo>
                  <a:cubicBezTo>
                    <a:pt x="113" y="4080"/>
                    <a:pt x="2187" y="3223"/>
                    <a:pt x="4712" y="2108"/>
                  </a:cubicBezTo>
                  <a:cubicBezTo>
                    <a:pt x="7269" y="988"/>
                    <a:pt x="9341" y="36"/>
                    <a:pt x="9324" y="3"/>
                  </a:cubicBezTo>
                  <a:cubicBezTo>
                    <a:pt x="9323" y="1"/>
                    <a:pt x="9321" y="0"/>
                    <a:pt x="9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9"/>
            <p:cNvSpPr/>
            <p:nvPr/>
          </p:nvSpPr>
          <p:spPr>
            <a:xfrm>
              <a:off x="5253689" y="1895525"/>
              <a:ext cx="300056" cy="130867"/>
            </a:xfrm>
            <a:custGeom>
              <a:avLst/>
              <a:gdLst/>
              <a:ahLst/>
              <a:cxnLst/>
              <a:rect l="l" t="t" r="r" b="b"/>
              <a:pathLst>
                <a:path w="9357" h="4081" extrusionOk="0">
                  <a:moveTo>
                    <a:pt x="9337" y="0"/>
                  </a:moveTo>
                  <a:cubicBezTo>
                    <a:pt x="9245" y="0"/>
                    <a:pt x="7170" y="858"/>
                    <a:pt x="4645" y="1973"/>
                  </a:cubicBezTo>
                  <a:cubicBezTo>
                    <a:pt x="2072" y="3092"/>
                    <a:pt x="0" y="4045"/>
                    <a:pt x="34" y="4078"/>
                  </a:cubicBezTo>
                  <a:cubicBezTo>
                    <a:pt x="34" y="4080"/>
                    <a:pt x="36" y="4080"/>
                    <a:pt x="39" y="4080"/>
                  </a:cubicBezTo>
                  <a:cubicBezTo>
                    <a:pt x="164" y="4080"/>
                    <a:pt x="2208" y="3212"/>
                    <a:pt x="4712" y="2123"/>
                  </a:cubicBezTo>
                  <a:cubicBezTo>
                    <a:pt x="7285" y="987"/>
                    <a:pt x="9357" y="51"/>
                    <a:pt x="9340" y="1"/>
                  </a:cubicBezTo>
                  <a:cubicBezTo>
                    <a:pt x="9340" y="1"/>
                    <a:pt x="9339" y="0"/>
                    <a:pt x="93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9"/>
            <p:cNvSpPr/>
            <p:nvPr/>
          </p:nvSpPr>
          <p:spPr>
            <a:xfrm>
              <a:off x="5419253" y="1943787"/>
              <a:ext cx="154854" cy="68079"/>
            </a:xfrm>
            <a:custGeom>
              <a:avLst/>
              <a:gdLst/>
              <a:ahLst/>
              <a:cxnLst/>
              <a:rect l="l" t="t" r="r" b="b"/>
              <a:pathLst>
                <a:path w="4829" h="2123" extrusionOk="0">
                  <a:moveTo>
                    <a:pt x="4829" y="0"/>
                  </a:moveTo>
                  <a:lnTo>
                    <a:pt x="4829" y="0"/>
                  </a:lnTo>
                  <a:cubicBezTo>
                    <a:pt x="4578" y="67"/>
                    <a:pt x="4328" y="150"/>
                    <a:pt x="4094" y="267"/>
                  </a:cubicBezTo>
                  <a:cubicBezTo>
                    <a:pt x="3659" y="434"/>
                    <a:pt x="3058" y="702"/>
                    <a:pt x="2389" y="986"/>
                  </a:cubicBezTo>
                  <a:cubicBezTo>
                    <a:pt x="1721" y="1287"/>
                    <a:pt x="1120" y="1554"/>
                    <a:pt x="685" y="1754"/>
                  </a:cubicBezTo>
                  <a:cubicBezTo>
                    <a:pt x="435" y="1855"/>
                    <a:pt x="217" y="1972"/>
                    <a:pt x="0" y="2122"/>
                  </a:cubicBezTo>
                  <a:cubicBezTo>
                    <a:pt x="251" y="2072"/>
                    <a:pt x="501" y="1988"/>
                    <a:pt x="735" y="1871"/>
                  </a:cubicBezTo>
                  <a:cubicBezTo>
                    <a:pt x="1170" y="1688"/>
                    <a:pt x="1788" y="1437"/>
                    <a:pt x="2456" y="1153"/>
                  </a:cubicBezTo>
                  <a:cubicBezTo>
                    <a:pt x="3125" y="852"/>
                    <a:pt x="3726" y="585"/>
                    <a:pt x="4144" y="368"/>
                  </a:cubicBezTo>
                  <a:cubicBezTo>
                    <a:pt x="4394" y="284"/>
                    <a:pt x="4612" y="150"/>
                    <a:pt x="48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9"/>
            <p:cNvSpPr/>
            <p:nvPr/>
          </p:nvSpPr>
          <p:spPr>
            <a:xfrm>
              <a:off x="5312629" y="2058845"/>
              <a:ext cx="111082" cy="93637"/>
            </a:xfrm>
            <a:custGeom>
              <a:avLst/>
              <a:gdLst/>
              <a:ahLst/>
              <a:cxnLst/>
              <a:rect l="l" t="t" r="r" b="b"/>
              <a:pathLst>
                <a:path w="3464" h="2920" extrusionOk="0">
                  <a:moveTo>
                    <a:pt x="1503" y="0"/>
                  </a:moveTo>
                  <a:cubicBezTo>
                    <a:pt x="1465" y="0"/>
                    <a:pt x="1426" y="2"/>
                    <a:pt x="1387" y="4"/>
                  </a:cubicBezTo>
                  <a:cubicBezTo>
                    <a:pt x="886" y="38"/>
                    <a:pt x="451" y="322"/>
                    <a:pt x="217" y="756"/>
                  </a:cubicBezTo>
                  <a:cubicBezTo>
                    <a:pt x="50" y="1057"/>
                    <a:pt x="0" y="1374"/>
                    <a:pt x="67" y="1692"/>
                  </a:cubicBezTo>
                  <a:cubicBezTo>
                    <a:pt x="84" y="1809"/>
                    <a:pt x="134" y="1926"/>
                    <a:pt x="201" y="2026"/>
                  </a:cubicBezTo>
                  <a:cubicBezTo>
                    <a:pt x="217" y="2009"/>
                    <a:pt x="167" y="1909"/>
                    <a:pt x="134" y="1692"/>
                  </a:cubicBezTo>
                  <a:cubicBezTo>
                    <a:pt x="100" y="1391"/>
                    <a:pt x="167" y="1074"/>
                    <a:pt x="318" y="823"/>
                  </a:cubicBezTo>
                  <a:cubicBezTo>
                    <a:pt x="572" y="378"/>
                    <a:pt x="1016" y="159"/>
                    <a:pt x="1458" y="159"/>
                  </a:cubicBezTo>
                  <a:cubicBezTo>
                    <a:pt x="1945" y="159"/>
                    <a:pt x="2429" y="424"/>
                    <a:pt x="2657" y="940"/>
                  </a:cubicBezTo>
                  <a:cubicBezTo>
                    <a:pt x="3050" y="1847"/>
                    <a:pt x="2377" y="2794"/>
                    <a:pt x="1466" y="2794"/>
                  </a:cubicBezTo>
                  <a:cubicBezTo>
                    <a:pt x="1369" y="2794"/>
                    <a:pt x="1270" y="2784"/>
                    <a:pt x="1170" y="2761"/>
                  </a:cubicBezTo>
                  <a:cubicBezTo>
                    <a:pt x="869" y="2694"/>
                    <a:pt x="602" y="2527"/>
                    <a:pt x="401" y="2293"/>
                  </a:cubicBezTo>
                  <a:cubicBezTo>
                    <a:pt x="276" y="2137"/>
                    <a:pt x="224" y="2025"/>
                    <a:pt x="204" y="2025"/>
                  </a:cubicBezTo>
                  <a:cubicBezTo>
                    <a:pt x="203" y="2025"/>
                    <a:pt x="202" y="2025"/>
                    <a:pt x="201" y="2026"/>
                  </a:cubicBezTo>
                  <a:cubicBezTo>
                    <a:pt x="234" y="2143"/>
                    <a:pt x="284" y="2243"/>
                    <a:pt x="351" y="2344"/>
                  </a:cubicBezTo>
                  <a:cubicBezTo>
                    <a:pt x="535" y="2594"/>
                    <a:pt x="819" y="2795"/>
                    <a:pt x="1136" y="2878"/>
                  </a:cubicBezTo>
                  <a:cubicBezTo>
                    <a:pt x="1252" y="2906"/>
                    <a:pt x="1369" y="2920"/>
                    <a:pt x="1485" y="2920"/>
                  </a:cubicBezTo>
                  <a:cubicBezTo>
                    <a:pt x="1853" y="2920"/>
                    <a:pt x="2210" y="2782"/>
                    <a:pt x="2490" y="2527"/>
                  </a:cubicBezTo>
                  <a:cubicBezTo>
                    <a:pt x="3463" y="1618"/>
                    <a:pt x="2798" y="0"/>
                    <a:pt x="15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9"/>
            <p:cNvSpPr/>
            <p:nvPr/>
          </p:nvSpPr>
          <p:spPr>
            <a:xfrm>
              <a:off x="5324398" y="1645335"/>
              <a:ext cx="122209" cy="66989"/>
            </a:xfrm>
            <a:custGeom>
              <a:avLst/>
              <a:gdLst/>
              <a:ahLst/>
              <a:cxnLst/>
              <a:rect l="l" t="t" r="r" b="b"/>
              <a:pathLst>
                <a:path w="3811" h="2089" extrusionOk="0">
                  <a:moveTo>
                    <a:pt x="3593" y="0"/>
                  </a:moveTo>
                  <a:lnTo>
                    <a:pt x="1" y="1571"/>
                  </a:lnTo>
                  <a:lnTo>
                    <a:pt x="235" y="2089"/>
                  </a:lnTo>
                  <a:lnTo>
                    <a:pt x="3810" y="518"/>
                  </a:lnTo>
                  <a:lnTo>
                    <a:pt x="35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9"/>
            <p:cNvSpPr/>
            <p:nvPr/>
          </p:nvSpPr>
          <p:spPr>
            <a:xfrm>
              <a:off x="5398890" y="2497785"/>
              <a:ext cx="578145" cy="223991"/>
            </a:xfrm>
            <a:custGeom>
              <a:avLst/>
              <a:gdLst/>
              <a:ahLst/>
              <a:cxnLst/>
              <a:rect l="l" t="t" r="r" b="b"/>
              <a:pathLst>
                <a:path w="18029" h="6985" extrusionOk="0">
                  <a:moveTo>
                    <a:pt x="0" y="1"/>
                  </a:moveTo>
                  <a:lnTo>
                    <a:pt x="4645" y="6985"/>
                  </a:lnTo>
                  <a:lnTo>
                    <a:pt x="18029" y="6667"/>
                  </a:lnTo>
                  <a:lnTo>
                    <a:pt x="130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9"/>
            <p:cNvSpPr/>
            <p:nvPr/>
          </p:nvSpPr>
          <p:spPr>
            <a:xfrm>
              <a:off x="5574075" y="2557816"/>
              <a:ext cx="339210" cy="132375"/>
            </a:xfrm>
            <a:custGeom>
              <a:avLst/>
              <a:gdLst/>
              <a:ahLst/>
              <a:cxnLst/>
              <a:rect l="l" t="t" r="r" b="b"/>
              <a:pathLst>
                <a:path w="10578" h="4128" extrusionOk="0">
                  <a:moveTo>
                    <a:pt x="5197" y="0"/>
                  </a:moveTo>
                  <a:lnTo>
                    <a:pt x="3543" y="2857"/>
                  </a:lnTo>
                  <a:lnTo>
                    <a:pt x="1471" y="1955"/>
                  </a:lnTo>
                  <a:lnTo>
                    <a:pt x="1" y="4127"/>
                  </a:lnTo>
                  <a:lnTo>
                    <a:pt x="10577" y="3793"/>
                  </a:lnTo>
                  <a:lnTo>
                    <a:pt x="51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9"/>
            <p:cNvSpPr/>
            <p:nvPr/>
          </p:nvSpPr>
          <p:spPr>
            <a:xfrm>
              <a:off x="5629808" y="2535304"/>
              <a:ext cx="51468" cy="44093"/>
            </a:xfrm>
            <a:custGeom>
              <a:avLst/>
              <a:gdLst/>
              <a:ahLst/>
              <a:cxnLst/>
              <a:rect l="l" t="t" r="r" b="b"/>
              <a:pathLst>
                <a:path w="1605" h="1375" extrusionOk="0">
                  <a:moveTo>
                    <a:pt x="702" y="0"/>
                  </a:moveTo>
                  <a:cubicBezTo>
                    <a:pt x="318" y="0"/>
                    <a:pt x="1" y="301"/>
                    <a:pt x="17" y="685"/>
                  </a:cubicBezTo>
                  <a:cubicBezTo>
                    <a:pt x="17" y="1102"/>
                    <a:pt x="352" y="1375"/>
                    <a:pt x="703" y="1375"/>
                  </a:cubicBezTo>
                  <a:cubicBezTo>
                    <a:pt x="872" y="1375"/>
                    <a:pt x="1045" y="1311"/>
                    <a:pt x="1187" y="1170"/>
                  </a:cubicBezTo>
                  <a:cubicBezTo>
                    <a:pt x="1605" y="735"/>
                    <a:pt x="1304" y="0"/>
                    <a:pt x="7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9"/>
            <p:cNvSpPr/>
            <p:nvPr/>
          </p:nvSpPr>
          <p:spPr>
            <a:xfrm>
              <a:off x="5574075" y="2557816"/>
              <a:ext cx="339210" cy="132375"/>
            </a:xfrm>
            <a:custGeom>
              <a:avLst/>
              <a:gdLst/>
              <a:ahLst/>
              <a:cxnLst/>
              <a:rect l="l" t="t" r="r" b="b"/>
              <a:pathLst>
                <a:path w="10578" h="4128" extrusionOk="0">
                  <a:moveTo>
                    <a:pt x="5197" y="0"/>
                  </a:moveTo>
                  <a:lnTo>
                    <a:pt x="3543" y="2857"/>
                  </a:lnTo>
                  <a:lnTo>
                    <a:pt x="1471" y="1955"/>
                  </a:lnTo>
                  <a:lnTo>
                    <a:pt x="1" y="4127"/>
                  </a:lnTo>
                  <a:lnTo>
                    <a:pt x="10577" y="3793"/>
                  </a:lnTo>
                  <a:lnTo>
                    <a:pt x="5197" y="0"/>
                  </a:ln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9"/>
            <p:cNvSpPr/>
            <p:nvPr/>
          </p:nvSpPr>
          <p:spPr>
            <a:xfrm>
              <a:off x="5629808" y="2535304"/>
              <a:ext cx="51468" cy="44093"/>
            </a:xfrm>
            <a:custGeom>
              <a:avLst/>
              <a:gdLst/>
              <a:ahLst/>
              <a:cxnLst/>
              <a:rect l="l" t="t" r="r" b="b"/>
              <a:pathLst>
                <a:path w="1605" h="1375" extrusionOk="0">
                  <a:moveTo>
                    <a:pt x="702" y="0"/>
                  </a:moveTo>
                  <a:cubicBezTo>
                    <a:pt x="318" y="0"/>
                    <a:pt x="1" y="301"/>
                    <a:pt x="17" y="685"/>
                  </a:cubicBezTo>
                  <a:cubicBezTo>
                    <a:pt x="17" y="1102"/>
                    <a:pt x="352" y="1375"/>
                    <a:pt x="703" y="1375"/>
                  </a:cubicBezTo>
                  <a:cubicBezTo>
                    <a:pt x="872" y="1375"/>
                    <a:pt x="1045" y="1311"/>
                    <a:pt x="1187" y="1170"/>
                  </a:cubicBezTo>
                  <a:cubicBezTo>
                    <a:pt x="1605" y="735"/>
                    <a:pt x="1304" y="0"/>
                    <a:pt x="702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9"/>
            <p:cNvSpPr/>
            <p:nvPr/>
          </p:nvSpPr>
          <p:spPr>
            <a:xfrm>
              <a:off x="6712119" y="1166310"/>
              <a:ext cx="386894" cy="466742"/>
            </a:xfrm>
            <a:custGeom>
              <a:avLst/>
              <a:gdLst/>
              <a:ahLst/>
              <a:cxnLst/>
              <a:rect l="l" t="t" r="r" b="b"/>
              <a:pathLst>
                <a:path w="12065" h="14555" extrusionOk="0">
                  <a:moveTo>
                    <a:pt x="285" y="1"/>
                  </a:moveTo>
                  <a:lnTo>
                    <a:pt x="1" y="9308"/>
                  </a:lnTo>
                  <a:lnTo>
                    <a:pt x="11797" y="14554"/>
                  </a:lnTo>
                  <a:lnTo>
                    <a:pt x="12064" y="5565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9"/>
            <p:cNvSpPr/>
            <p:nvPr/>
          </p:nvSpPr>
          <p:spPr>
            <a:xfrm>
              <a:off x="6712119" y="1166310"/>
              <a:ext cx="386894" cy="466742"/>
            </a:xfrm>
            <a:custGeom>
              <a:avLst/>
              <a:gdLst/>
              <a:ahLst/>
              <a:cxnLst/>
              <a:rect l="l" t="t" r="r" b="b"/>
              <a:pathLst>
                <a:path w="12065" h="14555" extrusionOk="0">
                  <a:moveTo>
                    <a:pt x="285" y="1"/>
                  </a:moveTo>
                  <a:lnTo>
                    <a:pt x="1" y="9308"/>
                  </a:lnTo>
                  <a:lnTo>
                    <a:pt x="11797" y="14554"/>
                  </a:lnTo>
                  <a:lnTo>
                    <a:pt x="12064" y="5565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9"/>
            <p:cNvSpPr/>
            <p:nvPr/>
          </p:nvSpPr>
          <p:spPr>
            <a:xfrm>
              <a:off x="6730333" y="1357593"/>
              <a:ext cx="342962" cy="224537"/>
            </a:xfrm>
            <a:custGeom>
              <a:avLst/>
              <a:gdLst/>
              <a:ahLst/>
              <a:cxnLst/>
              <a:rect l="l" t="t" r="r" b="b"/>
              <a:pathLst>
                <a:path w="10695" h="7002" extrusionOk="0">
                  <a:moveTo>
                    <a:pt x="3476" y="1"/>
                  </a:moveTo>
                  <a:lnTo>
                    <a:pt x="1" y="2023"/>
                  </a:lnTo>
                  <a:lnTo>
                    <a:pt x="10694" y="7002"/>
                  </a:lnTo>
                  <a:lnTo>
                    <a:pt x="8740" y="469"/>
                  </a:lnTo>
                  <a:lnTo>
                    <a:pt x="4813" y="2340"/>
                  </a:lnTo>
                  <a:lnTo>
                    <a:pt x="34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9"/>
            <p:cNvSpPr/>
            <p:nvPr/>
          </p:nvSpPr>
          <p:spPr>
            <a:xfrm>
              <a:off x="6879286" y="1338866"/>
              <a:ext cx="42906" cy="37102"/>
            </a:xfrm>
            <a:custGeom>
              <a:avLst/>
              <a:gdLst/>
              <a:ahLst/>
              <a:cxnLst/>
              <a:rect l="l" t="t" r="r" b="b"/>
              <a:pathLst>
                <a:path w="1338" h="1157" extrusionOk="0">
                  <a:moveTo>
                    <a:pt x="569" y="0"/>
                  </a:moveTo>
                  <a:cubicBezTo>
                    <a:pt x="252" y="0"/>
                    <a:pt x="1" y="267"/>
                    <a:pt x="1" y="585"/>
                  </a:cubicBezTo>
                  <a:cubicBezTo>
                    <a:pt x="1" y="925"/>
                    <a:pt x="285" y="1157"/>
                    <a:pt x="577" y="1157"/>
                  </a:cubicBezTo>
                  <a:cubicBezTo>
                    <a:pt x="716" y="1157"/>
                    <a:pt x="857" y="1104"/>
                    <a:pt x="970" y="986"/>
                  </a:cubicBezTo>
                  <a:cubicBezTo>
                    <a:pt x="1338" y="618"/>
                    <a:pt x="1087" y="0"/>
                    <a:pt x="5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9"/>
            <p:cNvSpPr/>
            <p:nvPr/>
          </p:nvSpPr>
          <p:spPr>
            <a:xfrm>
              <a:off x="6953779" y="1205048"/>
              <a:ext cx="273824" cy="266737"/>
            </a:xfrm>
            <a:custGeom>
              <a:avLst/>
              <a:gdLst/>
              <a:ahLst/>
              <a:cxnLst/>
              <a:rect l="l" t="t" r="r" b="b"/>
              <a:pathLst>
                <a:path w="8539" h="8318" extrusionOk="0">
                  <a:moveTo>
                    <a:pt x="4114" y="0"/>
                  </a:moveTo>
                  <a:cubicBezTo>
                    <a:pt x="3851" y="0"/>
                    <a:pt x="3587" y="26"/>
                    <a:pt x="3325" y="80"/>
                  </a:cubicBezTo>
                  <a:cubicBezTo>
                    <a:pt x="1738" y="380"/>
                    <a:pt x="485" y="1583"/>
                    <a:pt x="101" y="3154"/>
                  </a:cubicBezTo>
                  <a:cubicBezTo>
                    <a:pt x="67" y="3288"/>
                    <a:pt x="34" y="3438"/>
                    <a:pt x="17" y="3588"/>
                  </a:cubicBezTo>
                  <a:cubicBezTo>
                    <a:pt x="0" y="3689"/>
                    <a:pt x="0" y="3789"/>
                    <a:pt x="0" y="3906"/>
                  </a:cubicBezTo>
                  <a:cubicBezTo>
                    <a:pt x="0" y="3989"/>
                    <a:pt x="0" y="4073"/>
                    <a:pt x="0" y="4156"/>
                  </a:cubicBezTo>
                  <a:cubicBezTo>
                    <a:pt x="34" y="3822"/>
                    <a:pt x="84" y="3488"/>
                    <a:pt x="168" y="3171"/>
                  </a:cubicBezTo>
                  <a:cubicBezTo>
                    <a:pt x="401" y="2285"/>
                    <a:pt x="919" y="1500"/>
                    <a:pt x="1655" y="965"/>
                  </a:cubicBezTo>
                  <a:cubicBezTo>
                    <a:pt x="2357" y="425"/>
                    <a:pt x="3207" y="150"/>
                    <a:pt x="4063" y="150"/>
                  </a:cubicBezTo>
                  <a:cubicBezTo>
                    <a:pt x="4530" y="150"/>
                    <a:pt x="4999" y="232"/>
                    <a:pt x="5447" y="397"/>
                  </a:cubicBezTo>
                  <a:cubicBezTo>
                    <a:pt x="6199" y="664"/>
                    <a:pt x="6851" y="1149"/>
                    <a:pt x="7319" y="1801"/>
                  </a:cubicBezTo>
                  <a:cubicBezTo>
                    <a:pt x="8355" y="3204"/>
                    <a:pt x="8355" y="5109"/>
                    <a:pt x="7319" y="6529"/>
                  </a:cubicBezTo>
                  <a:cubicBezTo>
                    <a:pt x="6851" y="7164"/>
                    <a:pt x="6199" y="7649"/>
                    <a:pt x="5447" y="7916"/>
                  </a:cubicBezTo>
                  <a:cubicBezTo>
                    <a:pt x="4991" y="8084"/>
                    <a:pt x="4525" y="8163"/>
                    <a:pt x="4067" y="8163"/>
                  </a:cubicBezTo>
                  <a:cubicBezTo>
                    <a:pt x="2295" y="8163"/>
                    <a:pt x="646" y="6975"/>
                    <a:pt x="168" y="5142"/>
                  </a:cubicBezTo>
                  <a:cubicBezTo>
                    <a:pt x="84" y="4825"/>
                    <a:pt x="34" y="4491"/>
                    <a:pt x="0" y="4156"/>
                  </a:cubicBezTo>
                  <a:cubicBezTo>
                    <a:pt x="0" y="4240"/>
                    <a:pt x="0" y="4340"/>
                    <a:pt x="0" y="4424"/>
                  </a:cubicBezTo>
                  <a:cubicBezTo>
                    <a:pt x="0" y="4524"/>
                    <a:pt x="0" y="4641"/>
                    <a:pt x="17" y="4741"/>
                  </a:cubicBezTo>
                  <a:cubicBezTo>
                    <a:pt x="34" y="4875"/>
                    <a:pt x="67" y="5025"/>
                    <a:pt x="101" y="5159"/>
                  </a:cubicBezTo>
                  <a:cubicBezTo>
                    <a:pt x="468" y="6730"/>
                    <a:pt x="1738" y="7933"/>
                    <a:pt x="3325" y="8250"/>
                  </a:cubicBezTo>
                  <a:cubicBezTo>
                    <a:pt x="3568" y="8295"/>
                    <a:pt x="3817" y="8317"/>
                    <a:pt x="4067" y="8317"/>
                  </a:cubicBezTo>
                  <a:cubicBezTo>
                    <a:pt x="4556" y="8317"/>
                    <a:pt x="5050" y="8232"/>
                    <a:pt x="5514" y="8066"/>
                  </a:cubicBezTo>
                  <a:cubicBezTo>
                    <a:pt x="6283" y="7799"/>
                    <a:pt x="6951" y="7281"/>
                    <a:pt x="7452" y="6629"/>
                  </a:cubicBezTo>
                  <a:cubicBezTo>
                    <a:pt x="8539" y="5159"/>
                    <a:pt x="8539" y="3154"/>
                    <a:pt x="7452" y="1700"/>
                  </a:cubicBezTo>
                  <a:cubicBezTo>
                    <a:pt x="6951" y="1032"/>
                    <a:pt x="6283" y="531"/>
                    <a:pt x="5514" y="247"/>
                  </a:cubicBezTo>
                  <a:cubicBezTo>
                    <a:pt x="5062" y="85"/>
                    <a:pt x="4589" y="0"/>
                    <a:pt x="4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9"/>
            <p:cNvSpPr/>
            <p:nvPr/>
          </p:nvSpPr>
          <p:spPr>
            <a:xfrm>
              <a:off x="7170235" y="1435261"/>
              <a:ext cx="179001" cy="156554"/>
            </a:xfrm>
            <a:custGeom>
              <a:avLst/>
              <a:gdLst/>
              <a:ahLst/>
              <a:cxnLst/>
              <a:rect l="l" t="t" r="r" b="b"/>
              <a:pathLst>
                <a:path w="5582" h="4882" extrusionOk="0">
                  <a:moveTo>
                    <a:pt x="37" y="1"/>
                  </a:moveTo>
                  <a:cubicBezTo>
                    <a:pt x="35" y="1"/>
                    <a:pt x="35" y="1"/>
                    <a:pt x="34" y="2"/>
                  </a:cubicBezTo>
                  <a:cubicBezTo>
                    <a:pt x="1" y="35"/>
                    <a:pt x="1220" y="1155"/>
                    <a:pt x="2741" y="2508"/>
                  </a:cubicBezTo>
                  <a:cubicBezTo>
                    <a:pt x="4238" y="3824"/>
                    <a:pt x="5476" y="4881"/>
                    <a:pt x="5546" y="4881"/>
                  </a:cubicBezTo>
                  <a:cubicBezTo>
                    <a:pt x="5547" y="4881"/>
                    <a:pt x="5547" y="4881"/>
                    <a:pt x="5548" y="4881"/>
                  </a:cubicBezTo>
                  <a:cubicBezTo>
                    <a:pt x="5581" y="4847"/>
                    <a:pt x="4378" y="3728"/>
                    <a:pt x="2858" y="2374"/>
                  </a:cubicBezTo>
                  <a:cubicBezTo>
                    <a:pt x="1361" y="1042"/>
                    <a:pt x="107" y="1"/>
                    <a:pt x="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9"/>
            <p:cNvSpPr/>
            <p:nvPr/>
          </p:nvSpPr>
          <p:spPr>
            <a:xfrm>
              <a:off x="7952522" y="1930255"/>
              <a:ext cx="275973" cy="448240"/>
            </a:xfrm>
            <a:custGeom>
              <a:avLst/>
              <a:gdLst/>
              <a:ahLst/>
              <a:cxnLst/>
              <a:rect l="l" t="t" r="r" b="b"/>
              <a:pathLst>
                <a:path w="8606" h="13978" extrusionOk="0">
                  <a:moveTo>
                    <a:pt x="2383" y="0"/>
                  </a:moveTo>
                  <a:cubicBezTo>
                    <a:pt x="1955" y="0"/>
                    <a:pt x="1532" y="94"/>
                    <a:pt x="1170" y="288"/>
                  </a:cubicBezTo>
                  <a:lnTo>
                    <a:pt x="1287" y="255"/>
                  </a:lnTo>
                  <a:lnTo>
                    <a:pt x="1287" y="255"/>
                  </a:lnTo>
                  <a:cubicBezTo>
                    <a:pt x="435" y="2210"/>
                    <a:pt x="0" y="3948"/>
                    <a:pt x="0" y="6086"/>
                  </a:cubicBezTo>
                  <a:cubicBezTo>
                    <a:pt x="0" y="8225"/>
                    <a:pt x="585" y="10397"/>
                    <a:pt x="1838" y="12135"/>
                  </a:cubicBezTo>
                  <a:cubicBezTo>
                    <a:pt x="2339" y="12836"/>
                    <a:pt x="2974" y="13471"/>
                    <a:pt x="3760" y="13789"/>
                  </a:cubicBezTo>
                  <a:cubicBezTo>
                    <a:pt x="4070" y="13912"/>
                    <a:pt x="4408" y="13977"/>
                    <a:pt x="4743" y="13977"/>
                  </a:cubicBezTo>
                  <a:cubicBezTo>
                    <a:pt x="5275" y="13977"/>
                    <a:pt x="5800" y="13813"/>
                    <a:pt x="6199" y="13455"/>
                  </a:cubicBezTo>
                  <a:cubicBezTo>
                    <a:pt x="6834" y="12887"/>
                    <a:pt x="6951" y="11750"/>
                    <a:pt x="6316" y="11166"/>
                  </a:cubicBezTo>
                  <a:lnTo>
                    <a:pt x="6316" y="11166"/>
                  </a:lnTo>
                  <a:cubicBezTo>
                    <a:pt x="6546" y="11290"/>
                    <a:pt x="6794" y="11349"/>
                    <a:pt x="7041" y="11349"/>
                  </a:cubicBezTo>
                  <a:cubicBezTo>
                    <a:pt x="7457" y="11349"/>
                    <a:pt x="7866" y="11180"/>
                    <a:pt x="8171" y="10865"/>
                  </a:cubicBezTo>
                  <a:cubicBezTo>
                    <a:pt x="8605" y="10347"/>
                    <a:pt x="8538" y="9461"/>
                    <a:pt x="7987" y="9077"/>
                  </a:cubicBezTo>
                  <a:cubicBezTo>
                    <a:pt x="7385" y="8676"/>
                    <a:pt x="6550" y="8927"/>
                    <a:pt x="5882" y="8659"/>
                  </a:cubicBezTo>
                  <a:cubicBezTo>
                    <a:pt x="5447" y="8459"/>
                    <a:pt x="5096" y="8108"/>
                    <a:pt x="4946" y="7657"/>
                  </a:cubicBezTo>
                  <a:cubicBezTo>
                    <a:pt x="4779" y="7206"/>
                    <a:pt x="4712" y="6738"/>
                    <a:pt x="4745" y="6270"/>
                  </a:cubicBezTo>
                  <a:cubicBezTo>
                    <a:pt x="4796" y="5401"/>
                    <a:pt x="5013" y="4532"/>
                    <a:pt x="5096" y="3680"/>
                  </a:cubicBezTo>
                  <a:cubicBezTo>
                    <a:pt x="5180" y="2811"/>
                    <a:pt x="5130" y="1876"/>
                    <a:pt x="4662" y="1141"/>
                  </a:cubicBezTo>
                  <a:cubicBezTo>
                    <a:pt x="4199" y="406"/>
                    <a:pt x="3277" y="0"/>
                    <a:pt x="2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9"/>
            <p:cNvSpPr/>
            <p:nvPr/>
          </p:nvSpPr>
          <p:spPr>
            <a:xfrm>
              <a:off x="6803222" y="2431373"/>
              <a:ext cx="813905" cy="325453"/>
            </a:xfrm>
            <a:custGeom>
              <a:avLst/>
              <a:gdLst/>
              <a:ahLst/>
              <a:cxnLst/>
              <a:rect l="l" t="t" r="r" b="b"/>
              <a:pathLst>
                <a:path w="25381" h="10149" extrusionOk="0">
                  <a:moveTo>
                    <a:pt x="6270" y="1"/>
                  </a:moveTo>
                  <a:cubicBezTo>
                    <a:pt x="6183" y="1"/>
                    <a:pt x="6096" y="37"/>
                    <a:pt x="6032" y="117"/>
                  </a:cubicBezTo>
                  <a:cubicBezTo>
                    <a:pt x="5848" y="367"/>
                    <a:pt x="5798" y="1320"/>
                    <a:pt x="6233" y="2339"/>
                  </a:cubicBezTo>
                  <a:cubicBezTo>
                    <a:pt x="6390" y="2708"/>
                    <a:pt x="6289" y="2836"/>
                    <a:pt x="6069" y="2836"/>
                  </a:cubicBezTo>
                  <a:cubicBezTo>
                    <a:pt x="5682" y="2836"/>
                    <a:pt x="4924" y="2437"/>
                    <a:pt x="4562" y="2255"/>
                  </a:cubicBezTo>
                  <a:cubicBezTo>
                    <a:pt x="4032" y="1990"/>
                    <a:pt x="2426" y="1275"/>
                    <a:pt x="2023" y="1275"/>
                  </a:cubicBezTo>
                  <a:cubicBezTo>
                    <a:pt x="1994" y="1275"/>
                    <a:pt x="1971" y="1279"/>
                    <a:pt x="1955" y="1286"/>
                  </a:cubicBezTo>
                  <a:cubicBezTo>
                    <a:pt x="1621" y="1437"/>
                    <a:pt x="1721" y="1821"/>
                    <a:pt x="2306" y="2088"/>
                  </a:cubicBezTo>
                  <a:cubicBezTo>
                    <a:pt x="2891" y="2372"/>
                    <a:pt x="4545" y="3308"/>
                    <a:pt x="4378" y="3592"/>
                  </a:cubicBezTo>
                  <a:cubicBezTo>
                    <a:pt x="4363" y="3617"/>
                    <a:pt x="4328" y="3628"/>
                    <a:pt x="4276" y="3628"/>
                  </a:cubicBezTo>
                  <a:cubicBezTo>
                    <a:pt x="3732" y="3628"/>
                    <a:pt x="1337" y="2389"/>
                    <a:pt x="1337" y="2389"/>
                  </a:cubicBezTo>
                  <a:cubicBezTo>
                    <a:pt x="1337" y="2389"/>
                    <a:pt x="1047" y="2176"/>
                    <a:pt x="808" y="2176"/>
                  </a:cubicBezTo>
                  <a:cubicBezTo>
                    <a:pt x="713" y="2176"/>
                    <a:pt x="626" y="2210"/>
                    <a:pt x="568" y="2306"/>
                  </a:cubicBezTo>
                  <a:cubicBezTo>
                    <a:pt x="201" y="2907"/>
                    <a:pt x="3392" y="4260"/>
                    <a:pt x="3693" y="4394"/>
                  </a:cubicBezTo>
                  <a:cubicBezTo>
                    <a:pt x="3881" y="4466"/>
                    <a:pt x="3768" y="4714"/>
                    <a:pt x="3594" y="4714"/>
                  </a:cubicBezTo>
                  <a:cubicBezTo>
                    <a:pt x="3567" y="4714"/>
                    <a:pt x="3538" y="4708"/>
                    <a:pt x="3509" y="4695"/>
                  </a:cubicBezTo>
                  <a:cubicBezTo>
                    <a:pt x="3315" y="4612"/>
                    <a:pt x="1488" y="3597"/>
                    <a:pt x="661" y="3597"/>
                  </a:cubicBezTo>
                  <a:cubicBezTo>
                    <a:pt x="491" y="3597"/>
                    <a:pt x="364" y="3640"/>
                    <a:pt x="301" y="3743"/>
                  </a:cubicBezTo>
                  <a:cubicBezTo>
                    <a:pt x="0" y="4210"/>
                    <a:pt x="2908" y="4895"/>
                    <a:pt x="3275" y="5497"/>
                  </a:cubicBezTo>
                  <a:cubicBezTo>
                    <a:pt x="3344" y="5610"/>
                    <a:pt x="3312" y="5654"/>
                    <a:pt x="3212" y="5654"/>
                  </a:cubicBezTo>
                  <a:cubicBezTo>
                    <a:pt x="2861" y="5654"/>
                    <a:pt x="1678" y="5112"/>
                    <a:pt x="1130" y="5112"/>
                  </a:cubicBezTo>
                  <a:cubicBezTo>
                    <a:pt x="1003" y="5112"/>
                    <a:pt x="910" y="5141"/>
                    <a:pt x="869" y="5213"/>
                  </a:cubicBezTo>
                  <a:cubicBezTo>
                    <a:pt x="769" y="5380"/>
                    <a:pt x="736" y="5514"/>
                    <a:pt x="2289" y="6082"/>
                  </a:cubicBezTo>
                  <a:cubicBezTo>
                    <a:pt x="3426" y="6433"/>
                    <a:pt x="4578" y="6733"/>
                    <a:pt x="5748" y="6967"/>
                  </a:cubicBezTo>
                  <a:lnTo>
                    <a:pt x="5748" y="6984"/>
                  </a:lnTo>
                  <a:cubicBezTo>
                    <a:pt x="5748" y="6984"/>
                    <a:pt x="12823" y="10149"/>
                    <a:pt x="18457" y="10149"/>
                  </a:cubicBezTo>
                  <a:cubicBezTo>
                    <a:pt x="21173" y="10149"/>
                    <a:pt x="23553" y="9414"/>
                    <a:pt x="24645" y="7235"/>
                  </a:cubicBezTo>
                  <a:cubicBezTo>
                    <a:pt x="24913" y="6700"/>
                    <a:pt x="25147" y="6199"/>
                    <a:pt x="25381" y="5748"/>
                  </a:cubicBezTo>
                  <a:lnTo>
                    <a:pt x="19366" y="3809"/>
                  </a:lnTo>
                  <a:cubicBezTo>
                    <a:pt x="19098" y="4294"/>
                    <a:pt x="18864" y="4611"/>
                    <a:pt x="18714" y="4628"/>
                  </a:cubicBezTo>
                  <a:cubicBezTo>
                    <a:pt x="18193" y="4675"/>
                    <a:pt x="17667" y="4696"/>
                    <a:pt x="17143" y="4696"/>
                  </a:cubicBezTo>
                  <a:cubicBezTo>
                    <a:pt x="13199" y="4696"/>
                    <a:pt x="9330" y="3490"/>
                    <a:pt x="7870" y="2974"/>
                  </a:cubicBezTo>
                  <a:cubicBezTo>
                    <a:pt x="7703" y="2790"/>
                    <a:pt x="7502" y="2556"/>
                    <a:pt x="7285" y="2289"/>
                  </a:cubicBezTo>
                  <a:cubicBezTo>
                    <a:pt x="7101" y="2038"/>
                    <a:pt x="6968" y="1771"/>
                    <a:pt x="6868" y="1487"/>
                  </a:cubicBezTo>
                  <a:cubicBezTo>
                    <a:pt x="6751" y="1136"/>
                    <a:pt x="6667" y="768"/>
                    <a:pt x="6634" y="401"/>
                  </a:cubicBezTo>
                  <a:cubicBezTo>
                    <a:pt x="6645" y="162"/>
                    <a:pt x="6455" y="1"/>
                    <a:pt x="6270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9"/>
            <p:cNvSpPr/>
            <p:nvPr/>
          </p:nvSpPr>
          <p:spPr>
            <a:xfrm>
              <a:off x="6926458" y="2509041"/>
              <a:ext cx="564228" cy="263114"/>
            </a:xfrm>
            <a:custGeom>
              <a:avLst/>
              <a:gdLst/>
              <a:ahLst/>
              <a:cxnLst/>
              <a:rect l="l" t="t" r="r" b="b"/>
              <a:pathLst>
                <a:path w="17595" h="8205" extrusionOk="0">
                  <a:moveTo>
                    <a:pt x="6717" y="1"/>
                  </a:moveTo>
                  <a:lnTo>
                    <a:pt x="0" y="3960"/>
                  </a:lnTo>
                  <a:lnTo>
                    <a:pt x="11897" y="8204"/>
                  </a:lnTo>
                  <a:lnTo>
                    <a:pt x="17594" y="4245"/>
                  </a:lnTo>
                  <a:lnTo>
                    <a:pt x="67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9"/>
            <p:cNvSpPr/>
            <p:nvPr/>
          </p:nvSpPr>
          <p:spPr>
            <a:xfrm>
              <a:off x="6926458" y="2505834"/>
              <a:ext cx="205777" cy="130226"/>
            </a:xfrm>
            <a:custGeom>
              <a:avLst/>
              <a:gdLst/>
              <a:ahLst/>
              <a:cxnLst/>
              <a:rect l="l" t="t" r="r" b="b"/>
              <a:pathLst>
                <a:path w="6417" h="4061" extrusionOk="0">
                  <a:moveTo>
                    <a:pt x="5380" y="0"/>
                  </a:moveTo>
                  <a:cubicBezTo>
                    <a:pt x="3409" y="1120"/>
                    <a:pt x="1604" y="2490"/>
                    <a:pt x="0" y="4060"/>
                  </a:cubicBezTo>
                  <a:lnTo>
                    <a:pt x="301" y="3877"/>
                  </a:lnTo>
                  <a:lnTo>
                    <a:pt x="6416" y="284"/>
                  </a:lnTo>
                  <a:lnTo>
                    <a:pt x="53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9"/>
            <p:cNvSpPr/>
            <p:nvPr/>
          </p:nvSpPr>
          <p:spPr>
            <a:xfrm>
              <a:off x="6926458" y="2505834"/>
              <a:ext cx="176307" cy="130226"/>
            </a:xfrm>
            <a:custGeom>
              <a:avLst/>
              <a:gdLst/>
              <a:ahLst/>
              <a:cxnLst/>
              <a:rect l="l" t="t" r="r" b="b"/>
              <a:pathLst>
                <a:path w="5498" h="4061" extrusionOk="0">
                  <a:moveTo>
                    <a:pt x="5497" y="0"/>
                  </a:moveTo>
                  <a:cubicBezTo>
                    <a:pt x="5180" y="134"/>
                    <a:pt x="4879" y="284"/>
                    <a:pt x="4612" y="485"/>
                  </a:cubicBezTo>
                  <a:cubicBezTo>
                    <a:pt x="4077" y="802"/>
                    <a:pt x="3359" y="1270"/>
                    <a:pt x="2607" y="1838"/>
                  </a:cubicBezTo>
                  <a:cubicBezTo>
                    <a:pt x="1838" y="2406"/>
                    <a:pt x="1187" y="2958"/>
                    <a:pt x="719" y="3359"/>
                  </a:cubicBezTo>
                  <a:cubicBezTo>
                    <a:pt x="451" y="3576"/>
                    <a:pt x="218" y="3810"/>
                    <a:pt x="0" y="4060"/>
                  </a:cubicBezTo>
                  <a:cubicBezTo>
                    <a:pt x="284" y="3877"/>
                    <a:pt x="552" y="3676"/>
                    <a:pt x="802" y="3459"/>
                  </a:cubicBezTo>
                  <a:cubicBezTo>
                    <a:pt x="1287" y="3075"/>
                    <a:pt x="1955" y="2540"/>
                    <a:pt x="2707" y="1972"/>
                  </a:cubicBezTo>
                  <a:cubicBezTo>
                    <a:pt x="3459" y="1404"/>
                    <a:pt x="4161" y="919"/>
                    <a:pt x="4662" y="585"/>
                  </a:cubicBezTo>
                  <a:cubicBezTo>
                    <a:pt x="4963" y="401"/>
                    <a:pt x="5230" y="217"/>
                    <a:pt x="54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9"/>
            <p:cNvSpPr/>
            <p:nvPr/>
          </p:nvSpPr>
          <p:spPr>
            <a:xfrm>
              <a:off x="7402788" y="2171498"/>
              <a:ext cx="691215" cy="772121"/>
            </a:xfrm>
            <a:custGeom>
              <a:avLst/>
              <a:gdLst/>
              <a:ahLst/>
              <a:cxnLst/>
              <a:rect l="l" t="t" r="r" b="b"/>
              <a:pathLst>
                <a:path w="21555" h="24078" extrusionOk="0">
                  <a:moveTo>
                    <a:pt x="14938" y="0"/>
                  </a:moveTo>
                  <a:lnTo>
                    <a:pt x="9975" y="485"/>
                  </a:lnTo>
                  <a:cubicBezTo>
                    <a:pt x="9975" y="485"/>
                    <a:pt x="3459" y="568"/>
                    <a:pt x="1654" y="7402"/>
                  </a:cubicBezTo>
                  <a:lnTo>
                    <a:pt x="0" y="11462"/>
                  </a:lnTo>
                  <a:lnTo>
                    <a:pt x="5180" y="13852"/>
                  </a:lnTo>
                  <a:lnTo>
                    <a:pt x="5146" y="14269"/>
                  </a:lnTo>
                  <a:lnTo>
                    <a:pt x="4679" y="24077"/>
                  </a:lnTo>
                  <a:lnTo>
                    <a:pt x="4679" y="24077"/>
                  </a:lnTo>
                  <a:lnTo>
                    <a:pt x="19900" y="22507"/>
                  </a:lnTo>
                  <a:cubicBezTo>
                    <a:pt x="19650" y="21404"/>
                    <a:pt x="19198" y="20368"/>
                    <a:pt x="18563" y="19449"/>
                  </a:cubicBezTo>
                  <a:cubicBezTo>
                    <a:pt x="18012" y="18647"/>
                    <a:pt x="17728" y="17711"/>
                    <a:pt x="17728" y="16742"/>
                  </a:cubicBezTo>
                  <a:lnTo>
                    <a:pt x="17728" y="16742"/>
                  </a:lnTo>
                  <a:lnTo>
                    <a:pt x="19248" y="17544"/>
                  </a:lnTo>
                  <a:cubicBezTo>
                    <a:pt x="20786" y="14286"/>
                    <a:pt x="21554" y="10710"/>
                    <a:pt x="21487" y="7118"/>
                  </a:cubicBezTo>
                  <a:cubicBezTo>
                    <a:pt x="21337" y="1203"/>
                    <a:pt x="17177" y="485"/>
                    <a:pt x="17177" y="485"/>
                  </a:cubicBezTo>
                  <a:lnTo>
                    <a:pt x="149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9"/>
            <p:cNvSpPr/>
            <p:nvPr/>
          </p:nvSpPr>
          <p:spPr>
            <a:xfrm>
              <a:off x="7831948" y="2358997"/>
              <a:ext cx="84177" cy="263659"/>
            </a:xfrm>
            <a:custGeom>
              <a:avLst/>
              <a:gdLst/>
              <a:ahLst/>
              <a:cxnLst/>
              <a:rect l="l" t="t" r="r" b="b"/>
              <a:pathLst>
                <a:path w="2625" h="8222" extrusionOk="0">
                  <a:moveTo>
                    <a:pt x="2606" y="1"/>
                  </a:moveTo>
                  <a:cubicBezTo>
                    <a:pt x="2573" y="1"/>
                    <a:pt x="2539" y="498"/>
                    <a:pt x="2424" y="1254"/>
                  </a:cubicBezTo>
                  <a:cubicBezTo>
                    <a:pt x="2123" y="3276"/>
                    <a:pt x="1505" y="5248"/>
                    <a:pt x="586" y="7086"/>
                  </a:cubicBezTo>
                  <a:cubicBezTo>
                    <a:pt x="251" y="7787"/>
                    <a:pt x="1" y="8205"/>
                    <a:pt x="17" y="8222"/>
                  </a:cubicBezTo>
                  <a:cubicBezTo>
                    <a:pt x="101" y="8138"/>
                    <a:pt x="168" y="8038"/>
                    <a:pt x="218" y="7938"/>
                  </a:cubicBezTo>
                  <a:cubicBezTo>
                    <a:pt x="352" y="7754"/>
                    <a:pt x="519" y="7487"/>
                    <a:pt x="703" y="7136"/>
                  </a:cubicBezTo>
                  <a:cubicBezTo>
                    <a:pt x="1688" y="5314"/>
                    <a:pt x="2307" y="3326"/>
                    <a:pt x="2540" y="1271"/>
                  </a:cubicBezTo>
                  <a:cubicBezTo>
                    <a:pt x="2591" y="870"/>
                    <a:pt x="2607" y="553"/>
                    <a:pt x="2607" y="335"/>
                  </a:cubicBezTo>
                  <a:cubicBezTo>
                    <a:pt x="2624" y="218"/>
                    <a:pt x="2624" y="101"/>
                    <a:pt x="2607" y="1"/>
                  </a:cubicBezTo>
                  <a:cubicBezTo>
                    <a:pt x="2607" y="1"/>
                    <a:pt x="2606" y="1"/>
                    <a:pt x="26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9"/>
            <p:cNvSpPr/>
            <p:nvPr/>
          </p:nvSpPr>
          <p:spPr>
            <a:xfrm>
              <a:off x="7542090" y="2360087"/>
              <a:ext cx="78790" cy="192373"/>
            </a:xfrm>
            <a:custGeom>
              <a:avLst/>
              <a:gdLst/>
              <a:ahLst/>
              <a:cxnLst/>
              <a:rect l="l" t="t" r="r" b="b"/>
              <a:pathLst>
                <a:path w="2457" h="5999" extrusionOk="0">
                  <a:moveTo>
                    <a:pt x="2457" y="1"/>
                  </a:moveTo>
                  <a:lnTo>
                    <a:pt x="2457" y="1"/>
                  </a:lnTo>
                  <a:cubicBezTo>
                    <a:pt x="2373" y="251"/>
                    <a:pt x="2306" y="502"/>
                    <a:pt x="2256" y="769"/>
                  </a:cubicBezTo>
                  <a:cubicBezTo>
                    <a:pt x="2142" y="1224"/>
                    <a:pt x="1997" y="1868"/>
                    <a:pt x="1836" y="2625"/>
                  </a:cubicBezTo>
                  <a:lnTo>
                    <a:pt x="1836" y="2625"/>
                  </a:lnTo>
                  <a:cubicBezTo>
                    <a:pt x="1746" y="2607"/>
                    <a:pt x="1655" y="2599"/>
                    <a:pt x="1563" y="2599"/>
                  </a:cubicBezTo>
                  <a:cubicBezTo>
                    <a:pt x="1268" y="2599"/>
                    <a:pt x="972" y="2689"/>
                    <a:pt x="719" y="2858"/>
                  </a:cubicBezTo>
                  <a:cubicBezTo>
                    <a:pt x="268" y="3158"/>
                    <a:pt x="0" y="3693"/>
                    <a:pt x="17" y="4228"/>
                  </a:cubicBezTo>
                  <a:cubicBezTo>
                    <a:pt x="17" y="4679"/>
                    <a:pt x="184" y="5097"/>
                    <a:pt x="485" y="5414"/>
                  </a:cubicBezTo>
                  <a:cubicBezTo>
                    <a:pt x="686" y="5631"/>
                    <a:pt x="919" y="5798"/>
                    <a:pt x="1187" y="5915"/>
                  </a:cubicBezTo>
                  <a:cubicBezTo>
                    <a:pt x="1287" y="5966"/>
                    <a:pt x="1387" y="5982"/>
                    <a:pt x="1488" y="5999"/>
                  </a:cubicBezTo>
                  <a:cubicBezTo>
                    <a:pt x="1137" y="5849"/>
                    <a:pt x="836" y="5615"/>
                    <a:pt x="585" y="5347"/>
                  </a:cubicBezTo>
                  <a:cubicBezTo>
                    <a:pt x="318" y="5030"/>
                    <a:pt x="168" y="4646"/>
                    <a:pt x="184" y="4228"/>
                  </a:cubicBezTo>
                  <a:cubicBezTo>
                    <a:pt x="168" y="3743"/>
                    <a:pt x="418" y="3275"/>
                    <a:pt x="819" y="2991"/>
                  </a:cubicBezTo>
                  <a:cubicBezTo>
                    <a:pt x="1057" y="2841"/>
                    <a:pt x="1324" y="2766"/>
                    <a:pt x="1597" y="2766"/>
                  </a:cubicBezTo>
                  <a:cubicBezTo>
                    <a:pt x="1688" y="2766"/>
                    <a:pt x="1780" y="2774"/>
                    <a:pt x="1872" y="2791"/>
                  </a:cubicBezTo>
                  <a:lnTo>
                    <a:pt x="1955" y="2808"/>
                  </a:lnTo>
                  <a:lnTo>
                    <a:pt x="1972" y="2724"/>
                  </a:lnTo>
                  <a:cubicBezTo>
                    <a:pt x="2139" y="1939"/>
                    <a:pt x="2273" y="1270"/>
                    <a:pt x="2356" y="786"/>
                  </a:cubicBezTo>
                  <a:cubicBezTo>
                    <a:pt x="2406" y="535"/>
                    <a:pt x="2457" y="268"/>
                    <a:pt x="24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9"/>
            <p:cNvSpPr/>
            <p:nvPr/>
          </p:nvSpPr>
          <p:spPr>
            <a:xfrm>
              <a:off x="7561907" y="2549221"/>
              <a:ext cx="17188" cy="133465"/>
            </a:xfrm>
            <a:custGeom>
              <a:avLst/>
              <a:gdLst/>
              <a:ahLst/>
              <a:cxnLst/>
              <a:rect l="l" t="t" r="r" b="b"/>
              <a:pathLst>
                <a:path w="536" h="4162" extrusionOk="0">
                  <a:moveTo>
                    <a:pt x="485" y="1"/>
                  </a:moveTo>
                  <a:cubicBezTo>
                    <a:pt x="435" y="1"/>
                    <a:pt x="218" y="920"/>
                    <a:pt x="134" y="2073"/>
                  </a:cubicBezTo>
                  <a:cubicBezTo>
                    <a:pt x="51" y="3225"/>
                    <a:pt x="1" y="4144"/>
                    <a:pt x="34" y="4144"/>
                  </a:cubicBezTo>
                  <a:lnTo>
                    <a:pt x="34" y="4161"/>
                  </a:lnTo>
                  <a:cubicBezTo>
                    <a:pt x="84" y="4161"/>
                    <a:pt x="218" y="3225"/>
                    <a:pt x="301" y="2089"/>
                  </a:cubicBezTo>
                  <a:cubicBezTo>
                    <a:pt x="385" y="936"/>
                    <a:pt x="535" y="17"/>
                    <a:pt x="4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9"/>
            <p:cNvSpPr/>
            <p:nvPr/>
          </p:nvSpPr>
          <p:spPr>
            <a:xfrm>
              <a:off x="7401698" y="2540114"/>
              <a:ext cx="166687" cy="75038"/>
            </a:xfrm>
            <a:custGeom>
              <a:avLst/>
              <a:gdLst/>
              <a:ahLst/>
              <a:cxnLst/>
              <a:rect l="l" t="t" r="r" b="b"/>
              <a:pathLst>
                <a:path w="5198" h="2340" extrusionOk="0">
                  <a:moveTo>
                    <a:pt x="1" y="1"/>
                  </a:moveTo>
                  <a:lnTo>
                    <a:pt x="1" y="1"/>
                  </a:lnTo>
                  <a:cubicBezTo>
                    <a:pt x="235" y="168"/>
                    <a:pt x="469" y="318"/>
                    <a:pt x="719" y="435"/>
                  </a:cubicBezTo>
                  <a:cubicBezTo>
                    <a:pt x="1187" y="669"/>
                    <a:pt x="1822" y="986"/>
                    <a:pt x="2541" y="1304"/>
                  </a:cubicBezTo>
                  <a:cubicBezTo>
                    <a:pt x="3259" y="1638"/>
                    <a:pt x="3927" y="1905"/>
                    <a:pt x="4412" y="2089"/>
                  </a:cubicBezTo>
                  <a:cubicBezTo>
                    <a:pt x="4662" y="2206"/>
                    <a:pt x="4930" y="2290"/>
                    <a:pt x="5197" y="2340"/>
                  </a:cubicBezTo>
                  <a:cubicBezTo>
                    <a:pt x="4963" y="2206"/>
                    <a:pt x="4713" y="2072"/>
                    <a:pt x="4462" y="1972"/>
                  </a:cubicBezTo>
                  <a:cubicBezTo>
                    <a:pt x="3927" y="1738"/>
                    <a:pt x="3309" y="1454"/>
                    <a:pt x="2607" y="1154"/>
                  </a:cubicBezTo>
                  <a:lnTo>
                    <a:pt x="786" y="318"/>
                  </a:lnTo>
                  <a:cubicBezTo>
                    <a:pt x="535" y="184"/>
                    <a:pt x="268" y="8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9"/>
            <p:cNvSpPr/>
            <p:nvPr/>
          </p:nvSpPr>
          <p:spPr>
            <a:xfrm>
              <a:off x="8016272" y="2332766"/>
              <a:ext cx="8081" cy="57914"/>
            </a:xfrm>
            <a:custGeom>
              <a:avLst/>
              <a:gdLst/>
              <a:ahLst/>
              <a:cxnLst/>
              <a:rect l="l" t="t" r="r" b="b"/>
              <a:pathLst>
                <a:path w="252" h="1806" extrusionOk="0">
                  <a:moveTo>
                    <a:pt x="51" y="0"/>
                  </a:moveTo>
                  <a:cubicBezTo>
                    <a:pt x="1" y="0"/>
                    <a:pt x="1" y="418"/>
                    <a:pt x="34" y="919"/>
                  </a:cubicBezTo>
                  <a:cubicBezTo>
                    <a:pt x="83" y="1411"/>
                    <a:pt x="148" y="1805"/>
                    <a:pt x="198" y="1805"/>
                  </a:cubicBezTo>
                  <a:cubicBezTo>
                    <a:pt x="199" y="1805"/>
                    <a:pt x="200" y="1805"/>
                    <a:pt x="201" y="1805"/>
                  </a:cubicBezTo>
                  <a:cubicBezTo>
                    <a:pt x="251" y="1805"/>
                    <a:pt x="251" y="1404"/>
                    <a:pt x="201" y="903"/>
                  </a:cubicBezTo>
                  <a:cubicBezTo>
                    <a:pt x="168" y="401"/>
                    <a:pt x="101" y="0"/>
                    <a:pt x="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9"/>
            <p:cNvSpPr/>
            <p:nvPr/>
          </p:nvSpPr>
          <p:spPr>
            <a:xfrm>
              <a:off x="8006106" y="2437530"/>
              <a:ext cx="46081" cy="18727"/>
            </a:xfrm>
            <a:custGeom>
              <a:avLst/>
              <a:gdLst/>
              <a:ahLst/>
              <a:cxnLst/>
              <a:rect l="l" t="t" r="r" b="b"/>
              <a:pathLst>
                <a:path w="1437" h="584" extrusionOk="0">
                  <a:moveTo>
                    <a:pt x="1393" y="1"/>
                  </a:moveTo>
                  <a:cubicBezTo>
                    <a:pt x="1304" y="1"/>
                    <a:pt x="1013" y="81"/>
                    <a:pt x="685" y="209"/>
                  </a:cubicBezTo>
                  <a:cubicBezTo>
                    <a:pt x="301" y="359"/>
                    <a:pt x="0" y="526"/>
                    <a:pt x="33" y="576"/>
                  </a:cubicBezTo>
                  <a:cubicBezTo>
                    <a:pt x="36" y="581"/>
                    <a:pt x="45" y="584"/>
                    <a:pt x="60" y="584"/>
                  </a:cubicBezTo>
                  <a:cubicBezTo>
                    <a:pt x="145" y="584"/>
                    <a:pt x="424" y="504"/>
                    <a:pt x="752" y="376"/>
                  </a:cubicBezTo>
                  <a:cubicBezTo>
                    <a:pt x="1136" y="209"/>
                    <a:pt x="1437" y="58"/>
                    <a:pt x="1420" y="8"/>
                  </a:cubicBezTo>
                  <a:cubicBezTo>
                    <a:pt x="1418" y="3"/>
                    <a:pt x="1408" y="1"/>
                    <a:pt x="13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9"/>
            <p:cNvSpPr/>
            <p:nvPr/>
          </p:nvSpPr>
          <p:spPr>
            <a:xfrm>
              <a:off x="7942869" y="2382567"/>
              <a:ext cx="9139" cy="42393"/>
            </a:xfrm>
            <a:custGeom>
              <a:avLst/>
              <a:gdLst/>
              <a:ahLst/>
              <a:cxnLst/>
              <a:rect l="l" t="t" r="r" b="b"/>
              <a:pathLst>
                <a:path w="285" h="1322" extrusionOk="0">
                  <a:moveTo>
                    <a:pt x="38" y="1"/>
                  </a:moveTo>
                  <a:cubicBezTo>
                    <a:pt x="37" y="1"/>
                    <a:pt x="35" y="1"/>
                    <a:pt x="34" y="1"/>
                  </a:cubicBezTo>
                  <a:cubicBezTo>
                    <a:pt x="0" y="18"/>
                    <a:pt x="51" y="302"/>
                    <a:pt x="84" y="670"/>
                  </a:cubicBezTo>
                  <a:cubicBezTo>
                    <a:pt x="117" y="1021"/>
                    <a:pt x="134" y="1305"/>
                    <a:pt x="184" y="1321"/>
                  </a:cubicBezTo>
                  <a:cubicBezTo>
                    <a:pt x="234" y="1321"/>
                    <a:pt x="285" y="1021"/>
                    <a:pt x="251" y="636"/>
                  </a:cubicBezTo>
                  <a:cubicBezTo>
                    <a:pt x="202" y="279"/>
                    <a:pt x="91" y="1"/>
                    <a:pt x="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9"/>
            <p:cNvSpPr/>
            <p:nvPr/>
          </p:nvSpPr>
          <p:spPr>
            <a:xfrm>
              <a:off x="7936969" y="2489127"/>
              <a:ext cx="23089" cy="44061"/>
            </a:xfrm>
            <a:custGeom>
              <a:avLst/>
              <a:gdLst/>
              <a:ahLst/>
              <a:cxnLst/>
              <a:rect l="l" t="t" r="r" b="b"/>
              <a:pathLst>
                <a:path w="720" h="1374" extrusionOk="0">
                  <a:moveTo>
                    <a:pt x="43" y="0"/>
                  </a:moveTo>
                  <a:cubicBezTo>
                    <a:pt x="39" y="0"/>
                    <a:pt x="36" y="1"/>
                    <a:pt x="34" y="3"/>
                  </a:cubicBezTo>
                  <a:cubicBezTo>
                    <a:pt x="1" y="37"/>
                    <a:pt x="218" y="304"/>
                    <a:pt x="385" y="672"/>
                  </a:cubicBezTo>
                  <a:cubicBezTo>
                    <a:pt x="552" y="1039"/>
                    <a:pt x="619" y="1373"/>
                    <a:pt x="652" y="1373"/>
                  </a:cubicBezTo>
                  <a:cubicBezTo>
                    <a:pt x="702" y="1373"/>
                    <a:pt x="719" y="1006"/>
                    <a:pt x="535" y="605"/>
                  </a:cubicBezTo>
                  <a:cubicBezTo>
                    <a:pt x="363" y="229"/>
                    <a:pt x="103" y="0"/>
                    <a:pt x="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9"/>
            <p:cNvSpPr/>
            <p:nvPr/>
          </p:nvSpPr>
          <p:spPr>
            <a:xfrm>
              <a:off x="7977695" y="2564902"/>
              <a:ext cx="47171" cy="27867"/>
            </a:xfrm>
            <a:custGeom>
              <a:avLst/>
              <a:gdLst/>
              <a:ahLst/>
              <a:cxnLst/>
              <a:rect l="l" t="t" r="r" b="b"/>
              <a:pathLst>
                <a:path w="1471" h="869" extrusionOk="0">
                  <a:moveTo>
                    <a:pt x="1418" y="0"/>
                  </a:moveTo>
                  <a:cubicBezTo>
                    <a:pt x="1314" y="0"/>
                    <a:pt x="1003" y="105"/>
                    <a:pt x="669" y="314"/>
                  </a:cubicBezTo>
                  <a:cubicBezTo>
                    <a:pt x="268" y="548"/>
                    <a:pt x="1" y="832"/>
                    <a:pt x="34" y="865"/>
                  </a:cubicBezTo>
                  <a:cubicBezTo>
                    <a:pt x="36" y="867"/>
                    <a:pt x="40" y="868"/>
                    <a:pt x="45" y="868"/>
                  </a:cubicBezTo>
                  <a:cubicBezTo>
                    <a:pt x="109" y="868"/>
                    <a:pt x="395" y="666"/>
                    <a:pt x="752" y="464"/>
                  </a:cubicBezTo>
                  <a:cubicBezTo>
                    <a:pt x="1137" y="230"/>
                    <a:pt x="1471" y="63"/>
                    <a:pt x="1454" y="13"/>
                  </a:cubicBezTo>
                  <a:cubicBezTo>
                    <a:pt x="1451" y="5"/>
                    <a:pt x="1439" y="0"/>
                    <a:pt x="14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9"/>
            <p:cNvSpPr/>
            <p:nvPr/>
          </p:nvSpPr>
          <p:spPr>
            <a:xfrm>
              <a:off x="7889284" y="2580295"/>
              <a:ext cx="20940" cy="53072"/>
            </a:xfrm>
            <a:custGeom>
              <a:avLst/>
              <a:gdLst/>
              <a:ahLst/>
              <a:cxnLst/>
              <a:rect l="l" t="t" r="r" b="b"/>
              <a:pathLst>
                <a:path w="653" h="1655" extrusionOk="0">
                  <a:moveTo>
                    <a:pt x="37" y="0"/>
                  </a:moveTo>
                  <a:cubicBezTo>
                    <a:pt x="36" y="0"/>
                    <a:pt x="35" y="0"/>
                    <a:pt x="34" y="1"/>
                  </a:cubicBezTo>
                  <a:cubicBezTo>
                    <a:pt x="1" y="34"/>
                    <a:pt x="151" y="385"/>
                    <a:pt x="318" y="836"/>
                  </a:cubicBezTo>
                  <a:cubicBezTo>
                    <a:pt x="468" y="1287"/>
                    <a:pt x="569" y="1655"/>
                    <a:pt x="619" y="1655"/>
                  </a:cubicBezTo>
                  <a:cubicBezTo>
                    <a:pt x="652" y="1638"/>
                    <a:pt x="636" y="1237"/>
                    <a:pt x="468" y="769"/>
                  </a:cubicBezTo>
                  <a:cubicBezTo>
                    <a:pt x="305" y="329"/>
                    <a:pt x="79" y="0"/>
                    <a:pt x="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9"/>
            <p:cNvSpPr/>
            <p:nvPr/>
          </p:nvSpPr>
          <p:spPr>
            <a:xfrm>
              <a:off x="7978240" y="2646642"/>
              <a:ext cx="42874" cy="13084"/>
            </a:xfrm>
            <a:custGeom>
              <a:avLst/>
              <a:gdLst/>
              <a:ahLst/>
              <a:cxnLst/>
              <a:rect l="l" t="t" r="r" b="b"/>
              <a:pathLst>
                <a:path w="1337" h="408" extrusionOk="0">
                  <a:moveTo>
                    <a:pt x="1250" y="1"/>
                  </a:moveTo>
                  <a:cubicBezTo>
                    <a:pt x="1138" y="1"/>
                    <a:pt x="904" y="47"/>
                    <a:pt x="635" y="121"/>
                  </a:cubicBezTo>
                  <a:cubicBezTo>
                    <a:pt x="284" y="221"/>
                    <a:pt x="0" y="355"/>
                    <a:pt x="17" y="388"/>
                  </a:cubicBezTo>
                  <a:cubicBezTo>
                    <a:pt x="17" y="401"/>
                    <a:pt x="40" y="408"/>
                    <a:pt x="80" y="408"/>
                  </a:cubicBezTo>
                  <a:cubicBezTo>
                    <a:pt x="189" y="408"/>
                    <a:pt x="428" y="361"/>
                    <a:pt x="685" y="288"/>
                  </a:cubicBezTo>
                  <a:cubicBezTo>
                    <a:pt x="1053" y="187"/>
                    <a:pt x="1337" y="54"/>
                    <a:pt x="1320" y="20"/>
                  </a:cubicBezTo>
                  <a:cubicBezTo>
                    <a:pt x="1316" y="7"/>
                    <a:pt x="1291" y="1"/>
                    <a:pt x="12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9"/>
            <p:cNvSpPr/>
            <p:nvPr/>
          </p:nvSpPr>
          <p:spPr>
            <a:xfrm>
              <a:off x="7902143" y="2282580"/>
              <a:ext cx="49865" cy="23057"/>
            </a:xfrm>
            <a:custGeom>
              <a:avLst/>
              <a:gdLst/>
              <a:ahLst/>
              <a:cxnLst/>
              <a:rect l="l" t="t" r="r" b="b"/>
              <a:pathLst>
                <a:path w="1555" h="719" extrusionOk="0">
                  <a:moveTo>
                    <a:pt x="45" y="1"/>
                  </a:moveTo>
                  <a:cubicBezTo>
                    <a:pt x="29" y="1"/>
                    <a:pt x="20" y="4"/>
                    <a:pt x="17" y="12"/>
                  </a:cubicBezTo>
                  <a:cubicBezTo>
                    <a:pt x="1" y="45"/>
                    <a:pt x="318" y="245"/>
                    <a:pt x="736" y="446"/>
                  </a:cubicBezTo>
                  <a:cubicBezTo>
                    <a:pt x="1120" y="609"/>
                    <a:pt x="1439" y="719"/>
                    <a:pt x="1519" y="719"/>
                  </a:cubicBezTo>
                  <a:cubicBezTo>
                    <a:pt x="1530" y="719"/>
                    <a:pt x="1536" y="717"/>
                    <a:pt x="1538" y="713"/>
                  </a:cubicBezTo>
                  <a:cubicBezTo>
                    <a:pt x="1555" y="663"/>
                    <a:pt x="1237" y="479"/>
                    <a:pt x="819" y="279"/>
                  </a:cubicBezTo>
                  <a:cubicBezTo>
                    <a:pt x="447" y="122"/>
                    <a:pt x="137" y="1"/>
                    <a:pt x="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9"/>
            <p:cNvSpPr/>
            <p:nvPr/>
          </p:nvSpPr>
          <p:spPr>
            <a:xfrm>
              <a:off x="7966439" y="2209434"/>
              <a:ext cx="37006" cy="45728"/>
            </a:xfrm>
            <a:custGeom>
              <a:avLst/>
              <a:gdLst/>
              <a:ahLst/>
              <a:cxnLst/>
              <a:rect l="l" t="t" r="r" b="b"/>
              <a:pathLst>
                <a:path w="1154" h="1426" extrusionOk="0">
                  <a:moveTo>
                    <a:pt x="43" y="0"/>
                  </a:moveTo>
                  <a:cubicBezTo>
                    <a:pt x="39" y="0"/>
                    <a:pt x="36" y="1"/>
                    <a:pt x="34" y="3"/>
                  </a:cubicBezTo>
                  <a:cubicBezTo>
                    <a:pt x="1" y="37"/>
                    <a:pt x="268" y="338"/>
                    <a:pt x="552" y="722"/>
                  </a:cubicBezTo>
                  <a:cubicBezTo>
                    <a:pt x="839" y="1104"/>
                    <a:pt x="1050" y="1426"/>
                    <a:pt x="1098" y="1426"/>
                  </a:cubicBezTo>
                  <a:cubicBezTo>
                    <a:pt x="1100" y="1426"/>
                    <a:pt x="1102" y="1425"/>
                    <a:pt x="1103" y="1424"/>
                  </a:cubicBezTo>
                  <a:cubicBezTo>
                    <a:pt x="1154" y="1407"/>
                    <a:pt x="1003" y="1023"/>
                    <a:pt x="702" y="622"/>
                  </a:cubicBezTo>
                  <a:cubicBezTo>
                    <a:pt x="404" y="245"/>
                    <a:pt x="105" y="0"/>
                    <a:pt x="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9"/>
            <p:cNvSpPr/>
            <p:nvPr/>
          </p:nvSpPr>
          <p:spPr>
            <a:xfrm>
              <a:off x="7798726" y="2335908"/>
              <a:ext cx="46113" cy="40405"/>
            </a:xfrm>
            <a:custGeom>
              <a:avLst/>
              <a:gdLst/>
              <a:ahLst/>
              <a:cxnLst/>
              <a:rect l="l" t="t" r="r" b="b"/>
              <a:pathLst>
                <a:path w="1438" h="1260" extrusionOk="0">
                  <a:moveTo>
                    <a:pt x="1397" y="0"/>
                  </a:moveTo>
                  <a:cubicBezTo>
                    <a:pt x="1342" y="0"/>
                    <a:pt x="1067" y="288"/>
                    <a:pt x="703" y="621"/>
                  </a:cubicBezTo>
                  <a:cubicBezTo>
                    <a:pt x="335" y="955"/>
                    <a:pt x="1" y="1206"/>
                    <a:pt x="34" y="1256"/>
                  </a:cubicBezTo>
                  <a:cubicBezTo>
                    <a:pt x="35" y="1258"/>
                    <a:pt x="39" y="1259"/>
                    <a:pt x="44" y="1259"/>
                  </a:cubicBezTo>
                  <a:cubicBezTo>
                    <a:pt x="107" y="1259"/>
                    <a:pt x="463" y="1063"/>
                    <a:pt x="820" y="738"/>
                  </a:cubicBezTo>
                  <a:cubicBezTo>
                    <a:pt x="1204" y="387"/>
                    <a:pt x="1438" y="19"/>
                    <a:pt x="1404" y="3"/>
                  </a:cubicBezTo>
                  <a:cubicBezTo>
                    <a:pt x="1403" y="1"/>
                    <a:pt x="1400" y="0"/>
                    <a:pt x="13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9"/>
            <p:cNvSpPr/>
            <p:nvPr/>
          </p:nvSpPr>
          <p:spPr>
            <a:xfrm>
              <a:off x="7698547" y="2275878"/>
              <a:ext cx="37519" cy="50025"/>
            </a:xfrm>
            <a:custGeom>
              <a:avLst/>
              <a:gdLst/>
              <a:ahLst/>
              <a:cxnLst/>
              <a:rect l="l" t="t" r="r" b="b"/>
              <a:pathLst>
                <a:path w="1170" h="1560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0" y="37"/>
                    <a:pt x="251" y="371"/>
                    <a:pt x="552" y="805"/>
                  </a:cubicBezTo>
                  <a:cubicBezTo>
                    <a:pt x="840" y="1205"/>
                    <a:pt x="1066" y="1559"/>
                    <a:pt x="1129" y="1559"/>
                  </a:cubicBezTo>
                  <a:cubicBezTo>
                    <a:pt x="1132" y="1559"/>
                    <a:pt x="1134" y="1559"/>
                    <a:pt x="1137" y="1557"/>
                  </a:cubicBezTo>
                  <a:cubicBezTo>
                    <a:pt x="1170" y="1541"/>
                    <a:pt x="1003" y="1140"/>
                    <a:pt x="702" y="705"/>
                  </a:cubicBezTo>
                  <a:cubicBezTo>
                    <a:pt x="402" y="278"/>
                    <a:pt x="101" y="1"/>
                    <a:pt x="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9"/>
            <p:cNvSpPr/>
            <p:nvPr/>
          </p:nvSpPr>
          <p:spPr>
            <a:xfrm>
              <a:off x="7763387" y="2461356"/>
              <a:ext cx="51468" cy="5387"/>
            </a:xfrm>
            <a:custGeom>
              <a:avLst/>
              <a:gdLst/>
              <a:ahLst/>
              <a:cxnLst/>
              <a:rect l="l" t="t" r="r" b="b"/>
              <a:pathLst>
                <a:path w="1605" h="168" extrusionOk="0">
                  <a:moveTo>
                    <a:pt x="802" y="0"/>
                  </a:moveTo>
                  <a:cubicBezTo>
                    <a:pt x="351" y="0"/>
                    <a:pt x="0" y="34"/>
                    <a:pt x="0" y="84"/>
                  </a:cubicBezTo>
                  <a:cubicBezTo>
                    <a:pt x="0" y="134"/>
                    <a:pt x="351" y="168"/>
                    <a:pt x="802" y="168"/>
                  </a:cubicBezTo>
                  <a:cubicBezTo>
                    <a:pt x="1237" y="168"/>
                    <a:pt x="1604" y="134"/>
                    <a:pt x="1604" y="84"/>
                  </a:cubicBezTo>
                  <a:cubicBezTo>
                    <a:pt x="1604" y="34"/>
                    <a:pt x="1237" y="0"/>
                    <a:pt x="8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9"/>
            <p:cNvSpPr/>
            <p:nvPr/>
          </p:nvSpPr>
          <p:spPr>
            <a:xfrm>
              <a:off x="7666928" y="2370798"/>
              <a:ext cx="10197" cy="56856"/>
            </a:xfrm>
            <a:custGeom>
              <a:avLst/>
              <a:gdLst/>
              <a:ahLst/>
              <a:cxnLst/>
              <a:rect l="l" t="t" r="r" b="b"/>
              <a:pathLst>
                <a:path w="318" h="1773" extrusionOk="0">
                  <a:moveTo>
                    <a:pt x="187" y="0"/>
                  </a:moveTo>
                  <a:cubicBezTo>
                    <a:pt x="186" y="0"/>
                    <a:pt x="185" y="0"/>
                    <a:pt x="184" y="1"/>
                  </a:cubicBezTo>
                  <a:cubicBezTo>
                    <a:pt x="134" y="1"/>
                    <a:pt x="151" y="402"/>
                    <a:pt x="118" y="886"/>
                  </a:cubicBezTo>
                  <a:cubicBezTo>
                    <a:pt x="84" y="1371"/>
                    <a:pt x="1" y="1755"/>
                    <a:pt x="51" y="1772"/>
                  </a:cubicBezTo>
                  <a:cubicBezTo>
                    <a:pt x="52" y="1772"/>
                    <a:pt x="53" y="1772"/>
                    <a:pt x="54" y="1772"/>
                  </a:cubicBezTo>
                  <a:cubicBezTo>
                    <a:pt x="107" y="1772"/>
                    <a:pt x="252" y="1393"/>
                    <a:pt x="285" y="886"/>
                  </a:cubicBezTo>
                  <a:cubicBezTo>
                    <a:pt x="317" y="395"/>
                    <a:pt x="238" y="0"/>
                    <a:pt x="1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9"/>
            <p:cNvSpPr/>
            <p:nvPr/>
          </p:nvSpPr>
          <p:spPr>
            <a:xfrm>
              <a:off x="7643359" y="2522830"/>
              <a:ext cx="52527" cy="27803"/>
            </a:xfrm>
            <a:custGeom>
              <a:avLst/>
              <a:gdLst/>
              <a:ahLst/>
              <a:cxnLst/>
              <a:rect l="l" t="t" r="r" b="b"/>
              <a:pathLst>
                <a:path w="1638" h="867" extrusionOk="0">
                  <a:moveTo>
                    <a:pt x="1607" y="0"/>
                  </a:moveTo>
                  <a:cubicBezTo>
                    <a:pt x="1532" y="0"/>
                    <a:pt x="1180" y="144"/>
                    <a:pt x="786" y="356"/>
                  </a:cubicBezTo>
                  <a:cubicBezTo>
                    <a:pt x="335" y="606"/>
                    <a:pt x="0" y="824"/>
                    <a:pt x="17" y="857"/>
                  </a:cubicBezTo>
                  <a:cubicBezTo>
                    <a:pt x="21" y="864"/>
                    <a:pt x="31" y="867"/>
                    <a:pt x="46" y="867"/>
                  </a:cubicBezTo>
                  <a:cubicBezTo>
                    <a:pt x="147" y="867"/>
                    <a:pt x="476" y="724"/>
                    <a:pt x="869" y="506"/>
                  </a:cubicBezTo>
                  <a:cubicBezTo>
                    <a:pt x="1304" y="272"/>
                    <a:pt x="1638" y="55"/>
                    <a:pt x="1621" y="5"/>
                  </a:cubicBezTo>
                  <a:cubicBezTo>
                    <a:pt x="1620" y="2"/>
                    <a:pt x="1615" y="0"/>
                    <a:pt x="16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9"/>
            <p:cNvSpPr/>
            <p:nvPr/>
          </p:nvSpPr>
          <p:spPr>
            <a:xfrm>
              <a:off x="7575857" y="2487876"/>
              <a:ext cx="31105" cy="16835"/>
            </a:xfrm>
            <a:custGeom>
              <a:avLst/>
              <a:gdLst/>
              <a:ahLst/>
              <a:cxnLst/>
              <a:rect l="l" t="t" r="r" b="b"/>
              <a:pathLst>
                <a:path w="970" h="525" extrusionOk="0">
                  <a:moveTo>
                    <a:pt x="49" y="0"/>
                  </a:moveTo>
                  <a:cubicBezTo>
                    <a:pt x="33" y="0"/>
                    <a:pt x="22" y="3"/>
                    <a:pt x="17" y="9"/>
                  </a:cubicBezTo>
                  <a:cubicBezTo>
                    <a:pt x="0" y="59"/>
                    <a:pt x="184" y="193"/>
                    <a:pt x="451" y="343"/>
                  </a:cubicBezTo>
                  <a:cubicBezTo>
                    <a:pt x="652" y="450"/>
                    <a:pt x="842" y="525"/>
                    <a:pt x="918" y="525"/>
                  </a:cubicBezTo>
                  <a:cubicBezTo>
                    <a:pt x="937" y="525"/>
                    <a:pt x="949" y="520"/>
                    <a:pt x="952" y="510"/>
                  </a:cubicBezTo>
                  <a:cubicBezTo>
                    <a:pt x="969" y="477"/>
                    <a:pt x="785" y="326"/>
                    <a:pt x="518" y="193"/>
                  </a:cubicBezTo>
                  <a:cubicBezTo>
                    <a:pt x="310" y="68"/>
                    <a:pt x="125" y="0"/>
                    <a:pt x="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9"/>
            <p:cNvSpPr/>
            <p:nvPr/>
          </p:nvSpPr>
          <p:spPr>
            <a:xfrm>
              <a:off x="7763387" y="2545405"/>
              <a:ext cx="27354" cy="57978"/>
            </a:xfrm>
            <a:custGeom>
              <a:avLst/>
              <a:gdLst/>
              <a:ahLst/>
              <a:cxnLst/>
              <a:rect l="l" t="t" r="r" b="b"/>
              <a:pathLst>
                <a:path w="853" h="1808" extrusionOk="0">
                  <a:moveTo>
                    <a:pt x="39" y="1"/>
                  </a:moveTo>
                  <a:cubicBezTo>
                    <a:pt x="37" y="1"/>
                    <a:pt x="35" y="1"/>
                    <a:pt x="34" y="3"/>
                  </a:cubicBezTo>
                  <a:cubicBezTo>
                    <a:pt x="0" y="19"/>
                    <a:pt x="217" y="404"/>
                    <a:pt x="418" y="905"/>
                  </a:cubicBezTo>
                  <a:cubicBezTo>
                    <a:pt x="631" y="1397"/>
                    <a:pt x="747" y="1808"/>
                    <a:pt x="799" y="1808"/>
                  </a:cubicBezTo>
                  <a:cubicBezTo>
                    <a:pt x="800" y="1808"/>
                    <a:pt x="801" y="1808"/>
                    <a:pt x="802" y="1807"/>
                  </a:cubicBezTo>
                  <a:cubicBezTo>
                    <a:pt x="852" y="1807"/>
                    <a:pt x="802" y="1356"/>
                    <a:pt x="585" y="838"/>
                  </a:cubicBezTo>
                  <a:cubicBezTo>
                    <a:pt x="377" y="343"/>
                    <a:pt x="93" y="1"/>
                    <a:pt x="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39"/>
            <p:cNvSpPr/>
            <p:nvPr/>
          </p:nvSpPr>
          <p:spPr>
            <a:xfrm>
              <a:off x="7676581" y="2587253"/>
              <a:ext cx="25750" cy="69170"/>
            </a:xfrm>
            <a:custGeom>
              <a:avLst/>
              <a:gdLst/>
              <a:ahLst/>
              <a:cxnLst/>
              <a:rect l="l" t="t" r="r" b="b"/>
              <a:pathLst>
                <a:path w="803" h="2157" extrusionOk="0">
                  <a:moveTo>
                    <a:pt x="752" y="1"/>
                  </a:moveTo>
                  <a:cubicBezTo>
                    <a:pt x="702" y="1"/>
                    <a:pt x="619" y="502"/>
                    <a:pt x="418" y="1087"/>
                  </a:cubicBezTo>
                  <a:cubicBezTo>
                    <a:pt x="234" y="1672"/>
                    <a:pt x="0" y="2123"/>
                    <a:pt x="50" y="2156"/>
                  </a:cubicBezTo>
                  <a:cubicBezTo>
                    <a:pt x="51" y="2157"/>
                    <a:pt x="52" y="2157"/>
                    <a:pt x="53" y="2157"/>
                  </a:cubicBezTo>
                  <a:cubicBezTo>
                    <a:pt x="95" y="2157"/>
                    <a:pt x="388" y="1743"/>
                    <a:pt x="585" y="1137"/>
                  </a:cubicBezTo>
                  <a:cubicBezTo>
                    <a:pt x="786" y="536"/>
                    <a:pt x="802" y="1"/>
                    <a:pt x="7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9"/>
            <p:cNvSpPr/>
            <p:nvPr/>
          </p:nvSpPr>
          <p:spPr>
            <a:xfrm>
              <a:off x="7599426" y="2618231"/>
              <a:ext cx="15553" cy="32837"/>
            </a:xfrm>
            <a:custGeom>
              <a:avLst/>
              <a:gdLst/>
              <a:ahLst/>
              <a:cxnLst/>
              <a:rect l="l" t="t" r="r" b="b"/>
              <a:pathLst>
                <a:path w="485" h="1024" extrusionOk="0">
                  <a:moveTo>
                    <a:pt x="44" y="0"/>
                  </a:moveTo>
                  <a:cubicBezTo>
                    <a:pt x="40" y="0"/>
                    <a:pt x="36" y="1"/>
                    <a:pt x="34" y="4"/>
                  </a:cubicBezTo>
                  <a:cubicBezTo>
                    <a:pt x="0" y="37"/>
                    <a:pt x="117" y="238"/>
                    <a:pt x="217" y="505"/>
                  </a:cubicBezTo>
                  <a:cubicBezTo>
                    <a:pt x="318" y="789"/>
                    <a:pt x="368" y="1023"/>
                    <a:pt x="418" y="1023"/>
                  </a:cubicBezTo>
                  <a:cubicBezTo>
                    <a:pt x="451" y="1023"/>
                    <a:pt x="485" y="756"/>
                    <a:pt x="385" y="455"/>
                  </a:cubicBezTo>
                  <a:cubicBezTo>
                    <a:pt x="277" y="178"/>
                    <a:pt x="98" y="0"/>
                    <a:pt x="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9"/>
            <p:cNvSpPr/>
            <p:nvPr/>
          </p:nvSpPr>
          <p:spPr>
            <a:xfrm>
              <a:off x="7485298" y="2526261"/>
              <a:ext cx="49865" cy="18118"/>
            </a:xfrm>
            <a:custGeom>
              <a:avLst/>
              <a:gdLst/>
              <a:ahLst/>
              <a:cxnLst/>
              <a:rect l="l" t="t" r="r" b="b"/>
              <a:pathLst>
                <a:path w="1555" h="565" extrusionOk="0">
                  <a:moveTo>
                    <a:pt x="64" y="0"/>
                  </a:moveTo>
                  <a:cubicBezTo>
                    <a:pt x="37" y="0"/>
                    <a:pt x="20" y="5"/>
                    <a:pt x="17" y="15"/>
                  </a:cubicBezTo>
                  <a:cubicBezTo>
                    <a:pt x="0" y="48"/>
                    <a:pt x="318" y="215"/>
                    <a:pt x="736" y="366"/>
                  </a:cubicBezTo>
                  <a:cubicBezTo>
                    <a:pt x="1071" y="487"/>
                    <a:pt x="1374" y="564"/>
                    <a:pt x="1489" y="564"/>
                  </a:cubicBezTo>
                  <a:cubicBezTo>
                    <a:pt x="1517" y="564"/>
                    <a:pt x="1534" y="559"/>
                    <a:pt x="1538" y="550"/>
                  </a:cubicBezTo>
                  <a:cubicBezTo>
                    <a:pt x="1554" y="516"/>
                    <a:pt x="1220" y="349"/>
                    <a:pt x="802" y="199"/>
                  </a:cubicBezTo>
                  <a:cubicBezTo>
                    <a:pt x="467" y="78"/>
                    <a:pt x="175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9"/>
            <p:cNvSpPr/>
            <p:nvPr/>
          </p:nvSpPr>
          <p:spPr>
            <a:xfrm>
              <a:off x="7474042" y="2406681"/>
              <a:ext cx="18792" cy="52013"/>
            </a:xfrm>
            <a:custGeom>
              <a:avLst/>
              <a:gdLst/>
              <a:ahLst/>
              <a:cxnLst/>
              <a:rect l="l" t="t" r="r" b="b"/>
              <a:pathLst>
                <a:path w="586" h="1622" extrusionOk="0">
                  <a:moveTo>
                    <a:pt x="38" y="1"/>
                  </a:moveTo>
                  <a:cubicBezTo>
                    <a:pt x="37" y="1"/>
                    <a:pt x="35" y="1"/>
                    <a:pt x="34" y="1"/>
                  </a:cubicBezTo>
                  <a:cubicBezTo>
                    <a:pt x="0" y="35"/>
                    <a:pt x="151" y="369"/>
                    <a:pt x="285" y="820"/>
                  </a:cubicBezTo>
                  <a:cubicBezTo>
                    <a:pt x="418" y="1254"/>
                    <a:pt x="468" y="1622"/>
                    <a:pt x="518" y="1622"/>
                  </a:cubicBezTo>
                  <a:cubicBezTo>
                    <a:pt x="569" y="1622"/>
                    <a:pt x="585" y="1221"/>
                    <a:pt x="452" y="770"/>
                  </a:cubicBezTo>
                  <a:cubicBezTo>
                    <a:pt x="305" y="314"/>
                    <a:pt x="95" y="1"/>
                    <a:pt x="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9"/>
            <p:cNvSpPr/>
            <p:nvPr/>
          </p:nvSpPr>
          <p:spPr>
            <a:xfrm>
              <a:off x="7523330" y="2394496"/>
              <a:ext cx="56311" cy="10069"/>
            </a:xfrm>
            <a:custGeom>
              <a:avLst/>
              <a:gdLst/>
              <a:ahLst/>
              <a:cxnLst/>
              <a:rect l="l" t="t" r="r" b="b"/>
              <a:pathLst>
                <a:path w="1756" h="314" extrusionOk="0">
                  <a:moveTo>
                    <a:pt x="1692" y="0"/>
                  </a:moveTo>
                  <a:cubicBezTo>
                    <a:pt x="1574" y="0"/>
                    <a:pt x="1249" y="76"/>
                    <a:pt x="869" y="131"/>
                  </a:cubicBezTo>
                  <a:cubicBezTo>
                    <a:pt x="402" y="181"/>
                    <a:pt x="17" y="181"/>
                    <a:pt x="1" y="231"/>
                  </a:cubicBezTo>
                  <a:cubicBezTo>
                    <a:pt x="1" y="257"/>
                    <a:pt x="244" y="313"/>
                    <a:pt x="580" y="313"/>
                  </a:cubicBezTo>
                  <a:cubicBezTo>
                    <a:pt x="676" y="313"/>
                    <a:pt x="779" y="309"/>
                    <a:pt x="886" y="298"/>
                  </a:cubicBezTo>
                  <a:cubicBezTo>
                    <a:pt x="1387" y="231"/>
                    <a:pt x="1755" y="47"/>
                    <a:pt x="1738" y="14"/>
                  </a:cubicBezTo>
                  <a:cubicBezTo>
                    <a:pt x="1735" y="4"/>
                    <a:pt x="1719" y="0"/>
                    <a:pt x="16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9"/>
            <p:cNvSpPr/>
            <p:nvPr/>
          </p:nvSpPr>
          <p:spPr>
            <a:xfrm>
              <a:off x="7525479" y="2296754"/>
              <a:ext cx="37006" cy="37679"/>
            </a:xfrm>
            <a:custGeom>
              <a:avLst/>
              <a:gdLst/>
              <a:ahLst/>
              <a:cxnLst/>
              <a:rect l="l" t="t" r="r" b="b"/>
              <a:pathLst>
                <a:path w="1154" h="1175" extrusionOk="0">
                  <a:moveTo>
                    <a:pt x="43" y="0"/>
                  </a:moveTo>
                  <a:cubicBezTo>
                    <a:pt x="38" y="0"/>
                    <a:pt x="35" y="1"/>
                    <a:pt x="34" y="4"/>
                  </a:cubicBezTo>
                  <a:cubicBezTo>
                    <a:pt x="0" y="54"/>
                    <a:pt x="268" y="288"/>
                    <a:pt x="569" y="589"/>
                  </a:cubicBezTo>
                  <a:cubicBezTo>
                    <a:pt x="861" y="897"/>
                    <a:pt x="1074" y="1174"/>
                    <a:pt x="1117" y="1174"/>
                  </a:cubicBezTo>
                  <a:cubicBezTo>
                    <a:pt x="1118" y="1174"/>
                    <a:pt x="1119" y="1174"/>
                    <a:pt x="1120" y="1174"/>
                  </a:cubicBezTo>
                  <a:cubicBezTo>
                    <a:pt x="1153" y="1140"/>
                    <a:pt x="1003" y="806"/>
                    <a:pt x="686" y="472"/>
                  </a:cubicBezTo>
                  <a:cubicBezTo>
                    <a:pt x="408" y="179"/>
                    <a:pt x="103" y="0"/>
                    <a:pt x="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9"/>
            <p:cNvSpPr/>
            <p:nvPr/>
          </p:nvSpPr>
          <p:spPr>
            <a:xfrm>
              <a:off x="7631045" y="2235249"/>
              <a:ext cx="13949" cy="48807"/>
            </a:xfrm>
            <a:custGeom>
              <a:avLst/>
              <a:gdLst/>
              <a:ahLst/>
              <a:cxnLst/>
              <a:rect l="l" t="t" r="r" b="b"/>
              <a:pathLst>
                <a:path w="435" h="1522" extrusionOk="0">
                  <a:moveTo>
                    <a:pt x="384" y="0"/>
                  </a:moveTo>
                  <a:cubicBezTo>
                    <a:pt x="351" y="0"/>
                    <a:pt x="234" y="318"/>
                    <a:pt x="134" y="752"/>
                  </a:cubicBezTo>
                  <a:cubicBezTo>
                    <a:pt x="33" y="1170"/>
                    <a:pt x="0" y="1504"/>
                    <a:pt x="33" y="1521"/>
                  </a:cubicBezTo>
                  <a:cubicBezTo>
                    <a:pt x="35" y="1521"/>
                    <a:pt x="36" y="1522"/>
                    <a:pt x="37" y="1522"/>
                  </a:cubicBezTo>
                  <a:cubicBezTo>
                    <a:pt x="89" y="1522"/>
                    <a:pt x="203" y="1193"/>
                    <a:pt x="301" y="786"/>
                  </a:cubicBezTo>
                  <a:cubicBezTo>
                    <a:pt x="401" y="368"/>
                    <a:pt x="434" y="17"/>
                    <a:pt x="3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9"/>
            <p:cNvSpPr/>
            <p:nvPr/>
          </p:nvSpPr>
          <p:spPr>
            <a:xfrm>
              <a:off x="7977695" y="2810219"/>
              <a:ext cx="21998" cy="16835"/>
            </a:xfrm>
            <a:custGeom>
              <a:avLst/>
              <a:gdLst/>
              <a:ahLst/>
              <a:cxnLst/>
              <a:rect l="l" t="t" r="r" b="b"/>
              <a:pathLst>
                <a:path w="686" h="525" extrusionOk="0">
                  <a:moveTo>
                    <a:pt x="60" y="1"/>
                  </a:moveTo>
                  <a:cubicBezTo>
                    <a:pt x="46" y="1"/>
                    <a:pt x="37" y="6"/>
                    <a:pt x="34" y="15"/>
                  </a:cubicBezTo>
                  <a:cubicBezTo>
                    <a:pt x="1" y="49"/>
                    <a:pt x="117" y="183"/>
                    <a:pt x="285" y="333"/>
                  </a:cubicBezTo>
                  <a:cubicBezTo>
                    <a:pt x="441" y="447"/>
                    <a:pt x="585" y="524"/>
                    <a:pt x="645" y="524"/>
                  </a:cubicBezTo>
                  <a:cubicBezTo>
                    <a:pt x="656" y="524"/>
                    <a:pt x="664" y="522"/>
                    <a:pt x="669" y="517"/>
                  </a:cubicBezTo>
                  <a:cubicBezTo>
                    <a:pt x="686" y="483"/>
                    <a:pt x="569" y="333"/>
                    <a:pt x="402" y="199"/>
                  </a:cubicBezTo>
                  <a:cubicBezTo>
                    <a:pt x="254" y="79"/>
                    <a:pt x="117" y="1"/>
                    <a:pt x="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9"/>
            <p:cNvSpPr/>
            <p:nvPr/>
          </p:nvSpPr>
          <p:spPr>
            <a:xfrm>
              <a:off x="7576370" y="2868902"/>
              <a:ext cx="63814" cy="6157"/>
            </a:xfrm>
            <a:custGeom>
              <a:avLst/>
              <a:gdLst/>
              <a:ahLst/>
              <a:cxnLst/>
              <a:rect l="l" t="t" r="r" b="b"/>
              <a:pathLst>
                <a:path w="1990" h="192" extrusionOk="0">
                  <a:moveTo>
                    <a:pt x="1401" y="0"/>
                  </a:moveTo>
                  <a:cubicBezTo>
                    <a:pt x="1275" y="0"/>
                    <a:pt x="1134" y="2"/>
                    <a:pt x="987" y="7"/>
                  </a:cubicBezTo>
                  <a:cubicBezTo>
                    <a:pt x="435" y="23"/>
                    <a:pt x="1" y="90"/>
                    <a:pt x="1" y="140"/>
                  </a:cubicBezTo>
                  <a:cubicBezTo>
                    <a:pt x="1" y="173"/>
                    <a:pt x="189" y="191"/>
                    <a:pt x="471" y="191"/>
                  </a:cubicBezTo>
                  <a:cubicBezTo>
                    <a:pt x="625" y="191"/>
                    <a:pt x="808" y="186"/>
                    <a:pt x="1003" y="174"/>
                  </a:cubicBezTo>
                  <a:cubicBezTo>
                    <a:pt x="1538" y="157"/>
                    <a:pt x="1989" y="90"/>
                    <a:pt x="1989" y="40"/>
                  </a:cubicBezTo>
                  <a:cubicBezTo>
                    <a:pt x="1989" y="16"/>
                    <a:pt x="1747" y="0"/>
                    <a:pt x="1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9"/>
            <p:cNvSpPr/>
            <p:nvPr/>
          </p:nvSpPr>
          <p:spPr>
            <a:xfrm>
              <a:off x="7829286" y="2619385"/>
              <a:ext cx="196125" cy="114770"/>
            </a:xfrm>
            <a:custGeom>
              <a:avLst/>
              <a:gdLst/>
              <a:ahLst/>
              <a:cxnLst/>
              <a:rect l="l" t="t" r="r" b="b"/>
              <a:pathLst>
                <a:path w="6116" h="3579" extrusionOk="0">
                  <a:moveTo>
                    <a:pt x="21" y="0"/>
                  </a:moveTo>
                  <a:cubicBezTo>
                    <a:pt x="19" y="0"/>
                    <a:pt x="18" y="1"/>
                    <a:pt x="17" y="1"/>
                  </a:cubicBezTo>
                  <a:cubicBezTo>
                    <a:pt x="0" y="52"/>
                    <a:pt x="1337" y="870"/>
                    <a:pt x="3008" y="1856"/>
                  </a:cubicBezTo>
                  <a:cubicBezTo>
                    <a:pt x="4660" y="2821"/>
                    <a:pt x="6008" y="3578"/>
                    <a:pt x="6095" y="3578"/>
                  </a:cubicBezTo>
                  <a:cubicBezTo>
                    <a:pt x="6097" y="3578"/>
                    <a:pt x="6098" y="3578"/>
                    <a:pt x="6099" y="3577"/>
                  </a:cubicBezTo>
                  <a:cubicBezTo>
                    <a:pt x="6116" y="3527"/>
                    <a:pt x="4779" y="2692"/>
                    <a:pt x="3108" y="1722"/>
                  </a:cubicBezTo>
                  <a:cubicBezTo>
                    <a:pt x="1456" y="757"/>
                    <a:pt x="108" y="0"/>
                    <a:pt x="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9"/>
            <p:cNvSpPr/>
            <p:nvPr/>
          </p:nvSpPr>
          <p:spPr>
            <a:xfrm>
              <a:off x="7260248" y="2870698"/>
              <a:ext cx="834813" cy="1756401"/>
            </a:xfrm>
            <a:custGeom>
              <a:avLst/>
              <a:gdLst/>
              <a:ahLst/>
              <a:cxnLst/>
              <a:rect l="l" t="t" r="r" b="b"/>
              <a:pathLst>
                <a:path w="26033" h="54772" extrusionOk="0">
                  <a:moveTo>
                    <a:pt x="24145" y="1"/>
                  </a:moveTo>
                  <a:lnTo>
                    <a:pt x="9575" y="3693"/>
                  </a:lnTo>
                  <a:lnTo>
                    <a:pt x="3844" y="28556"/>
                  </a:lnTo>
                  <a:lnTo>
                    <a:pt x="1" y="54771"/>
                  </a:lnTo>
                  <a:lnTo>
                    <a:pt x="4596" y="54771"/>
                  </a:lnTo>
                  <a:cubicBezTo>
                    <a:pt x="4596" y="54771"/>
                    <a:pt x="10210" y="31797"/>
                    <a:pt x="10527" y="29592"/>
                  </a:cubicBezTo>
                  <a:cubicBezTo>
                    <a:pt x="10778" y="27787"/>
                    <a:pt x="19483" y="15991"/>
                    <a:pt x="22925" y="10728"/>
                  </a:cubicBezTo>
                  <a:cubicBezTo>
                    <a:pt x="23643" y="9608"/>
                    <a:pt x="24211" y="8856"/>
                    <a:pt x="24379" y="8505"/>
                  </a:cubicBezTo>
                  <a:cubicBezTo>
                    <a:pt x="26033" y="5114"/>
                    <a:pt x="24312" y="17"/>
                    <a:pt x="241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9"/>
            <p:cNvSpPr/>
            <p:nvPr/>
          </p:nvSpPr>
          <p:spPr>
            <a:xfrm>
              <a:off x="7529776" y="3736553"/>
              <a:ext cx="79335" cy="247048"/>
            </a:xfrm>
            <a:custGeom>
              <a:avLst/>
              <a:gdLst/>
              <a:ahLst/>
              <a:cxnLst/>
              <a:rect l="l" t="t" r="r" b="b"/>
              <a:pathLst>
                <a:path w="2474" h="7704" extrusionOk="0">
                  <a:moveTo>
                    <a:pt x="1003" y="1"/>
                  </a:moveTo>
                  <a:cubicBezTo>
                    <a:pt x="1003" y="1"/>
                    <a:pt x="84" y="3777"/>
                    <a:pt x="50" y="5347"/>
                  </a:cubicBezTo>
                  <a:cubicBezTo>
                    <a:pt x="0" y="6233"/>
                    <a:pt x="351" y="7102"/>
                    <a:pt x="1003" y="7703"/>
                  </a:cubicBezTo>
                  <a:lnTo>
                    <a:pt x="1404" y="6400"/>
                  </a:lnTo>
                  <a:cubicBezTo>
                    <a:pt x="1404" y="6400"/>
                    <a:pt x="1203" y="6049"/>
                    <a:pt x="1253" y="4963"/>
                  </a:cubicBezTo>
                  <a:cubicBezTo>
                    <a:pt x="1320" y="3994"/>
                    <a:pt x="2473" y="920"/>
                    <a:pt x="2473" y="920"/>
                  </a:cubicBezTo>
                  <a:lnTo>
                    <a:pt x="1003" y="1"/>
                  </a:ln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9"/>
            <p:cNvSpPr/>
            <p:nvPr/>
          </p:nvSpPr>
          <p:spPr>
            <a:xfrm>
              <a:off x="7553345" y="3273626"/>
              <a:ext cx="721230" cy="1208816"/>
            </a:xfrm>
            <a:custGeom>
              <a:avLst/>
              <a:gdLst/>
              <a:ahLst/>
              <a:cxnLst/>
              <a:rect l="l" t="t" r="r" b="b"/>
              <a:pathLst>
                <a:path w="22491" h="37696" extrusionOk="0">
                  <a:moveTo>
                    <a:pt x="4545" y="1"/>
                  </a:moveTo>
                  <a:cubicBezTo>
                    <a:pt x="4545" y="1"/>
                    <a:pt x="0" y="17778"/>
                    <a:pt x="385" y="20268"/>
                  </a:cubicBezTo>
                  <a:cubicBezTo>
                    <a:pt x="736" y="22457"/>
                    <a:pt x="19315" y="37695"/>
                    <a:pt x="19315" y="37695"/>
                  </a:cubicBezTo>
                  <a:lnTo>
                    <a:pt x="22490" y="33919"/>
                  </a:lnTo>
                  <a:lnTo>
                    <a:pt x="7369" y="18196"/>
                  </a:lnTo>
                  <a:lnTo>
                    <a:pt x="12198" y="201"/>
                  </a:lnTo>
                  <a:lnTo>
                    <a:pt x="45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9"/>
            <p:cNvSpPr/>
            <p:nvPr/>
          </p:nvSpPr>
          <p:spPr>
            <a:xfrm>
              <a:off x="8088135" y="4338267"/>
              <a:ext cx="193399" cy="239095"/>
            </a:xfrm>
            <a:custGeom>
              <a:avLst/>
              <a:gdLst/>
              <a:ahLst/>
              <a:cxnLst/>
              <a:rect l="l" t="t" r="r" b="b"/>
              <a:pathLst>
                <a:path w="6031" h="7456" extrusionOk="0">
                  <a:moveTo>
                    <a:pt x="5128" y="0"/>
                  </a:moveTo>
                  <a:lnTo>
                    <a:pt x="1736" y="4027"/>
                  </a:lnTo>
                  <a:cubicBezTo>
                    <a:pt x="1736" y="4027"/>
                    <a:pt x="0" y="7455"/>
                    <a:pt x="468" y="7455"/>
                  </a:cubicBezTo>
                  <a:cubicBezTo>
                    <a:pt x="500" y="7455"/>
                    <a:pt x="544" y="7438"/>
                    <a:pt x="600" y="7402"/>
                  </a:cubicBezTo>
                  <a:cubicBezTo>
                    <a:pt x="1369" y="6901"/>
                    <a:pt x="4092" y="3459"/>
                    <a:pt x="4877" y="2406"/>
                  </a:cubicBezTo>
                  <a:lnTo>
                    <a:pt x="6030" y="853"/>
                  </a:lnTo>
                  <a:lnTo>
                    <a:pt x="51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9"/>
            <p:cNvSpPr/>
            <p:nvPr/>
          </p:nvSpPr>
          <p:spPr>
            <a:xfrm>
              <a:off x="8098236" y="4363953"/>
              <a:ext cx="182753" cy="209561"/>
            </a:xfrm>
            <a:custGeom>
              <a:avLst/>
              <a:gdLst/>
              <a:ahLst/>
              <a:cxnLst/>
              <a:rect l="l" t="t" r="r" b="b"/>
              <a:pathLst>
                <a:path w="5699" h="6535" extrusionOk="0">
                  <a:moveTo>
                    <a:pt x="5664" y="1"/>
                  </a:moveTo>
                  <a:cubicBezTo>
                    <a:pt x="5602" y="1"/>
                    <a:pt x="4327" y="1426"/>
                    <a:pt x="2791" y="3209"/>
                  </a:cubicBezTo>
                  <a:cubicBezTo>
                    <a:pt x="1237" y="5014"/>
                    <a:pt x="1" y="6501"/>
                    <a:pt x="34" y="6534"/>
                  </a:cubicBezTo>
                  <a:cubicBezTo>
                    <a:pt x="35" y="6535"/>
                    <a:pt x="35" y="6535"/>
                    <a:pt x="35" y="6535"/>
                  </a:cubicBezTo>
                  <a:cubicBezTo>
                    <a:pt x="83" y="6535"/>
                    <a:pt x="1363" y="5104"/>
                    <a:pt x="2908" y="3310"/>
                  </a:cubicBezTo>
                  <a:cubicBezTo>
                    <a:pt x="4462" y="1522"/>
                    <a:pt x="5699" y="35"/>
                    <a:pt x="5665" y="1"/>
                  </a:cubicBezTo>
                  <a:cubicBezTo>
                    <a:pt x="5665" y="1"/>
                    <a:pt x="5664" y="1"/>
                    <a:pt x="56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9"/>
            <p:cNvSpPr/>
            <p:nvPr/>
          </p:nvSpPr>
          <p:spPr>
            <a:xfrm>
              <a:off x="8246132" y="4347727"/>
              <a:ext cx="16098" cy="50057"/>
            </a:xfrm>
            <a:custGeom>
              <a:avLst/>
              <a:gdLst/>
              <a:ahLst/>
              <a:cxnLst/>
              <a:rect l="l" t="t" r="r" b="b"/>
              <a:pathLst>
                <a:path w="502" h="1561" extrusionOk="0">
                  <a:moveTo>
                    <a:pt x="471" y="1"/>
                  </a:moveTo>
                  <a:cubicBezTo>
                    <a:pt x="437" y="1"/>
                    <a:pt x="344" y="30"/>
                    <a:pt x="251" y="123"/>
                  </a:cubicBezTo>
                  <a:cubicBezTo>
                    <a:pt x="117" y="290"/>
                    <a:pt x="34" y="491"/>
                    <a:pt x="17" y="708"/>
                  </a:cubicBezTo>
                  <a:cubicBezTo>
                    <a:pt x="1" y="925"/>
                    <a:pt x="34" y="1126"/>
                    <a:pt x="84" y="1326"/>
                  </a:cubicBezTo>
                  <a:cubicBezTo>
                    <a:pt x="134" y="1477"/>
                    <a:pt x="184" y="1560"/>
                    <a:pt x="201" y="1560"/>
                  </a:cubicBezTo>
                  <a:cubicBezTo>
                    <a:pt x="218" y="1543"/>
                    <a:pt x="218" y="1460"/>
                    <a:pt x="201" y="1309"/>
                  </a:cubicBezTo>
                  <a:cubicBezTo>
                    <a:pt x="168" y="1109"/>
                    <a:pt x="168" y="925"/>
                    <a:pt x="168" y="725"/>
                  </a:cubicBezTo>
                  <a:cubicBezTo>
                    <a:pt x="184" y="541"/>
                    <a:pt x="251" y="357"/>
                    <a:pt x="351" y="207"/>
                  </a:cubicBezTo>
                  <a:cubicBezTo>
                    <a:pt x="418" y="90"/>
                    <a:pt x="502" y="23"/>
                    <a:pt x="485" y="6"/>
                  </a:cubicBezTo>
                  <a:cubicBezTo>
                    <a:pt x="485" y="3"/>
                    <a:pt x="480" y="1"/>
                    <a:pt x="4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9"/>
            <p:cNvSpPr/>
            <p:nvPr/>
          </p:nvSpPr>
          <p:spPr>
            <a:xfrm>
              <a:off x="8138962" y="4473271"/>
              <a:ext cx="24147" cy="5932"/>
            </a:xfrm>
            <a:custGeom>
              <a:avLst/>
              <a:gdLst/>
              <a:ahLst/>
              <a:cxnLst/>
              <a:rect l="l" t="t" r="r" b="b"/>
              <a:pathLst>
                <a:path w="753" h="185" extrusionOk="0">
                  <a:moveTo>
                    <a:pt x="368" y="1"/>
                  </a:moveTo>
                  <a:cubicBezTo>
                    <a:pt x="168" y="18"/>
                    <a:pt x="1" y="85"/>
                    <a:pt x="18" y="135"/>
                  </a:cubicBezTo>
                  <a:cubicBezTo>
                    <a:pt x="18" y="185"/>
                    <a:pt x="185" y="185"/>
                    <a:pt x="385" y="185"/>
                  </a:cubicBezTo>
                  <a:cubicBezTo>
                    <a:pt x="569" y="168"/>
                    <a:pt x="736" y="168"/>
                    <a:pt x="736" y="118"/>
                  </a:cubicBezTo>
                  <a:cubicBezTo>
                    <a:pt x="753" y="68"/>
                    <a:pt x="586" y="1"/>
                    <a:pt x="3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9"/>
            <p:cNvSpPr/>
            <p:nvPr/>
          </p:nvSpPr>
          <p:spPr>
            <a:xfrm>
              <a:off x="8133094" y="4486547"/>
              <a:ext cx="22511" cy="5516"/>
            </a:xfrm>
            <a:custGeom>
              <a:avLst/>
              <a:gdLst/>
              <a:ahLst/>
              <a:cxnLst/>
              <a:rect l="l" t="t" r="r" b="b"/>
              <a:pathLst>
                <a:path w="702" h="172" extrusionOk="0">
                  <a:moveTo>
                    <a:pt x="446" y="0"/>
                  </a:moveTo>
                  <a:cubicBezTo>
                    <a:pt x="415" y="0"/>
                    <a:pt x="383" y="2"/>
                    <a:pt x="351" y="5"/>
                  </a:cubicBezTo>
                  <a:cubicBezTo>
                    <a:pt x="150" y="5"/>
                    <a:pt x="0" y="38"/>
                    <a:pt x="0" y="88"/>
                  </a:cubicBezTo>
                  <a:cubicBezTo>
                    <a:pt x="0" y="138"/>
                    <a:pt x="167" y="172"/>
                    <a:pt x="351" y="172"/>
                  </a:cubicBezTo>
                  <a:cubicBezTo>
                    <a:pt x="535" y="155"/>
                    <a:pt x="702" y="122"/>
                    <a:pt x="702" y="72"/>
                  </a:cubicBezTo>
                  <a:cubicBezTo>
                    <a:pt x="702" y="30"/>
                    <a:pt x="589" y="0"/>
                    <a:pt x="4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9"/>
            <p:cNvSpPr/>
            <p:nvPr/>
          </p:nvSpPr>
          <p:spPr>
            <a:xfrm>
              <a:off x="8128251" y="4498028"/>
              <a:ext cx="18246" cy="6157"/>
            </a:xfrm>
            <a:custGeom>
              <a:avLst/>
              <a:gdLst/>
              <a:ahLst/>
              <a:cxnLst/>
              <a:rect l="l" t="t" r="r" b="b"/>
              <a:pathLst>
                <a:path w="569" h="192" extrusionOk="0">
                  <a:moveTo>
                    <a:pt x="165" y="1"/>
                  </a:moveTo>
                  <a:cubicBezTo>
                    <a:pt x="70" y="1"/>
                    <a:pt x="1" y="28"/>
                    <a:pt x="1" y="64"/>
                  </a:cubicBezTo>
                  <a:cubicBezTo>
                    <a:pt x="1" y="115"/>
                    <a:pt x="118" y="148"/>
                    <a:pt x="268" y="181"/>
                  </a:cubicBezTo>
                  <a:cubicBezTo>
                    <a:pt x="323" y="187"/>
                    <a:pt x="374" y="191"/>
                    <a:pt x="416" y="191"/>
                  </a:cubicBezTo>
                  <a:cubicBezTo>
                    <a:pt x="491" y="191"/>
                    <a:pt x="541" y="180"/>
                    <a:pt x="552" y="148"/>
                  </a:cubicBezTo>
                  <a:cubicBezTo>
                    <a:pt x="569" y="98"/>
                    <a:pt x="452" y="31"/>
                    <a:pt x="285" y="14"/>
                  </a:cubicBezTo>
                  <a:cubicBezTo>
                    <a:pt x="243" y="5"/>
                    <a:pt x="202" y="1"/>
                    <a:pt x="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9"/>
            <p:cNvSpPr/>
            <p:nvPr/>
          </p:nvSpPr>
          <p:spPr>
            <a:xfrm>
              <a:off x="8091278" y="4442198"/>
              <a:ext cx="50410" cy="36493"/>
            </a:xfrm>
            <a:custGeom>
              <a:avLst/>
              <a:gdLst/>
              <a:ahLst/>
              <a:cxnLst/>
              <a:rect l="l" t="t" r="r" b="b"/>
              <a:pathLst>
                <a:path w="1572" h="1138" extrusionOk="0">
                  <a:moveTo>
                    <a:pt x="349" y="178"/>
                  </a:moveTo>
                  <a:cubicBezTo>
                    <a:pt x="392" y="178"/>
                    <a:pt x="440" y="186"/>
                    <a:pt x="485" y="201"/>
                  </a:cubicBezTo>
                  <a:cubicBezTo>
                    <a:pt x="586" y="235"/>
                    <a:pt x="686" y="285"/>
                    <a:pt x="786" y="335"/>
                  </a:cubicBezTo>
                  <a:cubicBezTo>
                    <a:pt x="936" y="435"/>
                    <a:pt x="1070" y="569"/>
                    <a:pt x="1187" y="719"/>
                  </a:cubicBezTo>
                  <a:cubicBezTo>
                    <a:pt x="1285" y="833"/>
                    <a:pt x="1360" y="929"/>
                    <a:pt x="1415" y="1001"/>
                  </a:cubicBezTo>
                  <a:lnTo>
                    <a:pt x="1415" y="1001"/>
                  </a:lnTo>
                  <a:cubicBezTo>
                    <a:pt x="1305" y="946"/>
                    <a:pt x="1195" y="904"/>
                    <a:pt x="1070" y="870"/>
                  </a:cubicBezTo>
                  <a:cubicBezTo>
                    <a:pt x="903" y="786"/>
                    <a:pt x="736" y="703"/>
                    <a:pt x="569" y="602"/>
                  </a:cubicBezTo>
                  <a:cubicBezTo>
                    <a:pt x="469" y="552"/>
                    <a:pt x="385" y="485"/>
                    <a:pt x="285" y="419"/>
                  </a:cubicBezTo>
                  <a:cubicBezTo>
                    <a:pt x="218" y="368"/>
                    <a:pt x="185" y="268"/>
                    <a:pt x="235" y="218"/>
                  </a:cubicBezTo>
                  <a:cubicBezTo>
                    <a:pt x="253" y="190"/>
                    <a:pt x="297" y="178"/>
                    <a:pt x="349" y="178"/>
                  </a:cubicBezTo>
                  <a:close/>
                  <a:moveTo>
                    <a:pt x="335" y="1"/>
                  </a:moveTo>
                  <a:cubicBezTo>
                    <a:pt x="251" y="1"/>
                    <a:pt x="168" y="34"/>
                    <a:pt x="101" y="101"/>
                  </a:cubicBezTo>
                  <a:cubicBezTo>
                    <a:pt x="1" y="252"/>
                    <a:pt x="34" y="452"/>
                    <a:pt x="185" y="552"/>
                  </a:cubicBezTo>
                  <a:cubicBezTo>
                    <a:pt x="268" y="619"/>
                    <a:pt x="385" y="686"/>
                    <a:pt x="485" y="753"/>
                  </a:cubicBezTo>
                  <a:cubicBezTo>
                    <a:pt x="652" y="836"/>
                    <a:pt x="836" y="920"/>
                    <a:pt x="1037" y="970"/>
                  </a:cubicBezTo>
                  <a:cubicBezTo>
                    <a:pt x="1176" y="1040"/>
                    <a:pt x="1327" y="1074"/>
                    <a:pt x="1480" y="1084"/>
                  </a:cubicBezTo>
                  <a:lnTo>
                    <a:pt x="1480" y="1084"/>
                  </a:lnTo>
                  <a:cubicBezTo>
                    <a:pt x="1508" y="1118"/>
                    <a:pt x="1527" y="1137"/>
                    <a:pt x="1538" y="1137"/>
                  </a:cubicBezTo>
                  <a:cubicBezTo>
                    <a:pt x="1533" y="1120"/>
                    <a:pt x="1528" y="1103"/>
                    <a:pt x="1523" y="1086"/>
                  </a:cubicBezTo>
                  <a:lnTo>
                    <a:pt x="1523" y="1086"/>
                  </a:lnTo>
                  <a:cubicBezTo>
                    <a:pt x="1539" y="1087"/>
                    <a:pt x="1555" y="1087"/>
                    <a:pt x="1571" y="1087"/>
                  </a:cubicBezTo>
                  <a:cubicBezTo>
                    <a:pt x="1551" y="1075"/>
                    <a:pt x="1532" y="1063"/>
                    <a:pt x="1512" y="1052"/>
                  </a:cubicBezTo>
                  <a:lnTo>
                    <a:pt x="1512" y="1052"/>
                  </a:lnTo>
                  <a:cubicBezTo>
                    <a:pt x="1461" y="902"/>
                    <a:pt x="1386" y="763"/>
                    <a:pt x="1287" y="636"/>
                  </a:cubicBezTo>
                  <a:cubicBezTo>
                    <a:pt x="1170" y="469"/>
                    <a:pt x="1037" y="318"/>
                    <a:pt x="870" y="201"/>
                  </a:cubicBezTo>
                  <a:cubicBezTo>
                    <a:pt x="769" y="135"/>
                    <a:pt x="652" y="84"/>
                    <a:pt x="535" y="51"/>
                  </a:cubicBezTo>
                  <a:cubicBezTo>
                    <a:pt x="469" y="18"/>
                    <a:pt x="402" y="18"/>
                    <a:pt x="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9"/>
            <p:cNvSpPr/>
            <p:nvPr/>
          </p:nvSpPr>
          <p:spPr>
            <a:xfrm>
              <a:off x="8081625" y="4470834"/>
              <a:ext cx="57914" cy="23730"/>
            </a:xfrm>
            <a:custGeom>
              <a:avLst/>
              <a:gdLst/>
              <a:ahLst/>
              <a:cxnLst/>
              <a:rect l="l" t="t" r="r" b="b"/>
              <a:pathLst>
                <a:path w="1806" h="740" extrusionOk="0">
                  <a:moveTo>
                    <a:pt x="1034" y="0"/>
                  </a:moveTo>
                  <a:cubicBezTo>
                    <a:pt x="907" y="0"/>
                    <a:pt x="780" y="12"/>
                    <a:pt x="653" y="44"/>
                  </a:cubicBezTo>
                  <a:cubicBezTo>
                    <a:pt x="536" y="60"/>
                    <a:pt x="419" y="94"/>
                    <a:pt x="302" y="144"/>
                  </a:cubicBezTo>
                  <a:cubicBezTo>
                    <a:pt x="235" y="161"/>
                    <a:pt x="168" y="194"/>
                    <a:pt x="118" y="244"/>
                  </a:cubicBezTo>
                  <a:cubicBezTo>
                    <a:pt x="85" y="261"/>
                    <a:pt x="51" y="294"/>
                    <a:pt x="34" y="344"/>
                  </a:cubicBezTo>
                  <a:cubicBezTo>
                    <a:pt x="1" y="394"/>
                    <a:pt x="1" y="445"/>
                    <a:pt x="34" y="495"/>
                  </a:cubicBezTo>
                  <a:cubicBezTo>
                    <a:pt x="118" y="628"/>
                    <a:pt x="252" y="712"/>
                    <a:pt x="419" y="729"/>
                  </a:cubicBezTo>
                  <a:cubicBezTo>
                    <a:pt x="467" y="736"/>
                    <a:pt x="518" y="740"/>
                    <a:pt x="570" y="740"/>
                  </a:cubicBezTo>
                  <a:cubicBezTo>
                    <a:pt x="644" y="740"/>
                    <a:pt x="718" y="731"/>
                    <a:pt x="786" y="712"/>
                  </a:cubicBezTo>
                  <a:cubicBezTo>
                    <a:pt x="987" y="678"/>
                    <a:pt x="1187" y="612"/>
                    <a:pt x="1371" y="511"/>
                  </a:cubicBezTo>
                  <a:cubicBezTo>
                    <a:pt x="1689" y="361"/>
                    <a:pt x="1806" y="161"/>
                    <a:pt x="1789" y="161"/>
                  </a:cubicBezTo>
                  <a:lnTo>
                    <a:pt x="1789" y="161"/>
                  </a:lnTo>
                  <a:cubicBezTo>
                    <a:pt x="1638" y="244"/>
                    <a:pt x="1488" y="328"/>
                    <a:pt x="1321" y="394"/>
                  </a:cubicBezTo>
                  <a:cubicBezTo>
                    <a:pt x="1137" y="478"/>
                    <a:pt x="953" y="528"/>
                    <a:pt x="770" y="562"/>
                  </a:cubicBezTo>
                  <a:cubicBezTo>
                    <a:pt x="711" y="570"/>
                    <a:pt x="657" y="574"/>
                    <a:pt x="602" y="574"/>
                  </a:cubicBezTo>
                  <a:cubicBezTo>
                    <a:pt x="548" y="574"/>
                    <a:pt x="494" y="570"/>
                    <a:pt x="435" y="562"/>
                  </a:cubicBezTo>
                  <a:cubicBezTo>
                    <a:pt x="352" y="545"/>
                    <a:pt x="252" y="511"/>
                    <a:pt x="185" y="428"/>
                  </a:cubicBezTo>
                  <a:cubicBezTo>
                    <a:pt x="151" y="428"/>
                    <a:pt x="268" y="328"/>
                    <a:pt x="369" y="294"/>
                  </a:cubicBezTo>
                  <a:cubicBezTo>
                    <a:pt x="469" y="244"/>
                    <a:pt x="569" y="211"/>
                    <a:pt x="686" y="194"/>
                  </a:cubicBezTo>
                  <a:cubicBezTo>
                    <a:pt x="824" y="156"/>
                    <a:pt x="971" y="138"/>
                    <a:pt x="1114" y="138"/>
                  </a:cubicBezTo>
                  <a:cubicBezTo>
                    <a:pt x="1161" y="138"/>
                    <a:pt x="1208" y="140"/>
                    <a:pt x="1254" y="144"/>
                  </a:cubicBezTo>
                  <a:cubicBezTo>
                    <a:pt x="1346" y="152"/>
                    <a:pt x="1438" y="156"/>
                    <a:pt x="1530" y="156"/>
                  </a:cubicBezTo>
                  <a:cubicBezTo>
                    <a:pt x="1622" y="156"/>
                    <a:pt x="1714" y="152"/>
                    <a:pt x="1806" y="144"/>
                  </a:cubicBezTo>
                  <a:cubicBezTo>
                    <a:pt x="1638" y="60"/>
                    <a:pt x="1455" y="10"/>
                    <a:pt x="1254" y="10"/>
                  </a:cubicBezTo>
                  <a:cubicBezTo>
                    <a:pt x="1181" y="4"/>
                    <a:pt x="1107" y="0"/>
                    <a:pt x="10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9"/>
            <p:cNvSpPr/>
            <p:nvPr/>
          </p:nvSpPr>
          <p:spPr>
            <a:xfrm>
              <a:off x="8144317" y="4338780"/>
              <a:ext cx="109895" cy="125993"/>
            </a:xfrm>
            <a:custGeom>
              <a:avLst/>
              <a:gdLst/>
              <a:ahLst/>
              <a:cxnLst/>
              <a:rect l="l" t="t" r="r" b="b"/>
              <a:pathLst>
                <a:path w="3427" h="3929" extrusionOk="0">
                  <a:moveTo>
                    <a:pt x="3373" y="0"/>
                  </a:moveTo>
                  <a:cubicBezTo>
                    <a:pt x="3298" y="0"/>
                    <a:pt x="2574" y="857"/>
                    <a:pt x="1672" y="1923"/>
                  </a:cubicBezTo>
                  <a:cubicBezTo>
                    <a:pt x="769" y="3025"/>
                    <a:pt x="1" y="3894"/>
                    <a:pt x="51" y="3928"/>
                  </a:cubicBezTo>
                  <a:cubicBezTo>
                    <a:pt x="52" y="3928"/>
                    <a:pt x="53" y="3929"/>
                    <a:pt x="55" y="3929"/>
                  </a:cubicBezTo>
                  <a:cubicBezTo>
                    <a:pt x="134" y="3929"/>
                    <a:pt x="954" y="3121"/>
                    <a:pt x="1839" y="2056"/>
                  </a:cubicBezTo>
                  <a:cubicBezTo>
                    <a:pt x="2758" y="954"/>
                    <a:pt x="3426" y="18"/>
                    <a:pt x="3376" y="1"/>
                  </a:cubicBezTo>
                  <a:cubicBezTo>
                    <a:pt x="3375" y="1"/>
                    <a:pt x="3374" y="0"/>
                    <a:pt x="3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9"/>
            <p:cNvSpPr/>
            <p:nvPr/>
          </p:nvSpPr>
          <p:spPr>
            <a:xfrm>
              <a:off x="7107030" y="4625464"/>
              <a:ext cx="302204" cy="48711"/>
            </a:xfrm>
            <a:custGeom>
              <a:avLst/>
              <a:gdLst/>
              <a:ahLst/>
              <a:cxnLst/>
              <a:rect l="l" t="t" r="r" b="b"/>
              <a:pathLst>
                <a:path w="9424" h="1519" extrusionOk="0">
                  <a:moveTo>
                    <a:pt x="9424" y="0"/>
                  </a:moveTo>
                  <a:lnTo>
                    <a:pt x="4612" y="50"/>
                  </a:lnTo>
                  <a:cubicBezTo>
                    <a:pt x="4612" y="50"/>
                    <a:pt x="0" y="902"/>
                    <a:pt x="1019" y="1237"/>
                  </a:cubicBezTo>
                  <a:cubicBezTo>
                    <a:pt x="1721" y="1462"/>
                    <a:pt x="5111" y="1519"/>
                    <a:pt x="7347" y="1519"/>
                  </a:cubicBezTo>
                  <a:cubicBezTo>
                    <a:pt x="8092" y="1519"/>
                    <a:pt x="8709" y="1512"/>
                    <a:pt x="9056" y="1504"/>
                  </a:cubicBezTo>
                  <a:lnTo>
                    <a:pt x="9374" y="1504"/>
                  </a:lnTo>
                  <a:lnTo>
                    <a:pt x="94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9"/>
            <p:cNvSpPr/>
            <p:nvPr/>
          </p:nvSpPr>
          <p:spPr>
            <a:xfrm>
              <a:off x="7136500" y="4656986"/>
              <a:ext cx="271131" cy="12538"/>
            </a:xfrm>
            <a:custGeom>
              <a:avLst/>
              <a:gdLst/>
              <a:ahLst/>
              <a:cxnLst/>
              <a:rect l="l" t="t" r="r" b="b"/>
              <a:pathLst>
                <a:path w="8455" h="391" extrusionOk="0">
                  <a:moveTo>
                    <a:pt x="379" y="0"/>
                  </a:moveTo>
                  <a:cubicBezTo>
                    <a:pt x="136" y="0"/>
                    <a:pt x="0" y="6"/>
                    <a:pt x="0" y="20"/>
                  </a:cubicBezTo>
                  <a:cubicBezTo>
                    <a:pt x="0" y="53"/>
                    <a:pt x="1888" y="170"/>
                    <a:pt x="4211" y="270"/>
                  </a:cubicBezTo>
                  <a:cubicBezTo>
                    <a:pt x="5923" y="344"/>
                    <a:pt x="7394" y="390"/>
                    <a:pt x="8059" y="390"/>
                  </a:cubicBezTo>
                  <a:cubicBezTo>
                    <a:pt x="8302" y="390"/>
                    <a:pt x="8438" y="384"/>
                    <a:pt x="8438" y="371"/>
                  </a:cubicBezTo>
                  <a:cubicBezTo>
                    <a:pt x="8455" y="320"/>
                    <a:pt x="6550" y="203"/>
                    <a:pt x="4227" y="120"/>
                  </a:cubicBezTo>
                  <a:cubicBezTo>
                    <a:pt x="2515" y="47"/>
                    <a:pt x="1044" y="0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9"/>
            <p:cNvSpPr/>
            <p:nvPr/>
          </p:nvSpPr>
          <p:spPr>
            <a:xfrm>
              <a:off x="7357766" y="4639317"/>
              <a:ext cx="48807" cy="26969"/>
            </a:xfrm>
            <a:custGeom>
              <a:avLst/>
              <a:gdLst/>
              <a:ahLst/>
              <a:cxnLst/>
              <a:rect l="l" t="t" r="r" b="b"/>
              <a:pathLst>
                <a:path w="1522" h="841" extrusionOk="0">
                  <a:moveTo>
                    <a:pt x="1187" y="0"/>
                  </a:moveTo>
                  <a:cubicBezTo>
                    <a:pt x="989" y="0"/>
                    <a:pt x="782" y="65"/>
                    <a:pt x="602" y="170"/>
                  </a:cubicBezTo>
                  <a:cubicBezTo>
                    <a:pt x="435" y="287"/>
                    <a:pt x="268" y="437"/>
                    <a:pt x="151" y="604"/>
                  </a:cubicBezTo>
                  <a:cubicBezTo>
                    <a:pt x="51" y="738"/>
                    <a:pt x="1" y="821"/>
                    <a:pt x="17" y="838"/>
                  </a:cubicBezTo>
                  <a:cubicBezTo>
                    <a:pt x="21" y="840"/>
                    <a:pt x="25" y="841"/>
                    <a:pt x="29" y="841"/>
                  </a:cubicBezTo>
                  <a:cubicBezTo>
                    <a:pt x="65" y="841"/>
                    <a:pt x="130" y="778"/>
                    <a:pt x="235" y="688"/>
                  </a:cubicBezTo>
                  <a:cubicBezTo>
                    <a:pt x="385" y="537"/>
                    <a:pt x="535" y="420"/>
                    <a:pt x="702" y="303"/>
                  </a:cubicBezTo>
                  <a:cubicBezTo>
                    <a:pt x="870" y="203"/>
                    <a:pt x="1070" y="136"/>
                    <a:pt x="1254" y="120"/>
                  </a:cubicBezTo>
                  <a:cubicBezTo>
                    <a:pt x="1288" y="116"/>
                    <a:pt x="1319" y="115"/>
                    <a:pt x="1348" y="115"/>
                  </a:cubicBezTo>
                  <a:cubicBezTo>
                    <a:pt x="1399" y="115"/>
                    <a:pt x="1440" y="118"/>
                    <a:pt x="1470" y="118"/>
                  </a:cubicBezTo>
                  <a:cubicBezTo>
                    <a:pt x="1497" y="118"/>
                    <a:pt x="1515" y="115"/>
                    <a:pt x="1521" y="103"/>
                  </a:cubicBezTo>
                  <a:cubicBezTo>
                    <a:pt x="1521" y="86"/>
                    <a:pt x="1438" y="19"/>
                    <a:pt x="1254" y="3"/>
                  </a:cubicBezTo>
                  <a:cubicBezTo>
                    <a:pt x="1232" y="1"/>
                    <a:pt x="1209" y="0"/>
                    <a:pt x="1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9"/>
            <p:cNvSpPr/>
            <p:nvPr/>
          </p:nvSpPr>
          <p:spPr>
            <a:xfrm>
              <a:off x="7242579" y="4628959"/>
              <a:ext cx="18246" cy="18663"/>
            </a:xfrm>
            <a:custGeom>
              <a:avLst/>
              <a:gdLst/>
              <a:ahLst/>
              <a:cxnLst/>
              <a:rect l="l" t="t" r="r" b="b"/>
              <a:pathLst>
                <a:path w="569" h="582" extrusionOk="0">
                  <a:moveTo>
                    <a:pt x="51" y="1"/>
                  </a:moveTo>
                  <a:cubicBezTo>
                    <a:pt x="42" y="1"/>
                    <a:pt x="36" y="3"/>
                    <a:pt x="34" y="8"/>
                  </a:cubicBezTo>
                  <a:cubicBezTo>
                    <a:pt x="0" y="58"/>
                    <a:pt x="101" y="175"/>
                    <a:pt x="234" y="326"/>
                  </a:cubicBezTo>
                  <a:cubicBezTo>
                    <a:pt x="339" y="460"/>
                    <a:pt x="444" y="581"/>
                    <a:pt x="500" y="581"/>
                  </a:cubicBezTo>
                  <a:cubicBezTo>
                    <a:pt x="507" y="581"/>
                    <a:pt x="513" y="580"/>
                    <a:pt x="518" y="576"/>
                  </a:cubicBezTo>
                  <a:cubicBezTo>
                    <a:pt x="568" y="560"/>
                    <a:pt x="518" y="392"/>
                    <a:pt x="368" y="225"/>
                  </a:cubicBezTo>
                  <a:cubicBezTo>
                    <a:pt x="254" y="83"/>
                    <a:pt x="103" y="1"/>
                    <a:pt x="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9"/>
            <p:cNvSpPr/>
            <p:nvPr/>
          </p:nvSpPr>
          <p:spPr>
            <a:xfrm>
              <a:off x="7228117" y="4631685"/>
              <a:ext cx="17701" cy="17573"/>
            </a:xfrm>
            <a:custGeom>
              <a:avLst/>
              <a:gdLst/>
              <a:ahLst/>
              <a:cxnLst/>
              <a:rect l="l" t="t" r="r" b="b"/>
              <a:pathLst>
                <a:path w="552" h="548" extrusionOk="0">
                  <a:moveTo>
                    <a:pt x="52" y="0"/>
                  </a:moveTo>
                  <a:cubicBezTo>
                    <a:pt x="44" y="0"/>
                    <a:pt x="38" y="2"/>
                    <a:pt x="34" y="7"/>
                  </a:cubicBezTo>
                  <a:cubicBezTo>
                    <a:pt x="0" y="40"/>
                    <a:pt x="67" y="190"/>
                    <a:pt x="201" y="341"/>
                  </a:cubicBezTo>
                  <a:cubicBezTo>
                    <a:pt x="317" y="457"/>
                    <a:pt x="433" y="548"/>
                    <a:pt x="483" y="548"/>
                  </a:cubicBezTo>
                  <a:cubicBezTo>
                    <a:pt x="491" y="548"/>
                    <a:pt x="497" y="546"/>
                    <a:pt x="501" y="541"/>
                  </a:cubicBezTo>
                  <a:cubicBezTo>
                    <a:pt x="552" y="525"/>
                    <a:pt x="468" y="374"/>
                    <a:pt x="334" y="224"/>
                  </a:cubicBezTo>
                  <a:cubicBezTo>
                    <a:pt x="218" y="93"/>
                    <a:pt x="102" y="0"/>
                    <a:pt x="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9"/>
            <p:cNvSpPr/>
            <p:nvPr/>
          </p:nvSpPr>
          <p:spPr>
            <a:xfrm>
              <a:off x="7215771" y="4634507"/>
              <a:ext cx="12378" cy="16226"/>
            </a:xfrm>
            <a:custGeom>
              <a:avLst/>
              <a:gdLst/>
              <a:ahLst/>
              <a:cxnLst/>
              <a:rect l="l" t="t" r="r" b="b"/>
              <a:pathLst>
                <a:path w="386" h="506" extrusionOk="0">
                  <a:moveTo>
                    <a:pt x="49" y="0"/>
                  </a:moveTo>
                  <a:cubicBezTo>
                    <a:pt x="43" y="0"/>
                    <a:pt x="39" y="1"/>
                    <a:pt x="34" y="2"/>
                  </a:cubicBezTo>
                  <a:cubicBezTo>
                    <a:pt x="1" y="36"/>
                    <a:pt x="34" y="153"/>
                    <a:pt x="118" y="286"/>
                  </a:cubicBezTo>
                  <a:cubicBezTo>
                    <a:pt x="195" y="410"/>
                    <a:pt x="273" y="505"/>
                    <a:pt x="324" y="505"/>
                  </a:cubicBezTo>
                  <a:cubicBezTo>
                    <a:pt x="328" y="505"/>
                    <a:pt x="331" y="505"/>
                    <a:pt x="335" y="503"/>
                  </a:cubicBezTo>
                  <a:cubicBezTo>
                    <a:pt x="385" y="487"/>
                    <a:pt x="369" y="353"/>
                    <a:pt x="285" y="203"/>
                  </a:cubicBezTo>
                  <a:cubicBezTo>
                    <a:pt x="209" y="80"/>
                    <a:pt x="104" y="0"/>
                    <a:pt x="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9"/>
            <p:cNvSpPr/>
            <p:nvPr/>
          </p:nvSpPr>
          <p:spPr>
            <a:xfrm>
              <a:off x="7229720" y="4574541"/>
              <a:ext cx="24660" cy="56311"/>
            </a:xfrm>
            <a:custGeom>
              <a:avLst/>
              <a:gdLst/>
              <a:ahLst/>
              <a:cxnLst/>
              <a:rect l="l" t="t" r="r" b="b"/>
              <a:pathLst>
                <a:path w="769" h="1756" extrusionOk="0">
                  <a:moveTo>
                    <a:pt x="318" y="168"/>
                  </a:moveTo>
                  <a:cubicBezTo>
                    <a:pt x="401" y="168"/>
                    <a:pt x="468" y="268"/>
                    <a:pt x="502" y="368"/>
                  </a:cubicBezTo>
                  <a:cubicBezTo>
                    <a:pt x="552" y="469"/>
                    <a:pt x="568" y="569"/>
                    <a:pt x="585" y="686"/>
                  </a:cubicBezTo>
                  <a:cubicBezTo>
                    <a:pt x="602" y="870"/>
                    <a:pt x="585" y="1054"/>
                    <a:pt x="552" y="1237"/>
                  </a:cubicBezTo>
                  <a:cubicBezTo>
                    <a:pt x="507" y="1349"/>
                    <a:pt x="477" y="1469"/>
                    <a:pt x="452" y="1586"/>
                  </a:cubicBezTo>
                  <a:lnTo>
                    <a:pt x="452" y="1586"/>
                  </a:lnTo>
                  <a:cubicBezTo>
                    <a:pt x="427" y="1466"/>
                    <a:pt x="397" y="1352"/>
                    <a:pt x="351" y="1237"/>
                  </a:cubicBezTo>
                  <a:cubicBezTo>
                    <a:pt x="284" y="1054"/>
                    <a:pt x="251" y="870"/>
                    <a:pt x="218" y="669"/>
                  </a:cubicBezTo>
                  <a:cubicBezTo>
                    <a:pt x="201" y="569"/>
                    <a:pt x="201" y="452"/>
                    <a:pt x="201" y="352"/>
                  </a:cubicBezTo>
                  <a:cubicBezTo>
                    <a:pt x="201" y="252"/>
                    <a:pt x="268" y="168"/>
                    <a:pt x="318" y="168"/>
                  </a:cubicBezTo>
                  <a:close/>
                  <a:moveTo>
                    <a:pt x="335" y="1"/>
                  </a:moveTo>
                  <a:cubicBezTo>
                    <a:pt x="151" y="1"/>
                    <a:pt x="0" y="151"/>
                    <a:pt x="17" y="335"/>
                  </a:cubicBezTo>
                  <a:cubicBezTo>
                    <a:pt x="17" y="452"/>
                    <a:pt x="34" y="586"/>
                    <a:pt x="50" y="703"/>
                  </a:cubicBezTo>
                  <a:cubicBezTo>
                    <a:pt x="84" y="903"/>
                    <a:pt x="151" y="1087"/>
                    <a:pt x="218" y="1271"/>
                  </a:cubicBezTo>
                  <a:cubicBezTo>
                    <a:pt x="260" y="1426"/>
                    <a:pt x="338" y="1569"/>
                    <a:pt x="431" y="1690"/>
                  </a:cubicBezTo>
                  <a:lnTo>
                    <a:pt x="431" y="1690"/>
                  </a:lnTo>
                  <a:cubicBezTo>
                    <a:pt x="427" y="1712"/>
                    <a:pt x="422" y="1734"/>
                    <a:pt x="418" y="1755"/>
                  </a:cubicBezTo>
                  <a:cubicBezTo>
                    <a:pt x="430" y="1743"/>
                    <a:pt x="442" y="1731"/>
                    <a:pt x="453" y="1718"/>
                  </a:cubicBezTo>
                  <a:lnTo>
                    <a:pt x="453" y="1718"/>
                  </a:lnTo>
                  <a:cubicBezTo>
                    <a:pt x="464" y="1731"/>
                    <a:pt x="474" y="1743"/>
                    <a:pt x="485" y="1755"/>
                  </a:cubicBezTo>
                  <a:cubicBezTo>
                    <a:pt x="481" y="1735"/>
                    <a:pt x="477" y="1714"/>
                    <a:pt x="474" y="1694"/>
                  </a:cubicBezTo>
                  <a:lnTo>
                    <a:pt x="474" y="1694"/>
                  </a:lnTo>
                  <a:cubicBezTo>
                    <a:pt x="575" y="1572"/>
                    <a:pt x="640" y="1428"/>
                    <a:pt x="669" y="1271"/>
                  </a:cubicBezTo>
                  <a:cubicBezTo>
                    <a:pt x="736" y="1070"/>
                    <a:pt x="769" y="870"/>
                    <a:pt x="752" y="669"/>
                  </a:cubicBezTo>
                  <a:cubicBezTo>
                    <a:pt x="752" y="552"/>
                    <a:pt x="719" y="419"/>
                    <a:pt x="685" y="302"/>
                  </a:cubicBezTo>
                  <a:cubicBezTo>
                    <a:pt x="652" y="235"/>
                    <a:pt x="619" y="185"/>
                    <a:pt x="568" y="118"/>
                  </a:cubicBezTo>
                  <a:cubicBezTo>
                    <a:pt x="518" y="51"/>
                    <a:pt x="435" y="18"/>
                    <a:pt x="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9"/>
            <p:cNvSpPr/>
            <p:nvPr/>
          </p:nvSpPr>
          <p:spPr>
            <a:xfrm>
              <a:off x="7196498" y="4587400"/>
              <a:ext cx="48775" cy="41463"/>
            </a:xfrm>
            <a:custGeom>
              <a:avLst/>
              <a:gdLst/>
              <a:ahLst/>
              <a:cxnLst/>
              <a:rect l="l" t="t" r="r" b="b"/>
              <a:pathLst>
                <a:path w="1521" h="1293" extrusionOk="0">
                  <a:moveTo>
                    <a:pt x="184" y="1"/>
                  </a:moveTo>
                  <a:cubicBezTo>
                    <a:pt x="134" y="18"/>
                    <a:pt x="67" y="51"/>
                    <a:pt x="51" y="101"/>
                  </a:cubicBezTo>
                  <a:cubicBezTo>
                    <a:pt x="0" y="252"/>
                    <a:pt x="17" y="419"/>
                    <a:pt x="117" y="536"/>
                  </a:cubicBezTo>
                  <a:cubicBezTo>
                    <a:pt x="184" y="653"/>
                    <a:pt x="268" y="753"/>
                    <a:pt x="368" y="836"/>
                  </a:cubicBezTo>
                  <a:cubicBezTo>
                    <a:pt x="535" y="970"/>
                    <a:pt x="719" y="1070"/>
                    <a:pt x="919" y="1154"/>
                  </a:cubicBezTo>
                  <a:cubicBezTo>
                    <a:pt x="1134" y="1261"/>
                    <a:pt x="1314" y="1293"/>
                    <a:pt x="1415" y="1293"/>
                  </a:cubicBezTo>
                  <a:cubicBezTo>
                    <a:pt x="1472" y="1293"/>
                    <a:pt x="1504" y="1283"/>
                    <a:pt x="1504" y="1271"/>
                  </a:cubicBezTo>
                  <a:cubicBezTo>
                    <a:pt x="1320" y="1204"/>
                    <a:pt x="1153" y="1137"/>
                    <a:pt x="986" y="1054"/>
                  </a:cubicBezTo>
                  <a:cubicBezTo>
                    <a:pt x="802" y="953"/>
                    <a:pt x="635" y="836"/>
                    <a:pt x="485" y="719"/>
                  </a:cubicBezTo>
                  <a:cubicBezTo>
                    <a:pt x="401" y="636"/>
                    <a:pt x="335" y="552"/>
                    <a:pt x="268" y="469"/>
                  </a:cubicBezTo>
                  <a:cubicBezTo>
                    <a:pt x="218" y="385"/>
                    <a:pt x="184" y="285"/>
                    <a:pt x="201" y="185"/>
                  </a:cubicBezTo>
                  <a:cubicBezTo>
                    <a:pt x="201" y="175"/>
                    <a:pt x="213" y="171"/>
                    <a:pt x="232" y="171"/>
                  </a:cubicBezTo>
                  <a:cubicBezTo>
                    <a:pt x="281" y="171"/>
                    <a:pt x="379" y="199"/>
                    <a:pt x="452" y="235"/>
                  </a:cubicBezTo>
                  <a:cubicBezTo>
                    <a:pt x="552" y="285"/>
                    <a:pt x="652" y="352"/>
                    <a:pt x="736" y="419"/>
                  </a:cubicBezTo>
                  <a:cubicBezTo>
                    <a:pt x="886" y="552"/>
                    <a:pt x="1036" y="686"/>
                    <a:pt x="1153" y="836"/>
                  </a:cubicBezTo>
                  <a:cubicBezTo>
                    <a:pt x="1361" y="1092"/>
                    <a:pt x="1477" y="1272"/>
                    <a:pt x="1516" y="1272"/>
                  </a:cubicBezTo>
                  <a:cubicBezTo>
                    <a:pt x="1518" y="1272"/>
                    <a:pt x="1519" y="1271"/>
                    <a:pt x="1521" y="1271"/>
                  </a:cubicBezTo>
                  <a:cubicBezTo>
                    <a:pt x="1471" y="1087"/>
                    <a:pt x="1387" y="920"/>
                    <a:pt x="1270" y="769"/>
                  </a:cubicBezTo>
                  <a:cubicBezTo>
                    <a:pt x="1153" y="602"/>
                    <a:pt x="1003" y="435"/>
                    <a:pt x="853" y="302"/>
                  </a:cubicBezTo>
                  <a:cubicBezTo>
                    <a:pt x="752" y="218"/>
                    <a:pt x="652" y="151"/>
                    <a:pt x="535" y="84"/>
                  </a:cubicBezTo>
                  <a:cubicBezTo>
                    <a:pt x="468" y="51"/>
                    <a:pt x="401" y="34"/>
                    <a:pt x="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9"/>
            <p:cNvSpPr/>
            <p:nvPr/>
          </p:nvSpPr>
          <p:spPr>
            <a:xfrm>
              <a:off x="7258645" y="4625143"/>
              <a:ext cx="148440" cy="5772"/>
            </a:xfrm>
            <a:custGeom>
              <a:avLst/>
              <a:gdLst/>
              <a:ahLst/>
              <a:cxnLst/>
              <a:rect l="l" t="t" r="r" b="b"/>
              <a:pathLst>
                <a:path w="4629" h="180" extrusionOk="0">
                  <a:moveTo>
                    <a:pt x="3580" y="0"/>
                  </a:moveTo>
                  <a:cubicBezTo>
                    <a:pt x="3215" y="0"/>
                    <a:pt x="2777" y="4"/>
                    <a:pt x="2306" y="10"/>
                  </a:cubicBezTo>
                  <a:cubicBezTo>
                    <a:pt x="1037" y="10"/>
                    <a:pt x="1" y="10"/>
                    <a:pt x="1" y="60"/>
                  </a:cubicBezTo>
                  <a:cubicBezTo>
                    <a:pt x="1" y="91"/>
                    <a:pt x="885" y="179"/>
                    <a:pt x="2021" y="179"/>
                  </a:cubicBezTo>
                  <a:cubicBezTo>
                    <a:pt x="2115" y="179"/>
                    <a:pt x="2210" y="179"/>
                    <a:pt x="2306" y="177"/>
                  </a:cubicBezTo>
                  <a:cubicBezTo>
                    <a:pt x="3593" y="161"/>
                    <a:pt x="4629" y="94"/>
                    <a:pt x="4629" y="44"/>
                  </a:cubicBezTo>
                  <a:cubicBezTo>
                    <a:pt x="4629" y="12"/>
                    <a:pt x="4213" y="0"/>
                    <a:pt x="35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9"/>
            <p:cNvSpPr/>
            <p:nvPr/>
          </p:nvSpPr>
          <p:spPr>
            <a:xfrm>
              <a:off x="7645507" y="1778223"/>
              <a:ext cx="251313" cy="491370"/>
            </a:xfrm>
            <a:custGeom>
              <a:avLst/>
              <a:gdLst/>
              <a:ahLst/>
              <a:cxnLst/>
              <a:rect l="l" t="t" r="r" b="b"/>
              <a:pathLst>
                <a:path w="7837" h="15323" extrusionOk="0">
                  <a:moveTo>
                    <a:pt x="3793" y="0"/>
                  </a:moveTo>
                  <a:lnTo>
                    <a:pt x="134" y="1805"/>
                  </a:lnTo>
                  <a:cubicBezTo>
                    <a:pt x="134" y="1805"/>
                    <a:pt x="0" y="6416"/>
                    <a:pt x="134" y="8405"/>
                  </a:cubicBezTo>
                  <a:cubicBezTo>
                    <a:pt x="251" y="10410"/>
                    <a:pt x="2273" y="10627"/>
                    <a:pt x="2273" y="10627"/>
                  </a:cubicBezTo>
                  <a:cubicBezTo>
                    <a:pt x="2273" y="10627"/>
                    <a:pt x="2256" y="11546"/>
                    <a:pt x="2222" y="12565"/>
                  </a:cubicBezTo>
                  <a:cubicBezTo>
                    <a:pt x="2189" y="14052"/>
                    <a:pt x="3375" y="15272"/>
                    <a:pt x="4846" y="15322"/>
                  </a:cubicBezTo>
                  <a:cubicBezTo>
                    <a:pt x="4866" y="15322"/>
                    <a:pt x="4887" y="15323"/>
                    <a:pt x="4907" y="15323"/>
                  </a:cubicBezTo>
                  <a:cubicBezTo>
                    <a:pt x="6367" y="15323"/>
                    <a:pt x="7570" y="14149"/>
                    <a:pt x="7603" y="12699"/>
                  </a:cubicBezTo>
                  <a:lnTo>
                    <a:pt x="7837" y="3058"/>
                  </a:lnTo>
                  <a:lnTo>
                    <a:pt x="37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9"/>
            <p:cNvSpPr/>
            <p:nvPr/>
          </p:nvSpPr>
          <p:spPr>
            <a:xfrm>
              <a:off x="7613889" y="1735284"/>
              <a:ext cx="377755" cy="204238"/>
            </a:xfrm>
            <a:custGeom>
              <a:avLst/>
              <a:gdLst/>
              <a:ahLst/>
              <a:cxnLst/>
              <a:rect l="l" t="t" r="r" b="b"/>
              <a:pathLst>
                <a:path w="11780" h="6369" extrusionOk="0">
                  <a:moveTo>
                    <a:pt x="5282" y="1"/>
                  </a:moveTo>
                  <a:cubicBezTo>
                    <a:pt x="4488" y="1"/>
                    <a:pt x="3391" y="212"/>
                    <a:pt x="1989" y="1673"/>
                  </a:cubicBezTo>
                  <a:cubicBezTo>
                    <a:pt x="0" y="3728"/>
                    <a:pt x="1086" y="5951"/>
                    <a:pt x="1086" y="5951"/>
                  </a:cubicBezTo>
                  <a:lnTo>
                    <a:pt x="4662" y="2642"/>
                  </a:lnTo>
                  <a:cubicBezTo>
                    <a:pt x="5247" y="5633"/>
                    <a:pt x="8538" y="5951"/>
                    <a:pt x="8538" y="5951"/>
                  </a:cubicBezTo>
                  <a:lnTo>
                    <a:pt x="11780" y="6368"/>
                  </a:lnTo>
                  <a:cubicBezTo>
                    <a:pt x="11730" y="6034"/>
                    <a:pt x="11663" y="5282"/>
                    <a:pt x="11579" y="4982"/>
                  </a:cubicBezTo>
                  <a:cubicBezTo>
                    <a:pt x="10493" y="821"/>
                    <a:pt x="6834" y="36"/>
                    <a:pt x="6099" y="36"/>
                  </a:cubicBezTo>
                  <a:cubicBezTo>
                    <a:pt x="5877" y="36"/>
                    <a:pt x="5605" y="1"/>
                    <a:pt x="52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9"/>
            <p:cNvSpPr/>
            <p:nvPr/>
          </p:nvSpPr>
          <p:spPr>
            <a:xfrm>
              <a:off x="7663176" y="1935193"/>
              <a:ext cx="19337" cy="16675"/>
            </a:xfrm>
            <a:custGeom>
              <a:avLst/>
              <a:gdLst/>
              <a:ahLst/>
              <a:cxnLst/>
              <a:rect l="l" t="t" r="r" b="b"/>
              <a:pathLst>
                <a:path w="603" h="520" extrusionOk="0">
                  <a:moveTo>
                    <a:pt x="268" y="1"/>
                  </a:moveTo>
                  <a:cubicBezTo>
                    <a:pt x="118" y="1"/>
                    <a:pt x="1" y="118"/>
                    <a:pt x="1" y="268"/>
                  </a:cubicBezTo>
                  <a:cubicBezTo>
                    <a:pt x="1" y="418"/>
                    <a:pt x="135" y="520"/>
                    <a:pt x="274" y="520"/>
                  </a:cubicBezTo>
                  <a:cubicBezTo>
                    <a:pt x="336" y="520"/>
                    <a:pt x="400" y="499"/>
                    <a:pt x="452" y="452"/>
                  </a:cubicBezTo>
                  <a:cubicBezTo>
                    <a:pt x="602" y="285"/>
                    <a:pt x="485" y="1"/>
                    <a:pt x="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9"/>
            <p:cNvSpPr/>
            <p:nvPr/>
          </p:nvSpPr>
          <p:spPr>
            <a:xfrm>
              <a:off x="7655128" y="1924771"/>
              <a:ext cx="33254" cy="10069"/>
            </a:xfrm>
            <a:custGeom>
              <a:avLst/>
              <a:gdLst/>
              <a:ahLst/>
              <a:cxnLst/>
              <a:rect l="l" t="t" r="r" b="b"/>
              <a:pathLst>
                <a:path w="1037" h="314" extrusionOk="0">
                  <a:moveTo>
                    <a:pt x="546" y="0"/>
                  </a:moveTo>
                  <a:cubicBezTo>
                    <a:pt x="389" y="0"/>
                    <a:pt x="232" y="56"/>
                    <a:pt x="101" y="159"/>
                  </a:cubicBezTo>
                  <a:cubicBezTo>
                    <a:pt x="18" y="225"/>
                    <a:pt x="1" y="292"/>
                    <a:pt x="18" y="309"/>
                  </a:cubicBezTo>
                  <a:cubicBezTo>
                    <a:pt x="21" y="312"/>
                    <a:pt x="25" y="313"/>
                    <a:pt x="30" y="313"/>
                  </a:cubicBezTo>
                  <a:cubicBezTo>
                    <a:pt x="85" y="313"/>
                    <a:pt x="259" y="175"/>
                    <a:pt x="502" y="175"/>
                  </a:cubicBezTo>
                  <a:cubicBezTo>
                    <a:pt x="531" y="172"/>
                    <a:pt x="559" y="170"/>
                    <a:pt x="586" y="170"/>
                  </a:cubicBezTo>
                  <a:cubicBezTo>
                    <a:pt x="787" y="170"/>
                    <a:pt x="935" y="253"/>
                    <a:pt x="995" y="253"/>
                  </a:cubicBezTo>
                  <a:cubicBezTo>
                    <a:pt x="1007" y="253"/>
                    <a:pt x="1015" y="249"/>
                    <a:pt x="1020" y="242"/>
                  </a:cubicBezTo>
                  <a:cubicBezTo>
                    <a:pt x="1037" y="225"/>
                    <a:pt x="1003" y="175"/>
                    <a:pt x="903" y="109"/>
                  </a:cubicBezTo>
                  <a:cubicBezTo>
                    <a:pt x="793" y="35"/>
                    <a:pt x="669" y="0"/>
                    <a:pt x="5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9"/>
            <p:cNvSpPr/>
            <p:nvPr/>
          </p:nvSpPr>
          <p:spPr>
            <a:xfrm>
              <a:off x="7758545" y="1935193"/>
              <a:ext cx="19337" cy="16675"/>
            </a:xfrm>
            <a:custGeom>
              <a:avLst/>
              <a:gdLst/>
              <a:ahLst/>
              <a:cxnLst/>
              <a:rect l="l" t="t" r="r" b="b"/>
              <a:pathLst>
                <a:path w="603" h="520" extrusionOk="0">
                  <a:moveTo>
                    <a:pt x="251" y="1"/>
                  </a:moveTo>
                  <a:cubicBezTo>
                    <a:pt x="118" y="1"/>
                    <a:pt x="1" y="118"/>
                    <a:pt x="1" y="268"/>
                  </a:cubicBezTo>
                  <a:cubicBezTo>
                    <a:pt x="1" y="418"/>
                    <a:pt x="127" y="520"/>
                    <a:pt x="261" y="520"/>
                  </a:cubicBezTo>
                  <a:cubicBezTo>
                    <a:pt x="321" y="520"/>
                    <a:pt x="383" y="499"/>
                    <a:pt x="435" y="452"/>
                  </a:cubicBezTo>
                  <a:cubicBezTo>
                    <a:pt x="602" y="285"/>
                    <a:pt x="485" y="1"/>
                    <a:pt x="2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9"/>
            <p:cNvSpPr/>
            <p:nvPr/>
          </p:nvSpPr>
          <p:spPr>
            <a:xfrm>
              <a:off x="7752645" y="1924771"/>
              <a:ext cx="33799" cy="10069"/>
            </a:xfrm>
            <a:custGeom>
              <a:avLst/>
              <a:gdLst/>
              <a:ahLst/>
              <a:cxnLst/>
              <a:rect l="l" t="t" r="r" b="b"/>
              <a:pathLst>
                <a:path w="1054" h="314" extrusionOk="0">
                  <a:moveTo>
                    <a:pt x="562" y="0"/>
                  </a:moveTo>
                  <a:cubicBezTo>
                    <a:pt x="406" y="0"/>
                    <a:pt x="249" y="56"/>
                    <a:pt x="118" y="159"/>
                  </a:cubicBezTo>
                  <a:cubicBezTo>
                    <a:pt x="34" y="225"/>
                    <a:pt x="1" y="292"/>
                    <a:pt x="18" y="309"/>
                  </a:cubicBezTo>
                  <a:cubicBezTo>
                    <a:pt x="21" y="312"/>
                    <a:pt x="25" y="313"/>
                    <a:pt x="31" y="313"/>
                  </a:cubicBezTo>
                  <a:cubicBezTo>
                    <a:pt x="88" y="313"/>
                    <a:pt x="276" y="175"/>
                    <a:pt x="519" y="175"/>
                  </a:cubicBezTo>
                  <a:cubicBezTo>
                    <a:pt x="548" y="172"/>
                    <a:pt x="576" y="170"/>
                    <a:pt x="603" y="170"/>
                  </a:cubicBezTo>
                  <a:cubicBezTo>
                    <a:pt x="803" y="170"/>
                    <a:pt x="952" y="253"/>
                    <a:pt x="1012" y="253"/>
                  </a:cubicBezTo>
                  <a:cubicBezTo>
                    <a:pt x="1024" y="253"/>
                    <a:pt x="1032" y="249"/>
                    <a:pt x="1037" y="242"/>
                  </a:cubicBezTo>
                  <a:cubicBezTo>
                    <a:pt x="1054" y="225"/>
                    <a:pt x="1003" y="175"/>
                    <a:pt x="920" y="109"/>
                  </a:cubicBezTo>
                  <a:cubicBezTo>
                    <a:pt x="809" y="35"/>
                    <a:pt x="686" y="0"/>
                    <a:pt x="5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9"/>
            <p:cNvSpPr/>
            <p:nvPr/>
          </p:nvSpPr>
          <p:spPr>
            <a:xfrm>
              <a:off x="7698547" y="1932531"/>
              <a:ext cx="24660" cy="77700"/>
            </a:xfrm>
            <a:custGeom>
              <a:avLst/>
              <a:gdLst/>
              <a:ahLst/>
              <a:cxnLst/>
              <a:rect l="l" t="t" r="r" b="b"/>
              <a:pathLst>
                <a:path w="769" h="2423" extrusionOk="0">
                  <a:moveTo>
                    <a:pt x="769" y="0"/>
                  </a:moveTo>
                  <a:lnTo>
                    <a:pt x="769" y="0"/>
                  </a:lnTo>
                  <a:cubicBezTo>
                    <a:pt x="685" y="117"/>
                    <a:pt x="619" y="268"/>
                    <a:pt x="585" y="418"/>
                  </a:cubicBezTo>
                  <a:cubicBezTo>
                    <a:pt x="485" y="669"/>
                    <a:pt x="368" y="1036"/>
                    <a:pt x="234" y="1454"/>
                  </a:cubicBezTo>
                  <a:cubicBezTo>
                    <a:pt x="167" y="1654"/>
                    <a:pt x="117" y="1838"/>
                    <a:pt x="50" y="2022"/>
                  </a:cubicBezTo>
                  <a:cubicBezTo>
                    <a:pt x="17" y="2105"/>
                    <a:pt x="0" y="2206"/>
                    <a:pt x="34" y="2306"/>
                  </a:cubicBezTo>
                  <a:cubicBezTo>
                    <a:pt x="50" y="2356"/>
                    <a:pt x="84" y="2389"/>
                    <a:pt x="151" y="2406"/>
                  </a:cubicBezTo>
                  <a:cubicBezTo>
                    <a:pt x="184" y="2423"/>
                    <a:pt x="218" y="2423"/>
                    <a:pt x="268" y="2423"/>
                  </a:cubicBezTo>
                  <a:cubicBezTo>
                    <a:pt x="418" y="2423"/>
                    <a:pt x="568" y="2423"/>
                    <a:pt x="719" y="2389"/>
                  </a:cubicBezTo>
                  <a:cubicBezTo>
                    <a:pt x="568" y="2356"/>
                    <a:pt x="418" y="2339"/>
                    <a:pt x="268" y="2339"/>
                  </a:cubicBezTo>
                  <a:cubicBezTo>
                    <a:pt x="201" y="2339"/>
                    <a:pt x="134" y="2323"/>
                    <a:pt x="117" y="2273"/>
                  </a:cubicBezTo>
                  <a:cubicBezTo>
                    <a:pt x="101" y="2189"/>
                    <a:pt x="117" y="2122"/>
                    <a:pt x="151" y="2055"/>
                  </a:cubicBezTo>
                  <a:cubicBezTo>
                    <a:pt x="218" y="1872"/>
                    <a:pt x="268" y="1688"/>
                    <a:pt x="335" y="1487"/>
                  </a:cubicBezTo>
                  <a:cubicBezTo>
                    <a:pt x="468" y="1070"/>
                    <a:pt x="585" y="702"/>
                    <a:pt x="652" y="435"/>
                  </a:cubicBezTo>
                  <a:cubicBezTo>
                    <a:pt x="719" y="301"/>
                    <a:pt x="752" y="151"/>
                    <a:pt x="7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9"/>
            <p:cNvSpPr/>
            <p:nvPr/>
          </p:nvSpPr>
          <p:spPr>
            <a:xfrm>
              <a:off x="7708199" y="2017703"/>
              <a:ext cx="47716" cy="24949"/>
            </a:xfrm>
            <a:custGeom>
              <a:avLst/>
              <a:gdLst/>
              <a:ahLst/>
              <a:cxnLst/>
              <a:rect l="l" t="t" r="r" b="b"/>
              <a:pathLst>
                <a:path w="1488" h="778" extrusionOk="0">
                  <a:moveTo>
                    <a:pt x="1320" y="1"/>
                  </a:moveTo>
                  <a:cubicBezTo>
                    <a:pt x="869" y="134"/>
                    <a:pt x="535" y="352"/>
                    <a:pt x="0" y="452"/>
                  </a:cubicBezTo>
                  <a:cubicBezTo>
                    <a:pt x="142" y="665"/>
                    <a:pt x="376" y="777"/>
                    <a:pt x="614" y="777"/>
                  </a:cubicBezTo>
                  <a:cubicBezTo>
                    <a:pt x="711" y="777"/>
                    <a:pt x="810" y="758"/>
                    <a:pt x="902" y="719"/>
                  </a:cubicBezTo>
                  <a:cubicBezTo>
                    <a:pt x="1487" y="469"/>
                    <a:pt x="1320" y="1"/>
                    <a:pt x="13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9"/>
            <p:cNvSpPr/>
            <p:nvPr/>
          </p:nvSpPr>
          <p:spPr>
            <a:xfrm>
              <a:off x="7717820" y="2090047"/>
              <a:ext cx="85235" cy="44606"/>
            </a:xfrm>
            <a:custGeom>
              <a:avLst/>
              <a:gdLst/>
              <a:ahLst/>
              <a:cxnLst/>
              <a:rect l="l" t="t" r="r" b="b"/>
              <a:pathLst>
                <a:path w="2658" h="1391" extrusionOk="0">
                  <a:moveTo>
                    <a:pt x="2658" y="0"/>
                  </a:moveTo>
                  <a:cubicBezTo>
                    <a:pt x="1872" y="552"/>
                    <a:pt x="953" y="853"/>
                    <a:pt x="1" y="903"/>
                  </a:cubicBezTo>
                  <a:lnTo>
                    <a:pt x="1" y="1387"/>
                  </a:lnTo>
                  <a:cubicBezTo>
                    <a:pt x="56" y="1390"/>
                    <a:pt x="111" y="1391"/>
                    <a:pt x="164" y="1391"/>
                  </a:cubicBezTo>
                  <a:cubicBezTo>
                    <a:pt x="2041" y="1391"/>
                    <a:pt x="2657" y="1"/>
                    <a:pt x="2658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9"/>
            <p:cNvSpPr/>
            <p:nvPr/>
          </p:nvSpPr>
          <p:spPr>
            <a:xfrm>
              <a:off x="7631077" y="1809424"/>
              <a:ext cx="135549" cy="109190"/>
            </a:xfrm>
            <a:custGeom>
              <a:avLst/>
              <a:gdLst/>
              <a:ahLst/>
              <a:cxnLst/>
              <a:rect l="l" t="t" r="r" b="b"/>
              <a:pathLst>
                <a:path w="4227" h="3405" extrusionOk="0">
                  <a:moveTo>
                    <a:pt x="3213" y="0"/>
                  </a:moveTo>
                  <a:cubicBezTo>
                    <a:pt x="1" y="0"/>
                    <a:pt x="601" y="3405"/>
                    <a:pt x="601" y="3405"/>
                  </a:cubicBezTo>
                  <a:lnTo>
                    <a:pt x="3809" y="2569"/>
                  </a:lnTo>
                  <a:cubicBezTo>
                    <a:pt x="3491" y="1500"/>
                    <a:pt x="4226" y="96"/>
                    <a:pt x="4226" y="96"/>
                  </a:cubicBezTo>
                  <a:cubicBezTo>
                    <a:pt x="3852" y="30"/>
                    <a:pt x="3515" y="0"/>
                    <a:pt x="32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9"/>
            <p:cNvSpPr/>
            <p:nvPr/>
          </p:nvSpPr>
          <p:spPr>
            <a:xfrm>
              <a:off x="7884987" y="1926086"/>
              <a:ext cx="124903" cy="177910"/>
            </a:xfrm>
            <a:custGeom>
              <a:avLst/>
              <a:gdLst/>
              <a:ahLst/>
              <a:cxnLst/>
              <a:rect l="l" t="t" r="r" b="b"/>
              <a:pathLst>
                <a:path w="3895" h="5548" extrusionOk="0">
                  <a:moveTo>
                    <a:pt x="84" y="1"/>
                  </a:moveTo>
                  <a:lnTo>
                    <a:pt x="1" y="5548"/>
                  </a:lnTo>
                  <a:cubicBezTo>
                    <a:pt x="3894" y="4712"/>
                    <a:pt x="3326" y="418"/>
                    <a:pt x="3326" y="418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9"/>
            <p:cNvSpPr/>
            <p:nvPr/>
          </p:nvSpPr>
          <p:spPr>
            <a:xfrm>
              <a:off x="7621393" y="1769821"/>
              <a:ext cx="136127" cy="144528"/>
            </a:xfrm>
            <a:custGeom>
              <a:avLst/>
              <a:gdLst/>
              <a:ahLst/>
              <a:cxnLst/>
              <a:rect l="l" t="t" r="r" b="b"/>
              <a:pathLst>
                <a:path w="4245" h="4507" extrusionOk="0">
                  <a:moveTo>
                    <a:pt x="4134" y="1"/>
                  </a:moveTo>
                  <a:cubicBezTo>
                    <a:pt x="3980" y="1"/>
                    <a:pt x="3670" y="26"/>
                    <a:pt x="3258" y="128"/>
                  </a:cubicBezTo>
                  <a:cubicBezTo>
                    <a:pt x="1654" y="580"/>
                    <a:pt x="451" y="1883"/>
                    <a:pt x="117" y="3520"/>
                  </a:cubicBezTo>
                  <a:cubicBezTo>
                    <a:pt x="0" y="4122"/>
                    <a:pt x="50" y="4506"/>
                    <a:pt x="67" y="4506"/>
                  </a:cubicBezTo>
                  <a:cubicBezTo>
                    <a:pt x="101" y="4506"/>
                    <a:pt x="117" y="4122"/>
                    <a:pt x="268" y="3554"/>
                  </a:cubicBezTo>
                  <a:cubicBezTo>
                    <a:pt x="669" y="2017"/>
                    <a:pt x="1805" y="797"/>
                    <a:pt x="3309" y="279"/>
                  </a:cubicBezTo>
                  <a:cubicBezTo>
                    <a:pt x="3877" y="95"/>
                    <a:pt x="4244" y="62"/>
                    <a:pt x="4244" y="11"/>
                  </a:cubicBezTo>
                  <a:cubicBezTo>
                    <a:pt x="4244" y="6"/>
                    <a:pt x="4206" y="1"/>
                    <a:pt x="41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9"/>
            <p:cNvSpPr/>
            <p:nvPr/>
          </p:nvSpPr>
          <p:spPr>
            <a:xfrm>
              <a:off x="7726927" y="1887829"/>
              <a:ext cx="105598" cy="103482"/>
            </a:xfrm>
            <a:custGeom>
              <a:avLst/>
              <a:gdLst/>
              <a:ahLst/>
              <a:cxnLst/>
              <a:rect l="l" t="t" r="r" b="b"/>
              <a:pathLst>
                <a:path w="3293" h="3227" extrusionOk="0">
                  <a:moveTo>
                    <a:pt x="1547" y="1"/>
                  </a:moveTo>
                  <a:cubicBezTo>
                    <a:pt x="1455" y="1"/>
                    <a:pt x="1362" y="8"/>
                    <a:pt x="1271" y="24"/>
                  </a:cubicBezTo>
                  <a:cubicBezTo>
                    <a:pt x="1020" y="74"/>
                    <a:pt x="786" y="191"/>
                    <a:pt x="602" y="342"/>
                  </a:cubicBezTo>
                  <a:cubicBezTo>
                    <a:pt x="318" y="559"/>
                    <a:pt x="118" y="876"/>
                    <a:pt x="34" y="1227"/>
                  </a:cubicBezTo>
                  <a:cubicBezTo>
                    <a:pt x="1" y="1327"/>
                    <a:pt x="1" y="1411"/>
                    <a:pt x="1" y="1511"/>
                  </a:cubicBezTo>
                  <a:cubicBezTo>
                    <a:pt x="1" y="1545"/>
                    <a:pt x="1" y="1578"/>
                    <a:pt x="1" y="1611"/>
                  </a:cubicBezTo>
                  <a:cubicBezTo>
                    <a:pt x="18" y="1611"/>
                    <a:pt x="1" y="1478"/>
                    <a:pt x="68" y="1244"/>
                  </a:cubicBezTo>
                  <a:cubicBezTo>
                    <a:pt x="168" y="910"/>
                    <a:pt x="368" y="609"/>
                    <a:pt x="653" y="408"/>
                  </a:cubicBezTo>
                  <a:cubicBezTo>
                    <a:pt x="913" y="202"/>
                    <a:pt x="1236" y="95"/>
                    <a:pt x="1563" y="95"/>
                  </a:cubicBezTo>
                  <a:cubicBezTo>
                    <a:pt x="1741" y="95"/>
                    <a:pt x="1919" y="127"/>
                    <a:pt x="2089" y="191"/>
                  </a:cubicBezTo>
                  <a:cubicBezTo>
                    <a:pt x="2374" y="291"/>
                    <a:pt x="2607" y="475"/>
                    <a:pt x="2791" y="726"/>
                  </a:cubicBezTo>
                  <a:cubicBezTo>
                    <a:pt x="3176" y="1261"/>
                    <a:pt x="3176" y="1979"/>
                    <a:pt x="2791" y="2514"/>
                  </a:cubicBezTo>
                  <a:cubicBezTo>
                    <a:pt x="2607" y="2748"/>
                    <a:pt x="2374" y="2931"/>
                    <a:pt x="2089" y="3032"/>
                  </a:cubicBezTo>
                  <a:cubicBezTo>
                    <a:pt x="1917" y="3097"/>
                    <a:pt x="1736" y="3129"/>
                    <a:pt x="1557" y="3129"/>
                  </a:cubicBezTo>
                  <a:cubicBezTo>
                    <a:pt x="1232" y="3129"/>
                    <a:pt x="911" y="3025"/>
                    <a:pt x="653" y="2831"/>
                  </a:cubicBezTo>
                  <a:cubicBezTo>
                    <a:pt x="368" y="2631"/>
                    <a:pt x="168" y="2330"/>
                    <a:pt x="68" y="1996"/>
                  </a:cubicBezTo>
                  <a:cubicBezTo>
                    <a:pt x="1" y="1762"/>
                    <a:pt x="18" y="1611"/>
                    <a:pt x="1" y="1611"/>
                  </a:cubicBezTo>
                  <a:cubicBezTo>
                    <a:pt x="1" y="1645"/>
                    <a:pt x="1" y="1678"/>
                    <a:pt x="1" y="1712"/>
                  </a:cubicBezTo>
                  <a:cubicBezTo>
                    <a:pt x="1" y="1812"/>
                    <a:pt x="1" y="1912"/>
                    <a:pt x="34" y="1996"/>
                  </a:cubicBezTo>
                  <a:cubicBezTo>
                    <a:pt x="118" y="2363"/>
                    <a:pt x="318" y="2664"/>
                    <a:pt x="602" y="2898"/>
                  </a:cubicBezTo>
                  <a:cubicBezTo>
                    <a:pt x="786" y="3048"/>
                    <a:pt x="1020" y="3149"/>
                    <a:pt x="1271" y="3199"/>
                  </a:cubicBezTo>
                  <a:cubicBezTo>
                    <a:pt x="1373" y="3217"/>
                    <a:pt x="1477" y="3226"/>
                    <a:pt x="1581" y="3226"/>
                  </a:cubicBezTo>
                  <a:cubicBezTo>
                    <a:pt x="1766" y="3226"/>
                    <a:pt x="1952" y="3196"/>
                    <a:pt x="2123" y="3132"/>
                  </a:cubicBezTo>
                  <a:cubicBezTo>
                    <a:pt x="2424" y="3032"/>
                    <a:pt x="2691" y="2831"/>
                    <a:pt x="2875" y="2580"/>
                  </a:cubicBezTo>
                  <a:cubicBezTo>
                    <a:pt x="3292" y="2012"/>
                    <a:pt x="3292" y="1227"/>
                    <a:pt x="2875" y="659"/>
                  </a:cubicBezTo>
                  <a:cubicBezTo>
                    <a:pt x="2691" y="392"/>
                    <a:pt x="2424" y="208"/>
                    <a:pt x="2123" y="91"/>
                  </a:cubicBezTo>
                  <a:cubicBezTo>
                    <a:pt x="1941" y="34"/>
                    <a:pt x="1744" y="1"/>
                    <a:pt x="15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9"/>
            <p:cNvSpPr/>
            <p:nvPr/>
          </p:nvSpPr>
          <p:spPr>
            <a:xfrm>
              <a:off x="7610682" y="1887701"/>
              <a:ext cx="102905" cy="103738"/>
            </a:xfrm>
            <a:custGeom>
              <a:avLst/>
              <a:gdLst/>
              <a:ahLst/>
              <a:cxnLst/>
              <a:rect l="l" t="t" r="r" b="b"/>
              <a:pathLst>
                <a:path w="3209" h="3235" extrusionOk="0">
                  <a:moveTo>
                    <a:pt x="1581" y="1"/>
                  </a:moveTo>
                  <a:cubicBezTo>
                    <a:pt x="1484" y="1"/>
                    <a:pt x="1386" y="10"/>
                    <a:pt x="1287" y="28"/>
                  </a:cubicBezTo>
                  <a:cubicBezTo>
                    <a:pt x="1036" y="78"/>
                    <a:pt x="802" y="195"/>
                    <a:pt x="618" y="346"/>
                  </a:cubicBezTo>
                  <a:cubicBezTo>
                    <a:pt x="318" y="563"/>
                    <a:pt x="117" y="880"/>
                    <a:pt x="50" y="1231"/>
                  </a:cubicBezTo>
                  <a:cubicBezTo>
                    <a:pt x="17" y="1331"/>
                    <a:pt x="17" y="1415"/>
                    <a:pt x="17" y="1515"/>
                  </a:cubicBezTo>
                  <a:cubicBezTo>
                    <a:pt x="0" y="1549"/>
                    <a:pt x="17" y="1582"/>
                    <a:pt x="17" y="1615"/>
                  </a:cubicBezTo>
                  <a:cubicBezTo>
                    <a:pt x="34" y="1615"/>
                    <a:pt x="17" y="1482"/>
                    <a:pt x="84" y="1248"/>
                  </a:cubicBezTo>
                  <a:cubicBezTo>
                    <a:pt x="184" y="914"/>
                    <a:pt x="384" y="613"/>
                    <a:pt x="652" y="412"/>
                  </a:cubicBezTo>
                  <a:cubicBezTo>
                    <a:pt x="923" y="206"/>
                    <a:pt x="1250" y="99"/>
                    <a:pt x="1578" y="99"/>
                  </a:cubicBezTo>
                  <a:cubicBezTo>
                    <a:pt x="1757" y="99"/>
                    <a:pt x="1935" y="131"/>
                    <a:pt x="2105" y="195"/>
                  </a:cubicBezTo>
                  <a:cubicBezTo>
                    <a:pt x="2389" y="295"/>
                    <a:pt x="2623" y="479"/>
                    <a:pt x="2807" y="730"/>
                  </a:cubicBezTo>
                  <a:cubicBezTo>
                    <a:pt x="3191" y="1265"/>
                    <a:pt x="3191" y="1983"/>
                    <a:pt x="2807" y="2518"/>
                  </a:cubicBezTo>
                  <a:cubicBezTo>
                    <a:pt x="2623" y="2752"/>
                    <a:pt x="2389" y="2935"/>
                    <a:pt x="2105" y="3036"/>
                  </a:cubicBezTo>
                  <a:cubicBezTo>
                    <a:pt x="1933" y="3101"/>
                    <a:pt x="1752" y="3133"/>
                    <a:pt x="1572" y="3133"/>
                  </a:cubicBezTo>
                  <a:cubicBezTo>
                    <a:pt x="1246" y="3133"/>
                    <a:pt x="921" y="3029"/>
                    <a:pt x="652" y="2835"/>
                  </a:cubicBezTo>
                  <a:cubicBezTo>
                    <a:pt x="384" y="2635"/>
                    <a:pt x="184" y="2334"/>
                    <a:pt x="84" y="2000"/>
                  </a:cubicBezTo>
                  <a:cubicBezTo>
                    <a:pt x="17" y="1766"/>
                    <a:pt x="34" y="1615"/>
                    <a:pt x="17" y="1615"/>
                  </a:cubicBezTo>
                  <a:cubicBezTo>
                    <a:pt x="17" y="1649"/>
                    <a:pt x="0" y="1682"/>
                    <a:pt x="17" y="1716"/>
                  </a:cubicBezTo>
                  <a:cubicBezTo>
                    <a:pt x="17" y="1816"/>
                    <a:pt x="17" y="1916"/>
                    <a:pt x="50" y="2000"/>
                  </a:cubicBezTo>
                  <a:cubicBezTo>
                    <a:pt x="117" y="2367"/>
                    <a:pt x="318" y="2668"/>
                    <a:pt x="618" y="2902"/>
                  </a:cubicBezTo>
                  <a:cubicBezTo>
                    <a:pt x="802" y="3052"/>
                    <a:pt x="1036" y="3153"/>
                    <a:pt x="1287" y="3203"/>
                  </a:cubicBezTo>
                  <a:cubicBezTo>
                    <a:pt x="1393" y="3224"/>
                    <a:pt x="1499" y="3235"/>
                    <a:pt x="1603" y="3235"/>
                  </a:cubicBezTo>
                  <a:cubicBezTo>
                    <a:pt x="2463" y="3235"/>
                    <a:pt x="3208" y="2525"/>
                    <a:pt x="3208" y="1615"/>
                  </a:cubicBezTo>
                  <a:cubicBezTo>
                    <a:pt x="3208" y="713"/>
                    <a:pt x="2451" y="1"/>
                    <a:pt x="1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9"/>
            <p:cNvSpPr/>
            <p:nvPr/>
          </p:nvSpPr>
          <p:spPr>
            <a:xfrm>
              <a:off x="7711406" y="1939490"/>
              <a:ext cx="18792" cy="3784"/>
            </a:xfrm>
            <a:custGeom>
              <a:avLst/>
              <a:gdLst/>
              <a:ahLst/>
              <a:cxnLst/>
              <a:rect l="l" t="t" r="r" b="b"/>
              <a:pathLst>
                <a:path w="586" h="118" extrusionOk="0">
                  <a:moveTo>
                    <a:pt x="301" y="0"/>
                  </a:moveTo>
                  <a:cubicBezTo>
                    <a:pt x="134" y="0"/>
                    <a:pt x="0" y="17"/>
                    <a:pt x="0" y="51"/>
                  </a:cubicBezTo>
                  <a:cubicBezTo>
                    <a:pt x="0" y="84"/>
                    <a:pt x="134" y="117"/>
                    <a:pt x="301" y="117"/>
                  </a:cubicBezTo>
                  <a:cubicBezTo>
                    <a:pt x="451" y="117"/>
                    <a:pt x="585" y="84"/>
                    <a:pt x="585" y="51"/>
                  </a:cubicBezTo>
                  <a:cubicBezTo>
                    <a:pt x="585" y="17"/>
                    <a:pt x="451" y="0"/>
                    <a:pt x="3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9"/>
            <p:cNvSpPr/>
            <p:nvPr/>
          </p:nvSpPr>
          <p:spPr>
            <a:xfrm>
              <a:off x="7825534" y="1950201"/>
              <a:ext cx="88955" cy="17701"/>
            </a:xfrm>
            <a:custGeom>
              <a:avLst/>
              <a:gdLst/>
              <a:ahLst/>
              <a:cxnLst/>
              <a:rect l="l" t="t" r="r" b="b"/>
              <a:pathLst>
                <a:path w="2774" h="552" extrusionOk="0">
                  <a:moveTo>
                    <a:pt x="0" y="1"/>
                  </a:moveTo>
                  <a:lnTo>
                    <a:pt x="0" y="1"/>
                  </a:lnTo>
                  <a:cubicBezTo>
                    <a:pt x="919" y="251"/>
                    <a:pt x="1838" y="435"/>
                    <a:pt x="2774" y="552"/>
                  </a:cubicBezTo>
                  <a:cubicBezTo>
                    <a:pt x="1872" y="285"/>
                    <a:pt x="936" y="10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9"/>
            <p:cNvSpPr/>
            <p:nvPr/>
          </p:nvSpPr>
          <p:spPr>
            <a:xfrm>
              <a:off x="7894640" y="1965016"/>
              <a:ext cx="45055" cy="64616"/>
            </a:xfrm>
            <a:custGeom>
              <a:avLst/>
              <a:gdLst/>
              <a:ahLst/>
              <a:cxnLst/>
              <a:rect l="l" t="t" r="r" b="b"/>
              <a:pathLst>
                <a:path w="1405" h="2015" extrusionOk="0">
                  <a:moveTo>
                    <a:pt x="572" y="1"/>
                  </a:moveTo>
                  <a:cubicBezTo>
                    <a:pt x="402" y="1"/>
                    <a:pt x="233" y="47"/>
                    <a:pt x="84" y="140"/>
                  </a:cubicBezTo>
                  <a:lnTo>
                    <a:pt x="1" y="1894"/>
                  </a:lnTo>
                  <a:cubicBezTo>
                    <a:pt x="134" y="1975"/>
                    <a:pt x="284" y="2015"/>
                    <a:pt x="433" y="2015"/>
                  </a:cubicBezTo>
                  <a:cubicBezTo>
                    <a:pt x="656" y="2015"/>
                    <a:pt x="876" y="1925"/>
                    <a:pt x="1037" y="1744"/>
                  </a:cubicBezTo>
                  <a:cubicBezTo>
                    <a:pt x="1304" y="1460"/>
                    <a:pt x="1404" y="1059"/>
                    <a:pt x="1321" y="675"/>
                  </a:cubicBezTo>
                  <a:cubicBezTo>
                    <a:pt x="1271" y="441"/>
                    <a:pt x="1154" y="240"/>
                    <a:pt x="970" y="90"/>
                  </a:cubicBezTo>
                  <a:cubicBezTo>
                    <a:pt x="844" y="31"/>
                    <a:pt x="707" y="1"/>
                    <a:pt x="5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9"/>
            <p:cNvSpPr/>
            <p:nvPr/>
          </p:nvSpPr>
          <p:spPr>
            <a:xfrm>
              <a:off x="7905895" y="1978003"/>
              <a:ext cx="27899" cy="38257"/>
            </a:xfrm>
            <a:custGeom>
              <a:avLst/>
              <a:gdLst/>
              <a:ahLst/>
              <a:cxnLst/>
              <a:rect l="l" t="t" r="r" b="b"/>
              <a:pathLst>
                <a:path w="870" h="1193" extrusionOk="0">
                  <a:moveTo>
                    <a:pt x="157" y="1"/>
                  </a:moveTo>
                  <a:cubicBezTo>
                    <a:pt x="55" y="1"/>
                    <a:pt x="1" y="40"/>
                    <a:pt x="1" y="53"/>
                  </a:cubicBezTo>
                  <a:cubicBezTo>
                    <a:pt x="1" y="69"/>
                    <a:pt x="118" y="69"/>
                    <a:pt x="234" y="136"/>
                  </a:cubicBezTo>
                  <a:cubicBezTo>
                    <a:pt x="602" y="303"/>
                    <a:pt x="652" y="804"/>
                    <a:pt x="318" y="1038"/>
                  </a:cubicBezTo>
                  <a:cubicBezTo>
                    <a:pt x="201" y="1122"/>
                    <a:pt x="101" y="1139"/>
                    <a:pt x="101" y="1155"/>
                  </a:cubicBezTo>
                  <a:lnTo>
                    <a:pt x="118" y="1172"/>
                  </a:lnTo>
                  <a:cubicBezTo>
                    <a:pt x="109" y="1180"/>
                    <a:pt x="134" y="1193"/>
                    <a:pt x="182" y="1193"/>
                  </a:cubicBezTo>
                  <a:cubicBezTo>
                    <a:pt x="230" y="1193"/>
                    <a:pt x="301" y="1180"/>
                    <a:pt x="385" y="1139"/>
                  </a:cubicBezTo>
                  <a:cubicBezTo>
                    <a:pt x="869" y="888"/>
                    <a:pt x="803" y="169"/>
                    <a:pt x="285" y="19"/>
                  </a:cubicBezTo>
                  <a:cubicBezTo>
                    <a:pt x="236" y="6"/>
                    <a:pt x="193" y="1"/>
                    <a:pt x="157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9"/>
            <p:cNvSpPr/>
            <p:nvPr/>
          </p:nvSpPr>
          <p:spPr>
            <a:xfrm>
              <a:off x="7323485" y="2838566"/>
              <a:ext cx="811757" cy="952148"/>
            </a:xfrm>
            <a:custGeom>
              <a:avLst/>
              <a:gdLst/>
              <a:ahLst/>
              <a:cxnLst/>
              <a:rect l="l" t="t" r="r" b="b"/>
              <a:pathLst>
                <a:path w="25314" h="29692" extrusionOk="0">
                  <a:moveTo>
                    <a:pt x="21805" y="0"/>
                  </a:moveTo>
                  <a:lnTo>
                    <a:pt x="7185" y="1972"/>
                  </a:lnTo>
                  <a:lnTo>
                    <a:pt x="0" y="27753"/>
                  </a:lnTo>
                  <a:cubicBezTo>
                    <a:pt x="0" y="27753"/>
                    <a:pt x="1454" y="27200"/>
                    <a:pt x="3460" y="27200"/>
                  </a:cubicBezTo>
                  <a:cubicBezTo>
                    <a:pt x="4973" y="27200"/>
                    <a:pt x="6801" y="27515"/>
                    <a:pt x="8555" y="28622"/>
                  </a:cubicBezTo>
                  <a:cubicBezTo>
                    <a:pt x="9556" y="29257"/>
                    <a:pt x="10479" y="29518"/>
                    <a:pt x="11351" y="29518"/>
                  </a:cubicBezTo>
                  <a:cubicBezTo>
                    <a:pt x="13070" y="29518"/>
                    <a:pt x="14589" y="28505"/>
                    <a:pt x="16107" y="27352"/>
                  </a:cubicBezTo>
                  <a:cubicBezTo>
                    <a:pt x="16510" y="27047"/>
                    <a:pt x="16980" y="26921"/>
                    <a:pt x="17483" y="26921"/>
                  </a:cubicBezTo>
                  <a:cubicBezTo>
                    <a:pt x="19842" y="26921"/>
                    <a:pt x="22908" y="29691"/>
                    <a:pt x="22908" y="29691"/>
                  </a:cubicBezTo>
                  <a:cubicBezTo>
                    <a:pt x="22908" y="29691"/>
                    <a:pt x="23860" y="19215"/>
                    <a:pt x="24579" y="11429"/>
                  </a:cubicBezTo>
                  <a:cubicBezTo>
                    <a:pt x="25314" y="3643"/>
                    <a:pt x="21805" y="0"/>
                    <a:pt x="218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9"/>
            <p:cNvSpPr/>
            <p:nvPr/>
          </p:nvSpPr>
          <p:spPr>
            <a:xfrm>
              <a:off x="7876425" y="2868037"/>
              <a:ext cx="123267" cy="93669"/>
            </a:xfrm>
            <a:custGeom>
              <a:avLst/>
              <a:gdLst/>
              <a:ahLst/>
              <a:cxnLst/>
              <a:rect l="l" t="t" r="r" b="b"/>
              <a:pathLst>
                <a:path w="3844" h="2921" extrusionOk="0">
                  <a:moveTo>
                    <a:pt x="1" y="0"/>
                  </a:moveTo>
                  <a:cubicBezTo>
                    <a:pt x="1" y="268"/>
                    <a:pt x="51" y="535"/>
                    <a:pt x="151" y="769"/>
                  </a:cubicBezTo>
                  <a:cubicBezTo>
                    <a:pt x="602" y="2022"/>
                    <a:pt x="1755" y="2857"/>
                    <a:pt x="3075" y="2908"/>
                  </a:cubicBezTo>
                  <a:cubicBezTo>
                    <a:pt x="3138" y="2916"/>
                    <a:pt x="3201" y="2920"/>
                    <a:pt x="3266" y="2920"/>
                  </a:cubicBezTo>
                  <a:cubicBezTo>
                    <a:pt x="3458" y="2920"/>
                    <a:pt x="3656" y="2882"/>
                    <a:pt x="3844" y="2807"/>
                  </a:cubicBezTo>
                  <a:cubicBezTo>
                    <a:pt x="3844" y="2798"/>
                    <a:pt x="3821" y="2795"/>
                    <a:pt x="3777" y="2795"/>
                  </a:cubicBezTo>
                  <a:cubicBezTo>
                    <a:pt x="3708" y="2795"/>
                    <a:pt x="3585" y="2803"/>
                    <a:pt x="3422" y="2803"/>
                  </a:cubicBezTo>
                  <a:cubicBezTo>
                    <a:pt x="3321" y="2803"/>
                    <a:pt x="3204" y="2800"/>
                    <a:pt x="3075" y="2791"/>
                  </a:cubicBezTo>
                  <a:cubicBezTo>
                    <a:pt x="1839" y="2674"/>
                    <a:pt x="752" y="1888"/>
                    <a:pt x="268" y="735"/>
                  </a:cubicBezTo>
                  <a:cubicBezTo>
                    <a:pt x="67" y="301"/>
                    <a:pt x="34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9"/>
            <p:cNvSpPr/>
            <p:nvPr/>
          </p:nvSpPr>
          <p:spPr>
            <a:xfrm>
              <a:off x="7966984" y="2846551"/>
              <a:ext cx="11288" cy="24756"/>
            </a:xfrm>
            <a:custGeom>
              <a:avLst/>
              <a:gdLst/>
              <a:ahLst/>
              <a:cxnLst/>
              <a:rect l="l" t="t" r="r" b="b"/>
              <a:pathLst>
                <a:path w="352" h="772" extrusionOk="0">
                  <a:moveTo>
                    <a:pt x="56" y="1"/>
                  </a:moveTo>
                  <a:cubicBezTo>
                    <a:pt x="54" y="1"/>
                    <a:pt x="52" y="1"/>
                    <a:pt x="50" y="2"/>
                  </a:cubicBezTo>
                  <a:cubicBezTo>
                    <a:pt x="0" y="19"/>
                    <a:pt x="34" y="202"/>
                    <a:pt x="101" y="420"/>
                  </a:cubicBezTo>
                  <a:cubicBezTo>
                    <a:pt x="164" y="626"/>
                    <a:pt x="258" y="772"/>
                    <a:pt x="310" y="772"/>
                  </a:cubicBezTo>
                  <a:cubicBezTo>
                    <a:pt x="313" y="772"/>
                    <a:pt x="315" y="771"/>
                    <a:pt x="318" y="770"/>
                  </a:cubicBezTo>
                  <a:cubicBezTo>
                    <a:pt x="351" y="754"/>
                    <a:pt x="335" y="570"/>
                    <a:pt x="268" y="369"/>
                  </a:cubicBezTo>
                  <a:cubicBezTo>
                    <a:pt x="188" y="162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9"/>
            <p:cNvSpPr/>
            <p:nvPr/>
          </p:nvSpPr>
          <p:spPr>
            <a:xfrm>
              <a:off x="7989495" y="2920531"/>
              <a:ext cx="13949" cy="49865"/>
            </a:xfrm>
            <a:custGeom>
              <a:avLst/>
              <a:gdLst/>
              <a:ahLst/>
              <a:cxnLst/>
              <a:rect l="l" t="t" r="r" b="b"/>
              <a:pathLst>
                <a:path w="435" h="1555" extrusionOk="0">
                  <a:moveTo>
                    <a:pt x="53" y="0"/>
                  </a:moveTo>
                  <a:cubicBezTo>
                    <a:pt x="52" y="0"/>
                    <a:pt x="51" y="0"/>
                    <a:pt x="50" y="1"/>
                  </a:cubicBezTo>
                  <a:cubicBezTo>
                    <a:pt x="0" y="1"/>
                    <a:pt x="34" y="368"/>
                    <a:pt x="134" y="786"/>
                  </a:cubicBezTo>
                  <a:cubicBezTo>
                    <a:pt x="217" y="1220"/>
                    <a:pt x="334" y="1555"/>
                    <a:pt x="384" y="1555"/>
                  </a:cubicBezTo>
                  <a:cubicBezTo>
                    <a:pt x="435" y="1538"/>
                    <a:pt x="384" y="1187"/>
                    <a:pt x="301" y="753"/>
                  </a:cubicBezTo>
                  <a:cubicBezTo>
                    <a:pt x="203" y="329"/>
                    <a:pt x="89" y="0"/>
                    <a:pt x="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9"/>
            <p:cNvSpPr/>
            <p:nvPr/>
          </p:nvSpPr>
          <p:spPr>
            <a:xfrm>
              <a:off x="8008223" y="3020197"/>
              <a:ext cx="8081" cy="50923"/>
            </a:xfrm>
            <a:custGeom>
              <a:avLst/>
              <a:gdLst/>
              <a:ahLst/>
              <a:cxnLst/>
              <a:rect l="l" t="t" r="r" b="b"/>
              <a:pathLst>
                <a:path w="252" h="1588" extrusionOk="0">
                  <a:moveTo>
                    <a:pt x="51" y="0"/>
                  </a:moveTo>
                  <a:cubicBezTo>
                    <a:pt x="1" y="17"/>
                    <a:pt x="1" y="368"/>
                    <a:pt x="34" y="802"/>
                  </a:cubicBezTo>
                  <a:cubicBezTo>
                    <a:pt x="84" y="1237"/>
                    <a:pt x="151" y="1588"/>
                    <a:pt x="201" y="1588"/>
                  </a:cubicBezTo>
                  <a:cubicBezTo>
                    <a:pt x="252" y="1588"/>
                    <a:pt x="252" y="1220"/>
                    <a:pt x="201" y="786"/>
                  </a:cubicBezTo>
                  <a:cubicBezTo>
                    <a:pt x="168" y="351"/>
                    <a:pt x="84" y="0"/>
                    <a:pt x="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9"/>
            <p:cNvSpPr/>
            <p:nvPr/>
          </p:nvSpPr>
          <p:spPr>
            <a:xfrm>
              <a:off x="8014123" y="3122011"/>
              <a:ext cx="5932" cy="50923"/>
            </a:xfrm>
            <a:custGeom>
              <a:avLst/>
              <a:gdLst/>
              <a:ahLst/>
              <a:cxnLst/>
              <a:rect l="l" t="t" r="r" b="b"/>
              <a:pathLst>
                <a:path w="185" h="1588" extrusionOk="0">
                  <a:moveTo>
                    <a:pt x="101" y="0"/>
                  </a:moveTo>
                  <a:cubicBezTo>
                    <a:pt x="51" y="0"/>
                    <a:pt x="1" y="351"/>
                    <a:pt x="17" y="785"/>
                  </a:cubicBezTo>
                  <a:cubicBezTo>
                    <a:pt x="17" y="1220"/>
                    <a:pt x="51" y="1587"/>
                    <a:pt x="101" y="1587"/>
                  </a:cubicBezTo>
                  <a:cubicBezTo>
                    <a:pt x="134" y="1587"/>
                    <a:pt x="184" y="1237"/>
                    <a:pt x="184" y="785"/>
                  </a:cubicBezTo>
                  <a:cubicBezTo>
                    <a:pt x="184" y="351"/>
                    <a:pt x="134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9"/>
            <p:cNvSpPr/>
            <p:nvPr/>
          </p:nvSpPr>
          <p:spPr>
            <a:xfrm>
              <a:off x="8009313" y="3223793"/>
              <a:ext cx="7536" cy="50923"/>
            </a:xfrm>
            <a:custGeom>
              <a:avLst/>
              <a:gdLst/>
              <a:ahLst/>
              <a:cxnLst/>
              <a:rect l="l" t="t" r="r" b="b"/>
              <a:pathLst>
                <a:path w="235" h="1588" extrusionOk="0">
                  <a:moveTo>
                    <a:pt x="184" y="1"/>
                  </a:moveTo>
                  <a:cubicBezTo>
                    <a:pt x="134" y="1"/>
                    <a:pt x="67" y="352"/>
                    <a:pt x="34" y="786"/>
                  </a:cubicBezTo>
                  <a:cubicBezTo>
                    <a:pt x="0" y="1220"/>
                    <a:pt x="0" y="1571"/>
                    <a:pt x="50" y="1571"/>
                  </a:cubicBezTo>
                  <a:lnTo>
                    <a:pt x="50" y="1588"/>
                  </a:lnTo>
                  <a:cubicBezTo>
                    <a:pt x="101" y="1588"/>
                    <a:pt x="167" y="1237"/>
                    <a:pt x="201" y="803"/>
                  </a:cubicBezTo>
                  <a:cubicBezTo>
                    <a:pt x="234" y="352"/>
                    <a:pt x="218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9"/>
            <p:cNvSpPr/>
            <p:nvPr/>
          </p:nvSpPr>
          <p:spPr>
            <a:xfrm>
              <a:off x="7996454" y="3325063"/>
              <a:ext cx="10197" cy="50410"/>
            </a:xfrm>
            <a:custGeom>
              <a:avLst/>
              <a:gdLst/>
              <a:ahLst/>
              <a:cxnLst/>
              <a:rect l="l" t="t" r="r" b="b"/>
              <a:pathLst>
                <a:path w="318" h="1572" extrusionOk="0">
                  <a:moveTo>
                    <a:pt x="268" y="1"/>
                  </a:moveTo>
                  <a:cubicBezTo>
                    <a:pt x="218" y="1"/>
                    <a:pt x="134" y="335"/>
                    <a:pt x="84" y="769"/>
                  </a:cubicBezTo>
                  <a:cubicBezTo>
                    <a:pt x="17" y="1204"/>
                    <a:pt x="0" y="1571"/>
                    <a:pt x="50" y="1571"/>
                  </a:cubicBezTo>
                  <a:cubicBezTo>
                    <a:pt x="52" y="1572"/>
                    <a:pt x="53" y="1572"/>
                    <a:pt x="54" y="1572"/>
                  </a:cubicBezTo>
                  <a:cubicBezTo>
                    <a:pt x="104" y="1572"/>
                    <a:pt x="186" y="1227"/>
                    <a:pt x="251" y="803"/>
                  </a:cubicBezTo>
                  <a:cubicBezTo>
                    <a:pt x="301" y="368"/>
                    <a:pt x="318" y="1"/>
                    <a:pt x="2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9"/>
            <p:cNvSpPr/>
            <p:nvPr/>
          </p:nvSpPr>
          <p:spPr>
            <a:xfrm>
              <a:off x="7978240" y="3425787"/>
              <a:ext cx="12891" cy="49865"/>
            </a:xfrm>
            <a:custGeom>
              <a:avLst/>
              <a:gdLst/>
              <a:ahLst/>
              <a:cxnLst/>
              <a:rect l="l" t="t" r="r" b="b"/>
              <a:pathLst>
                <a:path w="402" h="1555" extrusionOk="0">
                  <a:moveTo>
                    <a:pt x="348" y="0"/>
                  </a:moveTo>
                  <a:cubicBezTo>
                    <a:pt x="296" y="0"/>
                    <a:pt x="199" y="345"/>
                    <a:pt x="117" y="753"/>
                  </a:cubicBezTo>
                  <a:cubicBezTo>
                    <a:pt x="34" y="1187"/>
                    <a:pt x="0" y="1538"/>
                    <a:pt x="34" y="1555"/>
                  </a:cubicBezTo>
                  <a:cubicBezTo>
                    <a:pt x="84" y="1555"/>
                    <a:pt x="201" y="1221"/>
                    <a:pt x="284" y="786"/>
                  </a:cubicBezTo>
                  <a:cubicBezTo>
                    <a:pt x="368" y="352"/>
                    <a:pt x="401" y="1"/>
                    <a:pt x="351" y="1"/>
                  </a:cubicBezTo>
                  <a:cubicBezTo>
                    <a:pt x="350" y="0"/>
                    <a:pt x="349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9"/>
            <p:cNvSpPr/>
            <p:nvPr/>
          </p:nvSpPr>
          <p:spPr>
            <a:xfrm>
              <a:off x="7955183" y="3525452"/>
              <a:ext cx="14495" cy="49320"/>
            </a:xfrm>
            <a:custGeom>
              <a:avLst/>
              <a:gdLst/>
              <a:ahLst/>
              <a:cxnLst/>
              <a:rect l="l" t="t" r="r" b="b"/>
              <a:pathLst>
                <a:path w="452" h="1538" extrusionOk="0">
                  <a:moveTo>
                    <a:pt x="415" y="0"/>
                  </a:moveTo>
                  <a:cubicBezTo>
                    <a:pt x="363" y="0"/>
                    <a:pt x="249" y="328"/>
                    <a:pt x="134" y="736"/>
                  </a:cubicBezTo>
                  <a:cubicBezTo>
                    <a:pt x="34" y="1170"/>
                    <a:pt x="1" y="1521"/>
                    <a:pt x="34" y="1538"/>
                  </a:cubicBezTo>
                  <a:cubicBezTo>
                    <a:pt x="84" y="1538"/>
                    <a:pt x="201" y="1204"/>
                    <a:pt x="302" y="786"/>
                  </a:cubicBezTo>
                  <a:cubicBezTo>
                    <a:pt x="402" y="351"/>
                    <a:pt x="452" y="1"/>
                    <a:pt x="418" y="1"/>
                  </a:cubicBezTo>
                  <a:cubicBezTo>
                    <a:pt x="417" y="0"/>
                    <a:pt x="416" y="0"/>
                    <a:pt x="4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9"/>
            <p:cNvSpPr/>
            <p:nvPr/>
          </p:nvSpPr>
          <p:spPr>
            <a:xfrm>
              <a:off x="7935911" y="3623996"/>
              <a:ext cx="9652" cy="25301"/>
            </a:xfrm>
            <a:custGeom>
              <a:avLst/>
              <a:gdLst/>
              <a:ahLst/>
              <a:cxnLst/>
              <a:rect l="l" t="t" r="r" b="b"/>
              <a:pathLst>
                <a:path w="301" h="789" extrusionOk="0">
                  <a:moveTo>
                    <a:pt x="244" y="1"/>
                  </a:moveTo>
                  <a:cubicBezTo>
                    <a:pt x="193" y="1"/>
                    <a:pt x="115" y="162"/>
                    <a:pt x="67" y="370"/>
                  </a:cubicBezTo>
                  <a:cubicBezTo>
                    <a:pt x="17" y="603"/>
                    <a:pt x="0" y="787"/>
                    <a:pt x="50" y="787"/>
                  </a:cubicBezTo>
                  <a:cubicBezTo>
                    <a:pt x="53" y="788"/>
                    <a:pt x="55" y="788"/>
                    <a:pt x="58" y="788"/>
                  </a:cubicBezTo>
                  <a:cubicBezTo>
                    <a:pt x="108" y="788"/>
                    <a:pt x="186" y="627"/>
                    <a:pt x="234" y="420"/>
                  </a:cubicBezTo>
                  <a:cubicBezTo>
                    <a:pt x="284" y="202"/>
                    <a:pt x="301" y="19"/>
                    <a:pt x="251" y="2"/>
                  </a:cubicBezTo>
                  <a:cubicBezTo>
                    <a:pt x="249" y="1"/>
                    <a:pt x="246" y="1"/>
                    <a:pt x="2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9"/>
            <p:cNvSpPr/>
            <p:nvPr/>
          </p:nvSpPr>
          <p:spPr>
            <a:xfrm>
              <a:off x="7676036" y="2883557"/>
              <a:ext cx="15585" cy="215429"/>
            </a:xfrm>
            <a:custGeom>
              <a:avLst/>
              <a:gdLst/>
              <a:ahLst/>
              <a:cxnLst/>
              <a:rect l="l" t="t" r="r" b="b"/>
              <a:pathLst>
                <a:path w="486" h="6718" extrusionOk="0">
                  <a:moveTo>
                    <a:pt x="418" y="1"/>
                  </a:moveTo>
                  <a:cubicBezTo>
                    <a:pt x="368" y="318"/>
                    <a:pt x="335" y="652"/>
                    <a:pt x="335" y="987"/>
                  </a:cubicBezTo>
                  <a:cubicBezTo>
                    <a:pt x="318" y="1588"/>
                    <a:pt x="268" y="2424"/>
                    <a:pt x="201" y="3359"/>
                  </a:cubicBezTo>
                  <a:cubicBezTo>
                    <a:pt x="134" y="4278"/>
                    <a:pt x="67" y="5114"/>
                    <a:pt x="34" y="5732"/>
                  </a:cubicBezTo>
                  <a:cubicBezTo>
                    <a:pt x="1" y="6049"/>
                    <a:pt x="1" y="6383"/>
                    <a:pt x="34" y="6718"/>
                  </a:cubicBezTo>
                  <a:cubicBezTo>
                    <a:pt x="101" y="6383"/>
                    <a:pt x="134" y="6066"/>
                    <a:pt x="151" y="5732"/>
                  </a:cubicBezTo>
                  <a:cubicBezTo>
                    <a:pt x="218" y="5130"/>
                    <a:pt x="301" y="4295"/>
                    <a:pt x="368" y="3359"/>
                  </a:cubicBezTo>
                  <a:cubicBezTo>
                    <a:pt x="435" y="2440"/>
                    <a:pt x="468" y="1588"/>
                    <a:pt x="468" y="987"/>
                  </a:cubicBezTo>
                  <a:cubicBezTo>
                    <a:pt x="485" y="652"/>
                    <a:pt x="468" y="318"/>
                    <a:pt x="4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9"/>
            <p:cNvSpPr/>
            <p:nvPr/>
          </p:nvSpPr>
          <p:spPr>
            <a:xfrm>
              <a:off x="7647111" y="2888399"/>
              <a:ext cx="30015" cy="210619"/>
            </a:xfrm>
            <a:custGeom>
              <a:avLst/>
              <a:gdLst/>
              <a:ahLst/>
              <a:cxnLst/>
              <a:rect l="l" t="t" r="r" b="b"/>
              <a:pathLst>
                <a:path w="936" h="6568" extrusionOk="0">
                  <a:moveTo>
                    <a:pt x="385" y="0"/>
                  </a:moveTo>
                  <a:cubicBezTo>
                    <a:pt x="318" y="334"/>
                    <a:pt x="284" y="669"/>
                    <a:pt x="268" y="1003"/>
                  </a:cubicBezTo>
                  <a:cubicBezTo>
                    <a:pt x="218" y="1638"/>
                    <a:pt x="167" y="2490"/>
                    <a:pt x="117" y="3459"/>
                  </a:cubicBezTo>
                  <a:cubicBezTo>
                    <a:pt x="84" y="3927"/>
                    <a:pt x="67" y="4378"/>
                    <a:pt x="50" y="4796"/>
                  </a:cubicBezTo>
                  <a:cubicBezTo>
                    <a:pt x="0" y="5180"/>
                    <a:pt x="50" y="5564"/>
                    <a:pt x="167" y="5915"/>
                  </a:cubicBezTo>
                  <a:cubicBezTo>
                    <a:pt x="251" y="6166"/>
                    <a:pt x="435" y="6366"/>
                    <a:pt x="652" y="6500"/>
                  </a:cubicBezTo>
                  <a:cubicBezTo>
                    <a:pt x="771" y="6559"/>
                    <a:pt x="865" y="6568"/>
                    <a:pt x="909" y="6568"/>
                  </a:cubicBezTo>
                  <a:cubicBezTo>
                    <a:pt x="926" y="6568"/>
                    <a:pt x="936" y="6567"/>
                    <a:pt x="936" y="6567"/>
                  </a:cubicBezTo>
                  <a:cubicBezTo>
                    <a:pt x="936" y="6550"/>
                    <a:pt x="836" y="6533"/>
                    <a:pt x="685" y="6433"/>
                  </a:cubicBezTo>
                  <a:cubicBezTo>
                    <a:pt x="502" y="6299"/>
                    <a:pt x="351" y="6099"/>
                    <a:pt x="284" y="5882"/>
                  </a:cubicBezTo>
                  <a:cubicBezTo>
                    <a:pt x="184" y="5531"/>
                    <a:pt x="151" y="5163"/>
                    <a:pt x="201" y="4812"/>
                  </a:cubicBezTo>
                  <a:cubicBezTo>
                    <a:pt x="234" y="4395"/>
                    <a:pt x="251" y="3943"/>
                    <a:pt x="284" y="3459"/>
                  </a:cubicBezTo>
                  <a:cubicBezTo>
                    <a:pt x="335" y="2506"/>
                    <a:pt x="368" y="1638"/>
                    <a:pt x="385" y="1019"/>
                  </a:cubicBezTo>
                  <a:cubicBezTo>
                    <a:pt x="418" y="669"/>
                    <a:pt x="418" y="334"/>
                    <a:pt x="3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9"/>
            <p:cNvSpPr/>
            <p:nvPr/>
          </p:nvSpPr>
          <p:spPr>
            <a:xfrm>
              <a:off x="7529231" y="2898565"/>
              <a:ext cx="74493" cy="91136"/>
            </a:xfrm>
            <a:custGeom>
              <a:avLst/>
              <a:gdLst/>
              <a:ahLst/>
              <a:cxnLst/>
              <a:rect l="l" t="t" r="r" b="b"/>
              <a:pathLst>
                <a:path w="2323" h="2842" extrusionOk="0">
                  <a:moveTo>
                    <a:pt x="2290" y="1"/>
                  </a:moveTo>
                  <a:cubicBezTo>
                    <a:pt x="2223" y="184"/>
                    <a:pt x="2189" y="368"/>
                    <a:pt x="2156" y="552"/>
                  </a:cubicBezTo>
                  <a:cubicBezTo>
                    <a:pt x="1905" y="1438"/>
                    <a:pt x="1320" y="2173"/>
                    <a:pt x="518" y="2590"/>
                  </a:cubicBezTo>
                  <a:cubicBezTo>
                    <a:pt x="335" y="2657"/>
                    <a:pt x="168" y="2741"/>
                    <a:pt x="0" y="2841"/>
                  </a:cubicBezTo>
                  <a:cubicBezTo>
                    <a:pt x="201" y="2841"/>
                    <a:pt x="385" y="2791"/>
                    <a:pt x="569" y="2707"/>
                  </a:cubicBezTo>
                  <a:cubicBezTo>
                    <a:pt x="1437" y="2323"/>
                    <a:pt x="2089" y="1521"/>
                    <a:pt x="2273" y="585"/>
                  </a:cubicBezTo>
                  <a:cubicBezTo>
                    <a:pt x="2323" y="402"/>
                    <a:pt x="2323" y="201"/>
                    <a:pt x="22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9"/>
            <p:cNvSpPr/>
            <p:nvPr/>
          </p:nvSpPr>
          <p:spPr>
            <a:xfrm>
              <a:off x="7327237" y="3643044"/>
              <a:ext cx="739958" cy="75327"/>
            </a:xfrm>
            <a:custGeom>
              <a:avLst/>
              <a:gdLst/>
              <a:ahLst/>
              <a:cxnLst/>
              <a:rect l="l" t="t" r="r" b="b"/>
              <a:pathLst>
                <a:path w="23075" h="2349" extrusionOk="0">
                  <a:moveTo>
                    <a:pt x="17623" y="0"/>
                  </a:moveTo>
                  <a:cubicBezTo>
                    <a:pt x="17160" y="0"/>
                    <a:pt x="16692" y="37"/>
                    <a:pt x="16224" y="126"/>
                  </a:cubicBezTo>
                  <a:cubicBezTo>
                    <a:pt x="15472" y="260"/>
                    <a:pt x="14737" y="511"/>
                    <a:pt x="14052" y="878"/>
                  </a:cubicBezTo>
                  <a:cubicBezTo>
                    <a:pt x="13350" y="1263"/>
                    <a:pt x="12682" y="1764"/>
                    <a:pt x="11897" y="1981"/>
                  </a:cubicBezTo>
                  <a:cubicBezTo>
                    <a:pt x="11657" y="2051"/>
                    <a:pt x="11416" y="2081"/>
                    <a:pt x="11176" y="2081"/>
                  </a:cubicBezTo>
                  <a:cubicBezTo>
                    <a:pt x="10613" y="2081"/>
                    <a:pt x="10056" y="1918"/>
                    <a:pt x="9541" y="1730"/>
                  </a:cubicBezTo>
                  <a:cubicBezTo>
                    <a:pt x="8806" y="1430"/>
                    <a:pt x="8104" y="1096"/>
                    <a:pt x="7402" y="895"/>
                  </a:cubicBezTo>
                  <a:cubicBezTo>
                    <a:pt x="6306" y="588"/>
                    <a:pt x="5171" y="434"/>
                    <a:pt x="4031" y="434"/>
                  </a:cubicBezTo>
                  <a:cubicBezTo>
                    <a:pt x="3868" y="434"/>
                    <a:pt x="3705" y="438"/>
                    <a:pt x="3543" y="444"/>
                  </a:cubicBezTo>
                  <a:cubicBezTo>
                    <a:pt x="2674" y="477"/>
                    <a:pt x="1788" y="578"/>
                    <a:pt x="936" y="728"/>
                  </a:cubicBezTo>
                  <a:cubicBezTo>
                    <a:pt x="635" y="778"/>
                    <a:pt x="401" y="828"/>
                    <a:pt x="234" y="862"/>
                  </a:cubicBezTo>
                  <a:cubicBezTo>
                    <a:pt x="151" y="878"/>
                    <a:pt x="67" y="912"/>
                    <a:pt x="0" y="928"/>
                  </a:cubicBezTo>
                  <a:cubicBezTo>
                    <a:pt x="84" y="928"/>
                    <a:pt x="167" y="912"/>
                    <a:pt x="251" y="895"/>
                  </a:cubicBezTo>
                  <a:lnTo>
                    <a:pt x="953" y="795"/>
                  </a:lnTo>
                  <a:cubicBezTo>
                    <a:pt x="1805" y="661"/>
                    <a:pt x="2674" y="594"/>
                    <a:pt x="3543" y="578"/>
                  </a:cubicBezTo>
                  <a:cubicBezTo>
                    <a:pt x="3692" y="572"/>
                    <a:pt x="3842" y="569"/>
                    <a:pt x="3992" y="569"/>
                  </a:cubicBezTo>
                  <a:cubicBezTo>
                    <a:pt x="5128" y="569"/>
                    <a:pt x="6260" y="735"/>
                    <a:pt x="7352" y="1045"/>
                  </a:cubicBezTo>
                  <a:cubicBezTo>
                    <a:pt x="8054" y="1246"/>
                    <a:pt x="8739" y="1580"/>
                    <a:pt x="9491" y="1881"/>
                  </a:cubicBezTo>
                  <a:cubicBezTo>
                    <a:pt x="9858" y="2031"/>
                    <a:pt x="10259" y="2148"/>
                    <a:pt x="10660" y="2215"/>
                  </a:cubicBezTo>
                  <a:cubicBezTo>
                    <a:pt x="10828" y="2241"/>
                    <a:pt x="10993" y="2254"/>
                    <a:pt x="11156" y="2254"/>
                  </a:cubicBezTo>
                  <a:cubicBezTo>
                    <a:pt x="11417" y="2254"/>
                    <a:pt x="11673" y="2220"/>
                    <a:pt x="11930" y="2148"/>
                  </a:cubicBezTo>
                  <a:cubicBezTo>
                    <a:pt x="12782" y="1914"/>
                    <a:pt x="13451" y="1413"/>
                    <a:pt x="14136" y="1029"/>
                  </a:cubicBezTo>
                  <a:cubicBezTo>
                    <a:pt x="14804" y="661"/>
                    <a:pt x="15523" y="410"/>
                    <a:pt x="16258" y="277"/>
                  </a:cubicBezTo>
                  <a:cubicBezTo>
                    <a:pt x="16714" y="188"/>
                    <a:pt x="17171" y="143"/>
                    <a:pt x="17628" y="143"/>
                  </a:cubicBezTo>
                  <a:cubicBezTo>
                    <a:pt x="17856" y="143"/>
                    <a:pt x="18085" y="154"/>
                    <a:pt x="18313" y="177"/>
                  </a:cubicBezTo>
                  <a:cubicBezTo>
                    <a:pt x="18898" y="227"/>
                    <a:pt x="19483" y="344"/>
                    <a:pt x="20051" y="527"/>
                  </a:cubicBezTo>
                  <a:cubicBezTo>
                    <a:pt x="20886" y="795"/>
                    <a:pt x="21655" y="1196"/>
                    <a:pt x="22340" y="1730"/>
                  </a:cubicBezTo>
                  <a:cubicBezTo>
                    <a:pt x="22540" y="1881"/>
                    <a:pt x="22707" y="2031"/>
                    <a:pt x="22874" y="2198"/>
                  </a:cubicBezTo>
                  <a:cubicBezTo>
                    <a:pt x="22941" y="2248"/>
                    <a:pt x="23008" y="2299"/>
                    <a:pt x="23075" y="2349"/>
                  </a:cubicBezTo>
                  <a:cubicBezTo>
                    <a:pt x="23025" y="2282"/>
                    <a:pt x="22975" y="2232"/>
                    <a:pt x="22908" y="2165"/>
                  </a:cubicBezTo>
                  <a:cubicBezTo>
                    <a:pt x="22741" y="1998"/>
                    <a:pt x="22574" y="1831"/>
                    <a:pt x="22390" y="1680"/>
                  </a:cubicBezTo>
                  <a:cubicBezTo>
                    <a:pt x="21705" y="1129"/>
                    <a:pt x="20919" y="695"/>
                    <a:pt x="20101" y="410"/>
                  </a:cubicBezTo>
                  <a:cubicBezTo>
                    <a:pt x="19516" y="227"/>
                    <a:pt x="18914" y="93"/>
                    <a:pt x="18313" y="26"/>
                  </a:cubicBezTo>
                  <a:cubicBezTo>
                    <a:pt x="18085" y="9"/>
                    <a:pt x="17854" y="0"/>
                    <a:pt x="176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9"/>
            <p:cNvSpPr/>
            <p:nvPr/>
          </p:nvSpPr>
          <p:spPr>
            <a:xfrm>
              <a:off x="7179887" y="2582379"/>
              <a:ext cx="821409" cy="270457"/>
            </a:xfrm>
            <a:custGeom>
              <a:avLst/>
              <a:gdLst/>
              <a:ahLst/>
              <a:cxnLst/>
              <a:rect l="l" t="t" r="r" b="b"/>
              <a:pathLst>
                <a:path w="25615" h="8434" extrusionOk="0">
                  <a:moveTo>
                    <a:pt x="6462" y="1"/>
                  </a:moveTo>
                  <a:cubicBezTo>
                    <a:pt x="6359" y="1"/>
                    <a:pt x="6258" y="49"/>
                    <a:pt x="6199" y="153"/>
                  </a:cubicBezTo>
                  <a:cubicBezTo>
                    <a:pt x="6099" y="337"/>
                    <a:pt x="6099" y="821"/>
                    <a:pt x="6300" y="1389"/>
                  </a:cubicBezTo>
                  <a:cubicBezTo>
                    <a:pt x="6467" y="1874"/>
                    <a:pt x="6350" y="2409"/>
                    <a:pt x="5982" y="2776"/>
                  </a:cubicBezTo>
                  <a:cubicBezTo>
                    <a:pt x="5598" y="3010"/>
                    <a:pt x="5113" y="3311"/>
                    <a:pt x="4612" y="3578"/>
                  </a:cubicBezTo>
                  <a:cubicBezTo>
                    <a:pt x="4612" y="3578"/>
                    <a:pt x="2940" y="3891"/>
                    <a:pt x="2343" y="3891"/>
                  </a:cubicBezTo>
                  <a:cubicBezTo>
                    <a:pt x="2278" y="3891"/>
                    <a:pt x="2225" y="3887"/>
                    <a:pt x="2189" y="3879"/>
                  </a:cubicBezTo>
                  <a:cubicBezTo>
                    <a:pt x="1928" y="3820"/>
                    <a:pt x="1152" y="3583"/>
                    <a:pt x="749" y="3583"/>
                  </a:cubicBezTo>
                  <a:cubicBezTo>
                    <a:pt x="585" y="3583"/>
                    <a:pt x="482" y="3622"/>
                    <a:pt x="502" y="3729"/>
                  </a:cubicBezTo>
                  <a:cubicBezTo>
                    <a:pt x="535" y="3929"/>
                    <a:pt x="2022" y="4547"/>
                    <a:pt x="2791" y="4714"/>
                  </a:cubicBezTo>
                  <a:cubicBezTo>
                    <a:pt x="2121" y="4702"/>
                    <a:pt x="989" y="4485"/>
                    <a:pt x="393" y="4485"/>
                  </a:cubicBezTo>
                  <a:cubicBezTo>
                    <a:pt x="157" y="4485"/>
                    <a:pt x="5" y="4519"/>
                    <a:pt x="0" y="4614"/>
                  </a:cubicBezTo>
                  <a:cubicBezTo>
                    <a:pt x="0" y="4831"/>
                    <a:pt x="2507" y="5433"/>
                    <a:pt x="2507" y="5433"/>
                  </a:cubicBezTo>
                  <a:lnTo>
                    <a:pt x="6985" y="6970"/>
                  </a:lnTo>
                  <a:cubicBezTo>
                    <a:pt x="6985" y="6970"/>
                    <a:pt x="12185" y="8433"/>
                    <a:pt x="17127" y="8433"/>
                  </a:cubicBezTo>
                  <a:cubicBezTo>
                    <a:pt x="20960" y="8433"/>
                    <a:pt x="24637" y="7554"/>
                    <a:pt x="25615" y="4430"/>
                  </a:cubicBezTo>
                  <a:lnTo>
                    <a:pt x="20769" y="1506"/>
                  </a:lnTo>
                  <a:cubicBezTo>
                    <a:pt x="20034" y="2392"/>
                    <a:pt x="19416" y="2609"/>
                    <a:pt x="19416" y="2609"/>
                  </a:cubicBezTo>
                  <a:cubicBezTo>
                    <a:pt x="17677" y="3047"/>
                    <a:pt x="15838" y="3194"/>
                    <a:pt x="14149" y="3194"/>
                  </a:cubicBezTo>
                  <a:cubicBezTo>
                    <a:pt x="11651" y="3194"/>
                    <a:pt x="9482" y="2872"/>
                    <a:pt x="8455" y="2693"/>
                  </a:cubicBezTo>
                  <a:cubicBezTo>
                    <a:pt x="8254" y="2526"/>
                    <a:pt x="8037" y="2342"/>
                    <a:pt x="7787" y="2108"/>
                  </a:cubicBezTo>
                  <a:cubicBezTo>
                    <a:pt x="7569" y="1891"/>
                    <a:pt x="7369" y="1657"/>
                    <a:pt x="7235" y="1373"/>
                  </a:cubicBezTo>
                  <a:cubicBezTo>
                    <a:pt x="7051" y="1039"/>
                    <a:pt x="6918" y="688"/>
                    <a:pt x="6818" y="337"/>
                  </a:cubicBezTo>
                  <a:cubicBezTo>
                    <a:pt x="6797" y="122"/>
                    <a:pt x="6626" y="1"/>
                    <a:pt x="64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9"/>
            <p:cNvSpPr/>
            <p:nvPr/>
          </p:nvSpPr>
          <p:spPr>
            <a:xfrm>
              <a:off x="7717306" y="2176308"/>
              <a:ext cx="171465" cy="99409"/>
            </a:xfrm>
            <a:custGeom>
              <a:avLst/>
              <a:gdLst/>
              <a:ahLst/>
              <a:cxnLst/>
              <a:rect l="l" t="t" r="r" b="b"/>
              <a:pathLst>
                <a:path w="5347" h="3100" extrusionOk="0">
                  <a:moveTo>
                    <a:pt x="5313" y="1"/>
                  </a:moveTo>
                  <a:cubicBezTo>
                    <a:pt x="5280" y="418"/>
                    <a:pt x="5180" y="819"/>
                    <a:pt x="5046" y="1220"/>
                  </a:cubicBezTo>
                  <a:cubicBezTo>
                    <a:pt x="4862" y="1638"/>
                    <a:pt x="4612" y="2006"/>
                    <a:pt x="4278" y="2306"/>
                  </a:cubicBezTo>
                  <a:cubicBezTo>
                    <a:pt x="3877" y="2674"/>
                    <a:pt x="3359" y="2891"/>
                    <a:pt x="2807" y="2925"/>
                  </a:cubicBezTo>
                  <a:cubicBezTo>
                    <a:pt x="2757" y="2928"/>
                    <a:pt x="2707" y="2929"/>
                    <a:pt x="2657" y="2929"/>
                  </a:cubicBezTo>
                  <a:cubicBezTo>
                    <a:pt x="2159" y="2929"/>
                    <a:pt x="1680" y="2779"/>
                    <a:pt x="1270" y="2490"/>
                  </a:cubicBezTo>
                  <a:cubicBezTo>
                    <a:pt x="902" y="2223"/>
                    <a:pt x="618" y="1889"/>
                    <a:pt x="401" y="1488"/>
                  </a:cubicBezTo>
                  <a:cubicBezTo>
                    <a:pt x="217" y="1103"/>
                    <a:pt x="84" y="719"/>
                    <a:pt x="17" y="301"/>
                  </a:cubicBezTo>
                  <a:cubicBezTo>
                    <a:pt x="0" y="418"/>
                    <a:pt x="0" y="535"/>
                    <a:pt x="17" y="652"/>
                  </a:cubicBezTo>
                  <a:cubicBezTo>
                    <a:pt x="134" y="1437"/>
                    <a:pt x="552" y="2139"/>
                    <a:pt x="1186" y="2624"/>
                  </a:cubicBezTo>
                  <a:cubicBezTo>
                    <a:pt x="1603" y="2921"/>
                    <a:pt x="2113" y="3100"/>
                    <a:pt x="2632" y="3100"/>
                  </a:cubicBezTo>
                  <a:cubicBezTo>
                    <a:pt x="2696" y="3100"/>
                    <a:pt x="2760" y="3097"/>
                    <a:pt x="2824" y="3092"/>
                  </a:cubicBezTo>
                  <a:cubicBezTo>
                    <a:pt x="3409" y="3058"/>
                    <a:pt x="3960" y="2824"/>
                    <a:pt x="4378" y="2423"/>
                  </a:cubicBezTo>
                  <a:cubicBezTo>
                    <a:pt x="4963" y="1889"/>
                    <a:pt x="5297" y="1137"/>
                    <a:pt x="5330" y="335"/>
                  </a:cubicBezTo>
                  <a:cubicBezTo>
                    <a:pt x="5347" y="234"/>
                    <a:pt x="5347" y="118"/>
                    <a:pt x="5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40"/>
          <p:cNvSpPr/>
          <p:nvPr/>
        </p:nvSpPr>
        <p:spPr>
          <a:xfrm>
            <a:off x="0" y="2799675"/>
            <a:ext cx="8152500" cy="16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5" name="Google Shape;1725;p40"/>
          <p:cNvGrpSpPr/>
          <p:nvPr/>
        </p:nvGrpSpPr>
        <p:grpSpPr>
          <a:xfrm rot="10800000">
            <a:off x="7733277" y="-2063518"/>
            <a:ext cx="992854" cy="5056344"/>
            <a:chOff x="7591902" y="2582984"/>
            <a:chExt cx="992854" cy="5056344"/>
          </a:xfrm>
        </p:grpSpPr>
        <p:sp>
          <p:nvSpPr>
            <p:cNvPr id="1726" name="Google Shape;1726;p40"/>
            <p:cNvSpPr/>
            <p:nvPr/>
          </p:nvSpPr>
          <p:spPr>
            <a:xfrm>
              <a:off x="7591902" y="3502459"/>
              <a:ext cx="992854" cy="3950530"/>
            </a:xfrm>
            <a:custGeom>
              <a:avLst/>
              <a:gdLst/>
              <a:ahLst/>
              <a:cxnLst/>
              <a:rect l="l" t="t" r="r" b="b"/>
              <a:pathLst>
                <a:path w="27142" h="107997" extrusionOk="0">
                  <a:moveTo>
                    <a:pt x="2255" y="1"/>
                  </a:moveTo>
                  <a:lnTo>
                    <a:pt x="0" y="107996"/>
                  </a:lnTo>
                  <a:lnTo>
                    <a:pt x="24521" y="107616"/>
                  </a:lnTo>
                  <a:lnTo>
                    <a:pt x="27142" y="1186"/>
                  </a:lnTo>
                  <a:lnTo>
                    <a:pt x="22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0"/>
            <p:cNvSpPr/>
            <p:nvPr/>
          </p:nvSpPr>
          <p:spPr>
            <a:xfrm>
              <a:off x="8046006" y="2582984"/>
              <a:ext cx="216919" cy="273143"/>
            </a:xfrm>
            <a:custGeom>
              <a:avLst/>
              <a:gdLst/>
              <a:ahLst/>
              <a:cxnLst/>
              <a:rect l="l" t="t" r="r" b="b"/>
              <a:pathLst>
                <a:path w="5930" h="7467" extrusionOk="0">
                  <a:moveTo>
                    <a:pt x="3294" y="1"/>
                  </a:moveTo>
                  <a:cubicBezTo>
                    <a:pt x="3294" y="1"/>
                    <a:pt x="0" y="1289"/>
                    <a:pt x="381" y="7276"/>
                  </a:cubicBezTo>
                  <a:lnTo>
                    <a:pt x="5300" y="7467"/>
                  </a:lnTo>
                  <a:cubicBezTo>
                    <a:pt x="5300" y="7467"/>
                    <a:pt x="5929" y="1406"/>
                    <a:pt x="32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0"/>
            <p:cNvSpPr/>
            <p:nvPr/>
          </p:nvSpPr>
          <p:spPr>
            <a:xfrm>
              <a:off x="7674353" y="2817535"/>
              <a:ext cx="910403" cy="728344"/>
            </a:xfrm>
            <a:custGeom>
              <a:avLst/>
              <a:gdLst/>
              <a:ahLst/>
              <a:cxnLst/>
              <a:rect l="l" t="t" r="r" b="b"/>
              <a:pathLst>
                <a:path w="24888" h="19911" extrusionOk="0">
                  <a:moveTo>
                    <a:pt x="9795" y="1"/>
                  </a:moveTo>
                  <a:lnTo>
                    <a:pt x="9209" y="7306"/>
                  </a:lnTo>
                  <a:cubicBezTo>
                    <a:pt x="9209" y="7306"/>
                    <a:pt x="9004" y="10307"/>
                    <a:pt x="5344" y="13820"/>
                  </a:cubicBezTo>
                  <a:cubicBezTo>
                    <a:pt x="1670" y="17334"/>
                    <a:pt x="1" y="18725"/>
                    <a:pt x="1" y="18725"/>
                  </a:cubicBezTo>
                  <a:lnTo>
                    <a:pt x="24888" y="19910"/>
                  </a:lnTo>
                  <a:lnTo>
                    <a:pt x="24888" y="19910"/>
                  </a:lnTo>
                  <a:lnTo>
                    <a:pt x="20306" y="15182"/>
                  </a:lnTo>
                  <a:cubicBezTo>
                    <a:pt x="19413" y="14245"/>
                    <a:pt x="18666" y="13162"/>
                    <a:pt x="18124" y="11990"/>
                  </a:cubicBezTo>
                  <a:cubicBezTo>
                    <a:pt x="17451" y="10541"/>
                    <a:pt x="16646" y="8594"/>
                    <a:pt x="16529" y="7467"/>
                  </a:cubicBezTo>
                  <a:cubicBezTo>
                    <a:pt x="16265" y="4890"/>
                    <a:pt x="16602" y="498"/>
                    <a:pt x="16602" y="498"/>
                  </a:cubicBezTo>
                  <a:lnTo>
                    <a:pt x="97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40"/>
            <p:cNvSpPr/>
            <p:nvPr/>
          </p:nvSpPr>
          <p:spPr>
            <a:xfrm>
              <a:off x="7591902" y="7439016"/>
              <a:ext cx="897015" cy="200312"/>
            </a:xfrm>
            <a:custGeom>
              <a:avLst/>
              <a:gdLst/>
              <a:ahLst/>
              <a:cxnLst/>
              <a:rect l="l" t="t" r="r" b="b"/>
              <a:pathLst>
                <a:path w="24522" h="5476" extrusionOk="0">
                  <a:moveTo>
                    <a:pt x="24521" y="1"/>
                  </a:moveTo>
                  <a:lnTo>
                    <a:pt x="0" y="396"/>
                  </a:lnTo>
                  <a:cubicBezTo>
                    <a:pt x="0" y="396"/>
                    <a:pt x="3250" y="4378"/>
                    <a:pt x="11448" y="5344"/>
                  </a:cubicBezTo>
                  <a:cubicBezTo>
                    <a:pt x="12211" y="5434"/>
                    <a:pt x="12935" y="5476"/>
                    <a:pt x="13622" y="5476"/>
                  </a:cubicBezTo>
                  <a:cubicBezTo>
                    <a:pt x="21511" y="5476"/>
                    <a:pt x="24521" y="1"/>
                    <a:pt x="245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40"/>
            <p:cNvSpPr/>
            <p:nvPr/>
          </p:nvSpPr>
          <p:spPr>
            <a:xfrm>
              <a:off x="7928730" y="3521225"/>
              <a:ext cx="324026" cy="3926936"/>
            </a:xfrm>
            <a:custGeom>
              <a:avLst/>
              <a:gdLst/>
              <a:ahLst/>
              <a:cxnLst/>
              <a:rect l="l" t="t" r="r" b="b"/>
              <a:pathLst>
                <a:path w="8858" h="107352" extrusionOk="0">
                  <a:moveTo>
                    <a:pt x="2577" y="0"/>
                  </a:moveTo>
                  <a:lnTo>
                    <a:pt x="0" y="107352"/>
                  </a:lnTo>
                  <a:lnTo>
                    <a:pt x="6632" y="107234"/>
                  </a:lnTo>
                  <a:lnTo>
                    <a:pt x="8857" y="307"/>
                  </a:lnTo>
                  <a:lnTo>
                    <a:pt x="2577" y="0"/>
                  </a:lnTo>
                  <a:close/>
                </a:path>
              </a:pathLst>
            </a:custGeom>
            <a:solidFill>
              <a:schemeClr val="lt1">
                <a:alpha val="272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1" name="Google Shape;1731;p4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cxnSp>
        <p:nvCxnSpPr>
          <p:cNvPr id="1732" name="Google Shape;1732;p40"/>
          <p:cNvCxnSpPr/>
          <p:nvPr/>
        </p:nvCxnSpPr>
        <p:spPr>
          <a:xfrm>
            <a:off x="2221464" y="2885725"/>
            <a:ext cx="0" cy="662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3" name="Google Shape;1733;p40"/>
          <p:cNvSpPr/>
          <p:nvPr/>
        </p:nvSpPr>
        <p:spPr>
          <a:xfrm>
            <a:off x="2161752" y="3548425"/>
            <a:ext cx="119400" cy="119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34" name="Google Shape;1734;p40"/>
          <p:cNvCxnSpPr/>
          <p:nvPr/>
        </p:nvCxnSpPr>
        <p:spPr>
          <a:xfrm>
            <a:off x="4657846" y="2858671"/>
            <a:ext cx="0" cy="662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5" name="Google Shape;1735;p40"/>
          <p:cNvSpPr/>
          <p:nvPr/>
        </p:nvSpPr>
        <p:spPr>
          <a:xfrm>
            <a:off x="4598134" y="3521371"/>
            <a:ext cx="119400" cy="119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38" name="Google Shape;1738;p40"/>
          <p:cNvCxnSpPr/>
          <p:nvPr/>
        </p:nvCxnSpPr>
        <p:spPr>
          <a:xfrm rot="10800000">
            <a:off x="6265947" y="2267806"/>
            <a:ext cx="0" cy="662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9" name="Google Shape;1739;p40"/>
          <p:cNvSpPr/>
          <p:nvPr/>
        </p:nvSpPr>
        <p:spPr>
          <a:xfrm rot="10800000">
            <a:off x="6206235" y="2148281"/>
            <a:ext cx="119400" cy="119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40" name="Google Shape;1740;p40"/>
          <p:cNvCxnSpPr/>
          <p:nvPr/>
        </p:nvCxnSpPr>
        <p:spPr>
          <a:xfrm rot="10800000">
            <a:off x="3451400" y="2229750"/>
            <a:ext cx="0" cy="662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1" name="Google Shape;1741;p40"/>
          <p:cNvSpPr/>
          <p:nvPr/>
        </p:nvSpPr>
        <p:spPr>
          <a:xfrm rot="10800000">
            <a:off x="3391688" y="2110225"/>
            <a:ext cx="119400" cy="119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2" name="Google Shape;1742;p40"/>
          <p:cNvSpPr txBox="1">
            <a:spLocks noGrp="1"/>
          </p:cNvSpPr>
          <p:nvPr>
            <p:ph type="subTitle" idx="1"/>
          </p:nvPr>
        </p:nvSpPr>
        <p:spPr>
          <a:xfrm>
            <a:off x="1380693" y="3738456"/>
            <a:ext cx="16956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Understand the data</a:t>
            </a:r>
            <a:endParaRPr dirty="0"/>
          </a:p>
        </p:txBody>
      </p:sp>
      <p:sp>
        <p:nvSpPr>
          <p:cNvPr id="1744" name="Google Shape;1744;p40"/>
          <p:cNvSpPr txBox="1">
            <a:spLocks noGrp="1"/>
          </p:cNvSpPr>
          <p:nvPr>
            <p:ph type="subTitle" idx="3"/>
          </p:nvPr>
        </p:nvSpPr>
        <p:spPr>
          <a:xfrm>
            <a:off x="3826127" y="3728231"/>
            <a:ext cx="1695600" cy="5879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Evaluation</a:t>
            </a:r>
            <a:endParaRPr dirty="0"/>
          </a:p>
        </p:txBody>
      </p:sp>
      <p:sp>
        <p:nvSpPr>
          <p:cNvPr id="1747" name="Google Shape;1747;p40"/>
          <p:cNvSpPr txBox="1">
            <a:spLocks noGrp="1"/>
          </p:cNvSpPr>
          <p:nvPr>
            <p:ph type="subTitle" idx="7"/>
          </p:nvPr>
        </p:nvSpPr>
        <p:spPr>
          <a:xfrm>
            <a:off x="2603587" y="1471678"/>
            <a:ext cx="16956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EDA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</a:t>
            </a:r>
            <a:r>
              <a:rPr lang="en" dirty="0"/>
              <a:t>nd Modeling</a:t>
            </a:r>
            <a:endParaRPr dirty="0"/>
          </a:p>
        </p:txBody>
      </p:sp>
      <p:sp>
        <p:nvSpPr>
          <p:cNvPr id="1748" name="Google Shape;1748;p40"/>
          <p:cNvSpPr txBox="1">
            <a:spLocks noGrp="1"/>
          </p:cNvSpPr>
          <p:nvPr>
            <p:ph type="subTitle" idx="9"/>
          </p:nvPr>
        </p:nvSpPr>
        <p:spPr>
          <a:xfrm>
            <a:off x="5403797" y="1691759"/>
            <a:ext cx="1695600" cy="3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Improvements</a:t>
            </a:r>
            <a:endParaRPr dirty="0"/>
          </a:p>
        </p:txBody>
      </p:sp>
      <p:grpSp>
        <p:nvGrpSpPr>
          <p:cNvPr id="1764" name="Google Shape;1764;p40"/>
          <p:cNvGrpSpPr/>
          <p:nvPr/>
        </p:nvGrpSpPr>
        <p:grpSpPr>
          <a:xfrm>
            <a:off x="1921515" y="2137731"/>
            <a:ext cx="599886" cy="522326"/>
            <a:chOff x="2659157" y="2017412"/>
            <a:chExt cx="319190" cy="271240"/>
          </a:xfrm>
        </p:grpSpPr>
        <p:sp>
          <p:nvSpPr>
            <p:cNvPr id="1765" name="Google Shape;1765;p40"/>
            <p:cNvSpPr/>
            <p:nvPr/>
          </p:nvSpPr>
          <p:spPr>
            <a:xfrm>
              <a:off x="2808183" y="2086765"/>
              <a:ext cx="164125" cy="149314"/>
            </a:xfrm>
            <a:custGeom>
              <a:avLst/>
              <a:gdLst/>
              <a:ahLst/>
              <a:cxnLst/>
              <a:rect l="l" t="t" r="r" b="b"/>
              <a:pathLst>
                <a:path w="6250" h="5686" extrusionOk="0">
                  <a:moveTo>
                    <a:pt x="3934" y="1"/>
                  </a:moveTo>
                  <a:lnTo>
                    <a:pt x="2728" y="919"/>
                  </a:lnTo>
                  <a:lnTo>
                    <a:pt x="1733" y="584"/>
                  </a:lnTo>
                  <a:lnTo>
                    <a:pt x="0" y="1991"/>
                  </a:lnTo>
                  <a:lnTo>
                    <a:pt x="2670" y="5685"/>
                  </a:lnTo>
                  <a:lnTo>
                    <a:pt x="6250" y="3140"/>
                  </a:lnTo>
                  <a:lnTo>
                    <a:pt x="3934" y="1"/>
                  </a:lnTo>
                  <a:close/>
                </a:path>
              </a:pathLst>
            </a:custGeom>
            <a:solidFill>
              <a:srgbClr val="CED6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0"/>
            <p:cNvSpPr/>
            <p:nvPr/>
          </p:nvSpPr>
          <p:spPr>
            <a:xfrm>
              <a:off x="2881816" y="2017412"/>
              <a:ext cx="96532" cy="177334"/>
            </a:xfrm>
            <a:custGeom>
              <a:avLst/>
              <a:gdLst/>
              <a:ahLst/>
              <a:cxnLst/>
              <a:rect l="l" t="t" r="r" b="b"/>
              <a:pathLst>
                <a:path w="3676" h="6753" extrusionOk="0">
                  <a:moveTo>
                    <a:pt x="3675" y="0"/>
                  </a:moveTo>
                  <a:lnTo>
                    <a:pt x="106" y="2536"/>
                  </a:lnTo>
                  <a:cubicBezTo>
                    <a:pt x="10" y="2594"/>
                    <a:pt x="0" y="2718"/>
                    <a:pt x="58" y="2804"/>
                  </a:cubicBezTo>
                  <a:lnTo>
                    <a:pt x="3063" y="6680"/>
                  </a:lnTo>
                  <a:cubicBezTo>
                    <a:pt x="3101" y="6729"/>
                    <a:pt x="3153" y="6753"/>
                    <a:pt x="3208" y="6753"/>
                  </a:cubicBezTo>
                  <a:cubicBezTo>
                    <a:pt x="3250" y="6753"/>
                    <a:pt x="3293" y="6738"/>
                    <a:pt x="3331" y="6709"/>
                  </a:cubicBezTo>
                  <a:lnTo>
                    <a:pt x="3675" y="6441"/>
                  </a:lnTo>
                  <a:lnTo>
                    <a:pt x="3675" y="0"/>
                  </a:ln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0"/>
            <p:cNvSpPr/>
            <p:nvPr/>
          </p:nvSpPr>
          <p:spPr>
            <a:xfrm>
              <a:off x="2947650" y="2150603"/>
              <a:ext cx="30698" cy="44196"/>
            </a:xfrm>
            <a:custGeom>
              <a:avLst/>
              <a:gdLst/>
              <a:ahLst/>
              <a:cxnLst/>
              <a:rect l="l" t="t" r="r" b="b"/>
              <a:pathLst>
                <a:path w="1169" h="1683" extrusionOk="0">
                  <a:moveTo>
                    <a:pt x="1168" y="0"/>
                  </a:moveTo>
                  <a:lnTo>
                    <a:pt x="1" y="890"/>
                  </a:lnTo>
                  <a:lnTo>
                    <a:pt x="556" y="1608"/>
                  </a:lnTo>
                  <a:cubicBezTo>
                    <a:pt x="595" y="1658"/>
                    <a:pt x="650" y="1683"/>
                    <a:pt x="707" y="1683"/>
                  </a:cubicBezTo>
                  <a:cubicBezTo>
                    <a:pt x="747" y="1683"/>
                    <a:pt x="788" y="1670"/>
                    <a:pt x="824" y="1646"/>
                  </a:cubicBezTo>
                  <a:lnTo>
                    <a:pt x="1168" y="1369"/>
                  </a:lnTo>
                  <a:lnTo>
                    <a:pt x="1168" y="0"/>
                  </a:ln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0"/>
            <p:cNvSpPr/>
            <p:nvPr/>
          </p:nvSpPr>
          <p:spPr>
            <a:xfrm>
              <a:off x="2818976" y="2136029"/>
              <a:ext cx="124682" cy="83034"/>
            </a:xfrm>
            <a:custGeom>
              <a:avLst/>
              <a:gdLst/>
              <a:ahLst/>
              <a:cxnLst/>
              <a:rect l="l" t="t" r="r" b="b"/>
              <a:pathLst>
                <a:path w="4748" h="3162" extrusionOk="0">
                  <a:moveTo>
                    <a:pt x="546" y="0"/>
                  </a:moveTo>
                  <a:lnTo>
                    <a:pt x="1" y="1005"/>
                  </a:lnTo>
                  <a:lnTo>
                    <a:pt x="3829" y="3092"/>
                  </a:lnTo>
                  <a:cubicBezTo>
                    <a:pt x="3916" y="3139"/>
                    <a:pt x="4009" y="3162"/>
                    <a:pt x="4101" y="3162"/>
                  </a:cubicBezTo>
                  <a:cubicBezTo>
                    <a:pt x="4303" y="3162"/>
                    <a:pt x="4499" y="3053"/>
                    <a:pt x="4604" y="2862"/>
                  </a:cubicBezTo>
                  <a:cubicBezTo>
                    <a:pt x="4748" y="2584"/>
                    <a:pt x="4652" y="2240"/>
                    <a:pt x="4374" y="2087"/>
                  </a:cubicBezTo>
                  <a:lnTo>
                    <a:pt x="546" y="0"/>
                  </a:ln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0"/>
            <p:cNvSpPr/>
            <p:nvPr/>
          </p:nvSpPr>
          <p:spPr>
            <a:xfrm>
              <a:off x="2867741" y="2177730"/>
              <a:ext cx="73160" cy="41360"/>
            </a:xfrm>
            <a:custGeom>
              <a:avLst/>
              <a:gdLst/>
              <a:ahLst/>
              <a:cxnLst/>
              <a:rect l="l" t="t" r="r" b="b"/>
              <a:pathLst>
                <a:path w="2786" h="1575" extrusionOk="0">
                  <a:moveTo>
                    <a:pt x="240" y="1"/>
                  </a:moveTo>
                  <a:lnTo>
                    <a:pt x="1" y="432"/>
                  </a:lnTo>
                  <a:lnTo>
                    <a:pt x="1972" y="1504"/>
                  </a:lnTo>
                  <a:cubicBezTo>
                    <a:pt x="2058" y="1552"/>
                    <a:pt x="2152" y="1575"/>
                    <a:pt x="2244" y="1575"/>
                  </a:cubicBezTo>
                  <a:cubicBezTo>
                    <a:pt x="2478" y="1575"/>
                    <a:pt x="2703" y="1428"/>
                    <a:pt x="2785" y="1188"/>
                  </a:cubicBezTo>
                  <a:lnTo>
                    <a:pt x="2785" y="1188"/>
                  </a:lnTo>
                  <a:cubicBezTo>
                    <a:pt x="2729" y="1205"/>
                    <a:pt x="2672" y="1214"/>
                    <a:pt x="2615" y="1214"/>
                  </a:cubicBezTo>
                  <a:cubicBezTo>
                    <a:pt x="2517" y="1214"/>
                    <a:pt x="2421" y="1188"/>
                    <a:pt x="2336" y="1140"/>
                  </a:cubicBezTo>
                  <a:lnTo>
                    <a:pt x="240" y="1"/>
                  </a:lnTo>
                  <a:close/>
                </a:path>
              </a:pathLst>
            </a:custGeom>
            <a:solidFill>
              <a:srgbClr val="CED6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0"/>
            <p:cNvSpPr/>
            <p:nvPr/>
          </p:nvSpPr>
          <p:spPr>
            <a:xfrm>
              <a:off x="2795867" y="2157641"/>
              <a:ext cx="124919" cy="82798"/>
            </a:xfrm>
            <a:custGeom>
              <a:avLst/>
              <a:gdLst/>
              <a:ahLst/>
              <a:cxnLst/>
              <a:rect l="l" t="t" r="r" b="b"/>
              <a:pathLst>
                <a:path w="4757" h="3153" extrusionOk="0">
                  <a:moveTo>
                    <a:pt x="546" y="0"/>
                  </a:moveTo>
                  <a:lnTo>
                    <a:pt x="0" y="996"/>
                  </a:lnTo>
                  <a:lnTo>
                    <a:pt x="3829" y="3082"/>
                  </a:lnTo>
                  <a:cubicBezTo>
                    <a:pt x="3916" y="3130"/>
                    <a:pt x="4010" y="3153"/>
                    <a:pt x="4102" y="3153"/>
                  </a:cubicBezTo>
                  <a:cubicBezTo>
                    <a:pt x="4304" y="3153"/>
                    <a:pt x="4499" y="3046"/>
                    <a:pt x="4604" y="2862"/>
                  </a:cubicBezTo>
                  <a:cubicBezTo>
                    <a:pt x="4757" y="2584"/>
                    <a:pt x="4652" y="2240"/>
                    <a:pt x="4374" y="2087"/>
                  </a:cubicBezTo>
                  <a:lnTo>
                    <a:pt x="546" y="0"/>
                  </a:ln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0"/>
            <p:cNvSpPr/>
            <p:nvPr/>
          </p:nvSpPr>
          <p:spPr>
            <a:xfrm>
              <a:off x="2852667" y="2204620"/>
              <a:ext cx="65099" cy="35845"/>
            </a:xfrm>
            <a:custGeom>
              <a:avLst/>
              <a:gdLst/>
              <a:ahLst/>
              <a:cxnLst/>
              <a:rect l="l" t="t" r="r" b="b"/>
              <a:pathLst>
                <a:path w="2479" h="1365" extrusionOk="0">
                  <a:moveTo>
                    <a:pt x="220" y="1"/>
                  </a:moveTo>
                  <a:lnTo>
                    <a:pt x="0" y="384"/>
                  </a:lnTo>
                  <a:lnTo>
                    <a:pt x="1666" y="1293"/>
                  </a:lnTo>
                  <a:cubicBezTo>
                    <a:pt x="1752" y="1342"/>
                    <a:pt x="1845" y="1364"/>
                    <a:pt x="1937" y="1364"/>
                  </a:cubicBezTo>
                  <a:cubicBezTo>
                    <a:pt x="2171" y="1364"/>
                    <a:pt x="2397" y="1218"/>
                    <a:pt x="2479" y="977"/>
                  </a:cubicBezTo>
                  <a:lnTo>
                    <a:pt x="2479" y="977"/>
                  </a:lnTo>
                  <a:cubicBezTo>
                    <a:pt x="2405" y="1012"/>
                    <a:pt x="2325" y="1029"/>
                    <a:pt x="2245" y="1029"/>
                  </a:cubicBezTo>
                  <a:cubicBezTo>
                    <a:pt x="2150" y="1029"/>
                    <a:pt x="2055" y="1005"/>
                    <a:pt x="1972" y="958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CED6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0"/>
            <p:cNvSpPr/>
            <p:nvPr/>
          </p:nvSpPr>
          <p:spPr>
            <a:xfrm>
              <a:off x="2772732" y="2178990"/>
              <a:ext cx="124945" cy="83060"/>
            </a:xfrm>
            <a:custGeom>
              <a:avLst/>
              <a:gdLst/>
              <a:ahLst/>
              <a:cxnLst/>
              <a:rect l="l" t="t" r="r" b="b"/>
              <a:pathLst>
                <a:path w="4758" h="3163" extrusionOk="0">
                  <a:moveTo>
                    <a:pt x="546" y="1"/>
                  </a:moveTo>
                  <a:lnTo>
                    <a:pt x="1" y="1006"/>
                  </a:lnTo>
                  <a:lnTo>
                    <a:pt x="3829" y="3092"/>
                  </a:lnTo>
                  <a:cubicBezTo>
                    <a:pt x="3916" y="3140"/>
                    <a:pt x="4009" y="3163"/>
                    <a:pt x="4101" y="3163"/>
                  </a:cubicBezTo>
                  <a:cubicBezTo>
                    <a:pt x="4303" y="3163"/>
                    <a:pt x="4499" y="3053"/>
                    <a:pt x="4604" y="2862"/>
                  </a:cubicBezTo>
                  <a:cubicBezTo>
                    <a:pt x="4757" y="2585"/>
                    <a:pt x="4652" y="2240"/>
                    <a:pt x="4375" y="2097"/>
                  </a:cubicBezTo>
                  <a:lnTo>
                    <a:pt x="546" y="1"/>
                  </a:ln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0"/>
            <p:cNvSpPr/>
            <p:nvPr/>
          </p:nvSpPr>
          <p:spPr>
            <a:xfrm>
              <a:off x="2837594" y="2231011"/>
              <a:ext cx="56800" cy="31013"/>
            </a:xfrm>
            <a:custGeom>
              <a:avLst/>
              <a:gdLst/>
              <a:ahLst/>
              <a:cxnLst/>
              <a:rect l="l" t="t" r="r" b="b"/>
              <a:pathLst>
                <a:path w="2163" h="1181" extrusionOk="0">
                  <a:moveTo>
                    <a:pt x="211" y="1"/>
                  </a:moveTo>
                  <a:lnTo>
                    <a:pt x="0" y="365"/>
                  </a:lnTo>
                  <a:lnTo>
                    <a:pt x="1359" y="1111"/>
                  </a:lnTo>
                  <a:cubicBezTo>
                    <a:pt x="1445" y="1158"/>
                    <a:pt x="1539" y="1181"/>
                    <a:pt x="1631" y="1181"/>
                  </a:cubicBezTo>
                  <a:cubicBezTo>
                    <a:pt x="1856" y="1181"/>
                    <a:pt x="2075" y="1048"/>
                    <a:pt x="2163" y="824"/>
                  </a:cubicBezTo>
                  <a:lnTo>
                    <a:pt x="2163" y="824"/>
                  </a:lnTo>
                  <a:cubicBezTo>
                    <a:pt x="2092" y="853"/>
                    <a:pt x="2019" y="868"/>
                    <a:pt x="1946" y="868"/>
                  </a:cubicBezTo>
                  <a:cubicBezTo>
                    <a:pt x="1853" y="868"/>
                    <a:pt x="1761" y="844"/>
                    <a:pt x="1675" y="795"/>
                  </a:cubicBezTo>
                  <a:lnTo>
                    <a:pt x="211" y="1"/>
                  </a:lnTo>
                  <a:close/>
                </a:path>
              </a:pathLst>
            </a:custGeom>
            <a:solidFill>
              <a:srgbClr val="CED6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0"/>
            <p:cNvSpPr/>
            <p:nvPr/>
          </p:nvSpPr>
          <p:spPr>
            <a:xfrm>
              <a:off x="2749623" y="2200602"/>
              <a:ext cx="124919" cy="82955"/>
            </a:xfrm>
            <a:custGeom>
              <a:avLst/>
              <a:gdLst/>
              <a:ahLst/>
              <a:cxnLst/>
              <a:rect l="l" t="t" r="r" b="b"/>
              <a:pathLst>
                <a:path w="4757" h="3159" extrusionOk="0">
                  <a:moveTo>
                    <a:pt x="546" y="1"/>
                  </a:moveTo>
                  <a:lnTo>
                    <a:pt x="0" y="996"/>
                  </a:lnTo>
                  <a:lnTo>
                    <a:pt x="3829" y="3092"/>
                  </a:lnTo>
                  <a:cubicBezTo>
                    <a:pt x="3915" y="3137"/>
                    <a:pt x="4008" y="3158"/>
                    <a:pt x="4100" y="3158"/>
                  </a:cubicBezTo>
                  <a:cubicBezTo>
                    <a:pt x="4302" y="3158"/>
                    <a:pt x="4498" y="3053"/>
                    <a:pt x="4604" y="2862"/>
                  </a:cubicBezTo>
                  <a:cubicBezTo>
                    <a:pt x="4757" y="2585"/>
                    <a:pt x="4652" y="2240"/>
                    <a:pt x="4374" y="2087"/>
                  </a:cubicBezTo>
                  <a:lnTo>
                    <a:pt x="546" y="1"/>
                  </a:ln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0"/>
            <p:cNvSpPr/>
            <p:nvPr/>
          </p:nvSpPr>
          <p:spPr>
            <a:xfrm>
              <a:off x="2822495" y="2255906"/>
              <a:ext cx="49054" cy="27494"/>
            </a:xfrm>
            <a:custGeom>
              <a:avLst/>
              <a:gdLst/>
              <a:ahLst/>
              <a:cxnLst/>
              <a:rect l="l" t="t" r="r" b="b"/>
              <a:pathLst>
                <a:path w="1868" h="1047" extrusionOk="0">
                  <a:moveTo>
                    <a:pt x="240" y="0"/>
                  </a:moveTo>
                  <a:lnTo>
                    <a:pt x="1" y="402"/>
                  </a:lnTo>
                  <a:lnTo>
                    <a:pt x="1054" y="976"/>
                  </a:lnTo>
                  <a:cubicBezTo>
                    <a:pt x="1140" y="1024"/>
                    <a:pt x="1234" y="1047"/>
                    <a:pt x="1326" y="1047"/>
                  </a:cubicBezTo>
                  <a:cubicBezTo>
                    <a:pt x="1528" y="1047"/>
                    <a:pt x="1724" y="938"/>
                    <a:pt x="1829" y="747"/>
                  </a:cubicBezTo>
                  <a:cubicBezTo>
                    <a:pt x="1848" y="728"/>
                    <a:pt x="1857" y="699"/>
                    <a:pt x="1867" y="670"/>
                  </a:cubicBezTo>
                  <a:lnTo>
                    <a:pt x="1867" y="670"/>
                  </a:lnTo>
                  <a:cubicBezTo>
                    <a:pt x="1801" y="695"/>
                    <a:pt x="1732" y="707"/>
                    <a:pt x="1663" y="707"/>
                  </a:cubicBezTo>
                  <a:cubicBezTo>
                    <a:pt x="1572" y="707"/>
                    <a:pt x="1480" y="685"/>
                    <a:pt x="1398" y="642"/>
                  </a:cubicBezTo>
                  <a:lnTo>
                    <a:pt x="240" y="0"/>
                  </a:lnTo>
                  <a:close/>
                </a:path>
              </a:pathLst>
            </a:custGeom>
            <a:solidFill>
              <a:srgbClr val="CED6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0"/>
            <p:cNvSpPr/>
            <p:nvPr/>
          </p:nvSpPr>
          <p:spPr>
            <a:xfrm>
              <a:off x="2673968" y="2097059"/>
              <a:ext cx="159109" cy="144036"/>
            </a:xfrm>
            <a:custGeom>
              <a:avLst/>
              <a:gdLst/>
              <a:ahLst/>
              <a:cxnLst/>
              <a:rect l="l" t="t" r="r" b="b"/>
              <a:pathLst>
                <a:path w="6059" h="5485" extrusionOk="0">
                  <a:moveTo>
                    <a:pt x="1896" y="1"/>
                  </a:moveTo>
                  <a:lnTo>
                    <a:pt x="1" y="3418"/>
                  </a:lnTo>
                  <a:lnTo>
                    <a:pt x="3877" y="5485"/>
                  </a:lnTo>
                  <a:lnTo>
                    <a:pt x="6059" y="1484"/>
                  </a:lnTo>
                  <a:lnTo>
                    <a:pt x="4145" y="680"/>
                  </a:lnTo>
                  <a:cubicBezTo>
                    <a:pt x="4106" y="661"/>
                    <a:pt x="4078" y="661"/>
                    <a:pt x="4039" y="661"/>
                  </a:cubicBezTo>
                  <a:lnTo>
                    <a:pt x="3274" y="757"/>
                  </a:lnTo>
                  <a:cubicBezTo>
                    <a:pt x="3226" y="757"/>
                    <a:pt x="3188" y="747"/>
                    <a:pt x="3149" y="728"/>
                  </a:cubicBezTo>
                  <a:lnTo>
                    <a:pt x="1896" y="1"/>
                  </a:ln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0"/>
            <p:cNvSpPr/>
            <p:nvPr/>
          </p:nvSpPr>
          <p:spPr>
            <a:xfrm>
              <a:off x="2659157" y="2039261"/>
              <a:ext cx="98528" cy="170191"/>
            </a:xfrm>
            <a:custGeom>
              <a:avLst/>
              <a:gdLst/>
              <a:ahLst/>
              <a:cxnLst/>
              <a:rect l="l" t="t" r="r" b="b"/>
              <a:pathLst>
                <a:path w="3752" h="6481" extrusionOk="0">
                  <a:moveTo>
                    <a:pt x="0" y="1"/>
                  </a:moveTo>
                  <a:lnTo>
                    <a:pt x="0" y="5810"/>
                  </a:lnTo>
                  <a:lnTo>
                    <a:pt x="1101" y="6451"/>
                  </a:lnTo>
                  <a:cubicBezTo>
                    <a:pt x="1133" y="6471"/>
                    <a:pt x="1170" y="6480"/>
                    <a:pt x="1207" y="6480"/>
                  </a:cubicBezTo>
                  <a:cubicBezTo>
                    <a:pt x="1279" y="6480"/>
                    <a:pt x="1350" y="6444"/>
                    <a:pt x="1388" y="6375"/>
                  </a:cubicBezTo>
                  <a:lnTo>
                    <a:pt x="3694" y="2384"/>
                  </a:lnTo>
                  <a:cubicBezTo>
                    <a:pt x="3752" y="2288"/>
                    <a:pt x="3713" y="2154"/>
                    <a:pt x="3618" y="209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4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0"/>
            <p:cNvSpPr/>
            <p:nvPr/>
          </p:nvSpPr>
          <p:spPr>
            <a:xfrm>
              <a:off x="2659157" y="2039261"/>
              <a:ext cx="75918" cy="159109"/>
            </a:xfrm>
            <a:custGeom>
              <a:avLst/>
              <a:gdLst/>
              <a:ahLst/>
              <a:cxnLst/>
              <a:rect l="l" t="t" r="r" b="b"/>
              <a:pathLst>
                <a:path w="2891" h="6059" extrusionOk="0">
                  <a:moveTo>
                    <a:pt x="0" y="1"/>
                  </a:moveTo>
                  <a:lnTo>
                    <a:pt x="0" y="5810"/>
                  </a:lnTo>
                  <a:lnTo>
                    <a:pt x="431" y="6059"/>
                  </a:lnTo>
                  <a:lnTo>
                    <a:pt x="2890" y="16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E67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0"/>
            <p:cNvSpPr/>
            <p:nvPr/>
          </p:nvSpPr>
          <p:spPr>
            <a:xfrm>
              <a:off x="2659157" y="2159138"/>
              <a:ext cx="47268" cy="50314"/>
            </a:xfrm>
            <a:custGeom>
              <a:avLst/>
              <a:gdLst/>
              <a:ahLst/>
              <a:cxnLst/>
              <a:rect l="l" t="t" r="r" b="b"/>
              <a:pathLst>
                <a:path w="1800" h="1916" extrusionOk="0">
                  <a:moveTo>
                    <a:pt x="0" y="1"/>
                  </a:moveTo>
                  <a:lnTo>
                    <a:pt x="0" y="1245"/>
                  </a:lnTo>
                  <a:lnTo>
                    <a:pt x="1101" y="1886"/>
                  </a:lnTo>
                  <a:cubicBezTo>
                    <a:pt x="1133" y="1906"/>
                    <a:pt x="1170" y="1915"/>
                    <a:pt x="1207" y="1915"/>
                  </a:cubicBezTo>
                  <a:cubicBezTo>
                    <a:pt x="1279" y="1915"/>
                    <a:pt x="1350" y="1879"/>
                    <a:pt x="1388" y="1810"/>
                  </a:cubicBezTo>
                  <a:lnTo>
                    <a:pt x="1799" y="109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8ED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0"/>
            <p:cNvSpPr/>
            <p:nvPr/>
          </p:nvSpPr>
          <p:spPr>
            <a:xfrm>
              <a:off x="2659157" y="2159138"/>
              <a:ext cx="24894" cy="39232"/>
            </a:xfrm>
            <a:custGeom>
              <a:avLst/>
              <a:gdLst/>
              <a:ahLst/>
              <a:cxnLst/>
              <a:rect l="l" t="t" r="r" b="b"/>
              <a:pathLst>
                <a:path w="948" h="1494" extrusionOk="0">
                  <a:moveTo>
                    <a:pt x="0" y="1"/>
                  </a:moveTo>
                  <a:lnTo>
                    <a:pt x="0" y="1245"/>
                  </a:lnTo>
                  <a:lnTo>
                    <a:pt x="431" y="1494"/>
                  </a:lnTo>
                  <a:lnTo>
                    <a:pt x="948" y="5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65C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0"/>
            <p:cNvSpPr/>
            <p:nvPr/>
          </p:nvSpPr>
          <p:spPr>
            <a:xfrm>
              <a:off x="2706898" y="2179463"/>
              <a:ext cx="67121" cy="53859"/>
            </a:xfrm>
            <a:custGeom>
              <a:avLst/>
              <a:gdLst/>
              <a:ahLst/>
              <a:cxnLst/>
              <a:rect l="l" t="t" r="r" b="b"/>
              <a:pathLst>
                <a:path w="2556" h="2051" extrusionOk="0">
                  <a:moveTo>
                    <a:pt x="1902" y="1"/>
                  </a:moveTo>
                  <a:cubicBezTo>
                    <a:pt x="1788" y="1"/>
                    <a:pt x="1672" y="35"/>
                    <a:pt x="1570" y="107"/>
                  </a:cubicBezTo>
                  <a:lnTo>
                    <a:pt x="316" y="1016"/>
                  </a:lnTo>
                  <a:cubicBezTo>
                    <a:pt x="58" y="1198"/>
                    <a:pt x="1" y="1562"/>
                    <a:pt x="192" y="1811"/>
                  </a:cubicBezTo>
                  <a:cubicBezTo>
                    <a:pt x="302" y="1968"/>
                    <a:pt x="477" y="2051"/>
                    <a:pt x="654" y="2051"/>
                  </a:cubicBezTo>
                  <a:cubicBezTo>
                    <a:pt x="769" y="2051"/>
                    <a:pt x="885" y="2016"/>
                    <a:pt x="986" y="1945"/>
                  </a:cubicBezTo>
                  <a:lnTo>
                    <a:pt x="2240" y="1045"/>
                  </a:lnTo>
                  <a:cubicBezTo>
                    <a:pt x="2508" y="854"/>
                    <a:pt x="2556" y="490"/>
                    <a:pt x="2364" y="232"/>
                  </a:cubicBezTo>
                  <a:cubicBezTo>
                    <a:pt x="2249" y="81"/>
                    <a:pt x="2077" y="1"/>
                    <a:pt x="1902" y="1"/>
                  </a:cubicBezTo>
                  <a:close/>
                </a:path>
              </a:pathLst>
            </a:custGeom>
            <a:solidFill>
              <a:srgbClr val="CED6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0"/>
            <p:cNvSpPr/>
            <p:nvPr/>
          </p:nvSpPr>
          <p:spPr>
            <a:xfrm>
              <a:off x="2710154" y="2180513"/>
              <a:ext cx="63864" cy="52914"/>
            </a:xfrm>
            <a:custGeom>
              <a:avLst/>
              <a:gdLst/>
              <a:ahLst/>
              <a:cxnLst/>
              <a:rect l="l" t="t" r="r" b="b"/>
              <a:pathLst>
                <a:path w="2432" h="2015" extrusionOk="0">
                  <a:moveTo>
                    <a:pt x="2001" y="0"/>
                  </a:moveTo>
                  <a:lnTo>
                    <a:pt x="2001" y="0"/>
                  </a:lnTo>
                  <a:cubicBezTo>
                    <a:pt x="2097" y="249"/>
                    <a:pt x="2011" y="527"/>
                    <a:pt x="1800" y="680"/>
                  </a:cubicBezTo>
                  <a:lnTo>
                    <a:pt x="546" y="1589"/>
                  </a:lnTo>
                  <a:cubicBezTo>
                    <a:pt x="445" y="1661"/>
                    <a:pt x="329" y="1699"/>
                    <a:pt x="211" y="1699"/>
                  </a:cubicBezTo>
                  <a:cubicBezTo>
                    <a:pt x="141" y="1699"/>
                    <a:pt x="69" y="1685"/>
                    <a:pt x="1" y="1656"/>
                  </a:cubicBezTo>
                  <a:lnTo>
                    <a:pt x="1" y="1656"/>
                  </a:lnTo>
                  <a:cubicBezTo>
                    <a:pt x="89" y="1883"/>
                    <a:pt x="303" y="2015"/>
                    <a:pt x="525" y="2015"/>
                  </a:cubicBezTo>
                  <a:cubicBezTo>
                    <a:pt x="640" y="2015"/>
                    <a:pt x="758" y="1980"/>
                    <a:pt x="862" y="1905"/>
                  </a:cubicBezTo>
                  <a:lnTo>
                    <a:pt x="2116" y="1005"/>
                  </a:lnTo>
                  <a:cubicBezTo>
                    <a:pt x="2384" y="814"/>
                    <a:pt x="2432" y="440"/>
                    <a:pt x="2240" y="192"/>
                  </a:cubicBezTo>
                  <a:cubicBezTo>
                    <a:pt x="2173" y="106"/>
                    <a:pt x="2097" y="39"/>
                    <a:pt x="2001" y="0"/>
                  </a:cubicBezTo>
                  <a:close/>
                </a:path>
              </a:pathLst>
            </a:custGeom>
            <a:solidFill>
              <a:srgbClr val="A9B4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0"/>
            <p:cNvSpPr/>
            <p:nvPr/>
          </p:nvSpPr>
          <p:spPr>
            <a:xfrm>
              <a:off x="2732528" y="2203254"/>
              <a:ext cx="59847" cy="48528"/>
            </a:xfrm>
            <a:custGeom>
              <a:avLst/>
              <a:gdLst/>
              <a:ahLst/>
              <a:cxnLst/>
              <a:rect l="l" t="t" r="r" b="b"/>
              <a:pathLst>
                <a:path w="2279" h="1848" extrusionOk="0">
                  <a:moveTo>
                    <a:pt x="1629" y="1"/>
                  </a:moveTo>
                  <a:cubicBezTo>
                    <a:pt x="1512" y="1"/>
                    <a:pt x="1394" y="37"/>
                    <a:pt x="1293" y="110"/>
                  </a:cubicBezTo>
                  <a:lnTo>
                    <a:pt x="326" y="809"/>
                  </a:lnTo>
                  <a:cubicBezTo>
                    <a:pt x="68" y="1000"/>
                    <a:pt x="1" y="1364"/>
                    <a:pt x="192" y="1623"/>
                  </a:cubicBezTo>
                  <a:cubicBezTo>
                    <a:pt x="306" y="1770"/>
                    <a:pt x="473" y="1847"/>
                    <a:pt x="643" y="1847"/>
                  </a:cubicBezTo>
                  <a:cubicBezTo>
                    <a:pt x="759" y="1847"/>
                    <a:pt x="876" y="1811"/>
                    <a:pt x="977" y="1737"/>
                  </a:cubicBezTo>
                  <a:lnTo>
                    <a:pt x="1963" y="1039"/>
                  </a:lnTo>
                  <a:cubicBezTo>
                    <a:pt x="2221" y="847"/>
                    <a:pt x="2278" y="484"/>
                    <a:pt x="2077" y="225"/>
                  </a:cubicBezTo>
                  <a:cubicBezTo>
                    <a:pt x="1969" y="77"/>
                    <a:pt x="1801" y="1"/>
                    <a:pt x="1629" y="1"/>
                  </a:cubicBezTo>
                  <a:close/>
                </a:path>
              </a:pathLst>
            </a:custGeom>
            <a:solidFill>
              <a:srgbClr val="CED6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0"/>
            <p:cNvSpPr/>
            <p:nvPr/>
          </p:nvSpPr>
          <p:spPr>
            <a:xfrm>
              <a:off x="2735810" y="2204384"/>
              <a:ext cx="56564" cy="47399"/>
            </a:xfrm>
            <a:custGeom>
              <a:avLst/>
              <a:gdLst/>
              <a:ahLst/>
              <a:cxnLst/>
              <a:rect l="l" t="t" r="r" b="b"/>
              <a:pathLst>
                <a:path w="2154" h="1805" extrusionOk="0">
                  <a:moveTo>
                    <a:pt x="1713" y="0"/>
                  </a:moveTo>
                  <a:lnTo>
                    <a:pt x="1713" y="0"/>
                  </a:lnTo>
                  <a:cubicBezTo>
                    <a:pt x="1809" y="240"/>
                    <a:pt x="1732" y="517"/>
                    <a:pt x="1522" y="670"/>
                  </a:cubicBezTo>
                  <a:lnTo>
                    <a:pt x="546" y="1379"/>
                  </a:lnTo>
                  <a:cubicBezTo>
                    <a:pt x="444" y="1450"/>
                    <a:pt x="328" y="1488"/>
                    <a:pt x="211" y="1488"/>
                  </a:cubicBezTo>
                  <a:cubicBezTo>
                    <a:pt x="140" y="1488"/>
                    <a:pt x="69" y="1474"/>
                    <a:pt x="0" y="1446"/>
                  </a:cubicBezTo>
                  <a:lnTo>
                    <a:pt x="0" y="1446"/>
                  </a:lnTo>
                  <a:cubicBezTo>
                    <a:pt x="19" y="1493"/>
                    <a:pt x="38" y="1541"/>
                    <a:pt x="67" y="1580"/>
                  </a:cubicBezTo>
                  <a:cubicBezTo>
                    <a:pt x="181" y="1727"/>
                    <a:pt x="348" y="1804"/>
                    <a:pt x="520" y="1804"/>
                  </a:cubicBezTo>
                  <a:cubicBezTo>
                    <a:pt x="637" y="1804"/>
                    <a:pt x="756" y="1768"/>
                    <a:pt x="861" y="1694"/>
                  </a:cubicBezTo>
                  <a:lnTo>
                    <a:pt x="1838" y="996"/>
                  </a:lnTo>
                  <a:cubicBezTo>
                    <a:pt x="2096" y="804"/>
                    <a:pt x="2153" y="441"/>
                    <a:pt x="1952" y="182"/>
                  </a:cubicBezTo>
                  <a:cubicBezTo>
                    <a:pt x="1895" y="106"/>
                    <a:pt x="1809" y="39"/>
                    <a:pt x="1713" y="0"/>
                  </a:cubicBezTo>
                  <a:close/>
                </a:path>
              </a:pathLst>
            </a:custGeom>
            <a:solidFill>
              <a:srgbClr val="A9B4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0"/>
            <p:cNvSpPr/>
            <p:nvPr/>
          </p:nvSpPr>
          <p:spPr>
            <a:xfrm>
              <a:off x="2758158" y="2226967"/>
              <a:ext cx="52310" cy="43303"/>
            </a:xfrm>
            <a:custGeom>
              <a:avLst/>
              <a:gdLst/>
              <a:ahLst/>
              <a:cxnLst/>
              <a:rect l="l" t="t" r="r" b="b"/>
              <a:pathLst>
                <a:path w="1992" h="1649" extrusionOk="0">
                  <a:moveTo>
                    <a:pt x="1340" y="1"/>
                  </a:moveTo>
                  <a:cubicBezTo>
                    <a:pt x="1227" y="1"/>
                    <a:pt x="1114" y="35"/>
                    <a:pt x="1015" y="107"/>
                  </a:cubicBezTo>
                  <a:lnTo>
                    <a:pt x="317" y="614"/>
                  </a:lnTo>
                  <a:cubicBezTo>
                    <a:pt x="58" y="796"/>
                    <a:pt x="1" y="1160"/>
                    <a:pt x="183" y="1409"/>
                  </a:cubicBezTo>
                  <a:cubicBezTo>
                    <a:pt x="299" y="1566"/>
                    <a:pt x="475" y="1648"/>
                    <a:pt x="652" y="1648"/>
                  </a:cubicBezTo>
                  <a:cubicBezTo>
                    <a:pt x="766" y="1648"/>
                    <a:pt x="879" y="1614"/>
                    <a:pt x="977" y="1543"/>
                  </a:cubicBezTo>
                  <a:lnTo>
                    <a:pt x="1676" y="1035"/>
                  </a:lnTo>
                  <a:cubicBezTo>
                    <a:pt x="1944" y="844"/>
                    <a:pt x="1991" y="480"/>
                    <a:pt x="1800" y="231"/>
                  </a:cubicBezTo>
                  <a:cubicBezTo>
                    <a:pt x="1684" y="81"/>
                    <a:pt x="1513" y="1"/>
                    <a:pt x="1340" y="1"/>
                  </a:cubicBezTo>
                  <a:close/>
                </a:path>
              </a:pathLst>
            </a:custGeom>
            <a:solidFill>
              <a:srgbClr val="CED6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0"/>
            <p:cNvSpPr/>
            <p:nvPr/>
          </p:nvSpPr>
          <p:spPr>
            <a:xfrm>
              <a:off x="2761178" y="2228018"/>
              <a:ext cx="49290" cy="42252"/>
            </a:xfrm>
            <a:custGeom>
              <a:avLst/>
              <a:gdLst/>
              <a:ahLst/>
              <a:cxnLst/>
              <a:rect l="l" t="t" r="r" b="b"/>
              <a:pathLst>
                <a:path w="1877" h="1609" extrusionOk="0">
                  <a:moveTo>
                    <a:pt x="1417" y="0"/>
                  </a:moveTo>
                  <a:cubicBezTo>
                    <a:pt x="1503" y="230"/>
                    <a:pt x="1417" y="498"/>
                    <a:pt x="1216" y="651"/>
                  </a:cubicBezTo>
                  <a:lnTo>
                    <a:pt x="517" y="1148"/>
                  </a:lnTo>
                  <a:cubicBezTo>
                    <a:pt x="419" y="1222"/>
                    <a:pt x="305" y="1261"/>
                    <a:pt x="190" y="1261"/>
                  </a:cubicBezTo>
                  <a:cubicBezTo>
                    <a:pt x="126" y="1261"/>
                    <a:pt x="62" y="1249"/>
                    <a:pt x="1" y="1225"/>
                  </a:cubicBezTo>
                  <a:lnTo>
                    <a:pt x="1" y="1225"/>
                  </a:lnTo>
                  <a:cubicBezTo>
                    <a:pt x="20" y="1273"/>
                    <a:pt x="39" y="1321"/>
                    <a:pt x="68" y="1369"/>
                  </a:cubicBezTo>
                  <a:cubicBezTo>
                    <a:pt x="184" y="1526"/>
                    <a:pt x="360" y="1608"/>
                    <a:pt x="539" y="1608"/>
                  </a:cubicBezTo>
                  <a:cubicBezTo>
                    <a:pt x="654" y="1608"/>
                    <a:pt x="770" y="1574"/>
                    <a:pt x="872" y="1503"/>
                  </a:cubicBezTo>
                  <a:lnTo>
                    <a:pt x="1561" y="995"/>
                  </a:lnTo>
                  <a:cubicBezTo>
                    <a:pt x="1829" y="804"/>
                    <a:pt x="1876" y="440"/>
                    <a:pt x="1685" y="182"/>
                  </a:cubicBezTo>
                  <a:cubicBezTo>
                    <a:pt x="1618" y="96"/>
                    <a:pt x="1522" y="29"/>
                    <a:pt x="1417" y="0"/>
                  </a:cubicBezTo>
                  <a:close/>
                </a:path>
              </a:pathLst>
            </a:custGeom>
            <a:solidFill>
              <a:srgbClr val="A9B4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0"/>
            <p:cNvSpPr/>
            <p:nvPr/>
          </p:nvSpPr>
          <p:spPr>
            <a:xfrm>
              <a:off x="2783814" y="2250706"/>
              <a:ext cx="45010" cy="37919"/>
            </a:xfrm>
            <a:custGeom>
              <a:avLst/>
              <a:gdLst/>
              <a:ahLst/>
              <a:cxnLst/>
              <a:rect l="l" t="t" r="r" b="b"/>
              <a:pathLst>
                <a:path w="1714" h="1444" extrusionOk="0">
                  <a:moveTo>
                    <a:pt x="1057" y="0"/>
                  </a:moveTo>
                  <a:cubicBezTo>
                    <a:pt x="942" y="0"/>
                    <a:pt x="826" y="34"/>
                    <a:pt x="727" y="103"/>
                  </a:cubicBezTo>
                  <a:lnTo>
                    <a:pt x="316" y="409"/>
                  </a:lnTo>
                  <a:cubicBezTo>
                    <a:pt x="57" y="600"/>
                    <a:pt x="0" y="954"/>
                    <a:pt x="182" y="1203"/>
                  </a:cubicBezTo>
                  <a:cubicBezTo>
                    <a:pt x="298" y="1360"/>
                    <a:pt x="475" y="1443"/>
                    <a:pt x="651" y="1443"/>
                  </a:cubicBezTo>
                  <a:cubicBezTo>
                    <a:pt x="765" y="1443"/>
                    <a:pt x="879" y="1409"/>
                    <a:pt x="976" y="1337"/>
                  </a:cubicBezTo>
                  <a:lnTo>
                    <a:pt x="1397" y="1031"/>
                  </a:lnTo>
                  <a:cubicBezTo>
                    <a:pt x="1656" y="849"/>
                    <a:pt x="1713" y="485"/>
                    <a:pt x="1512" y="227"/>
                  </a:cubicBezTo>
                  <a:cubicBezTo>
                    <a:pt x="1403" y="77"/>
                    <a:pt x="1231" y="0"/>
                    <a:pt x="1057" y="0"/>
                  </a:cubicBezTo>
                  <a:close/>
                </a:path>
              </a:pathLst>
            </a:custGeom>
            <a:solidFill>
              <a:srgbClr val="CED6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0"/>
            <p:cNvSpPr/>
            <p:nvPr/>
          </p:nvSpPr>
          <p:spPr>
            <a:xfrm>
              <a:off x="2786807" y="2251888"/>
              <a:ext cx="42016" cy="36764"/>
            </a:xfrm>
            <a:custGeom>
              <a:avLst/>
              <a:gdLst/>
              <a:ahLst/>
              <a:cxnLst/>
              <a:rect l="l" t="t" r="r" b="b"/>
              <a:pathLst>
                <a:path w="1600" h="1400" extrusionOk="0">
                  <a:moveTo>
                    <a:pt x="1149" y="0"/>
                  </a:moveTo>
                  <a:lnTo>
                    <a:pt x="1149" y="0"/>
                  </a:lnTo>
                  <a:cubicBezTo>
                    <a:pt x="1245" y="239"/>
                    <a:pt x="1168" y="517"/>
                    <a:pt x="958" y="661"/>
                  </a:cubicBezTo>
                  <a:lnTo>
                    <a:pt x="537" y="967"/>
                  </a:lnTo>
                  <a:cubicBezTo>
                    <a:pt x="442" y="1038"/>
                    <a:pt x="329" y="1072"/>
                    <a:pt x="213" y="1072"/>
                  </a:cubicBezTo>
                  <a:cubicBezTo>
                    <a:pt x="142" y="1072"/>
                    <a:pt x="70" y="1059"/>
                    <a:pt x="1" y="1034"/>
                  </a:cubicBezTo>
                  <a:lnTo>
                    <a:pt x="1" y="1034"/>
                  </a:lnTo>
                  <a:cubicBezTo>
                    <a:pt x="90" y="1263"/>
                    <a:pt x="311" y="1400"/>
                    <a:pt x="537" y="1400"/>
                  </a:cubicBezTo>
                  <a:cubicBezTo>
                    <a:pt x="650" y="1400"/>
                    <a:pt x="763" y="1366"/>
                    <a:pt x="862" y="1292"/>
                  </a:cubicBezTo>
                  <a:lnTo>
                    <a:pt x="1283" y="986"/>
                  </a:lnTo>
                  <a:cubicBezTo>
                    <a:pt x="1542" y="804"/>
                    <a:pt x="1599" y="431"/>
                    <a:pt x="1398" y="182"/>
                  </a:cubicBezTo>
                  <a:cubicBezTo>
                    <a:pt x="1331" y="96"/>
                    <a:pt x="1255" y="38"/>
                    <a:pt x="1149" y="0"/>
                  </a:cubicBezTo>
                  <a:close/>
                </a:path>
              </a:pathLst>
            </a:custGeom>
            <a:solidFill>
              <a:srgbClr val="A9B4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0"/>
            <p:cNvSpPr/>
            <p:nvPr/>
          </p:nvSpPr>
          <p:spPr>
            <a:xfrm>
              <a:off x="2788829" y="2102101"/>
              <a:ext cx="64862" cy="99788"/>
            </a:xfrm>
            <a:custGeom>
              <a:avLst/>
              <a:gdLst/>
              <a:ahLst/>
              <a:cxnLst/>
              <a:rect l="l" t="t" r="r" b="b"/>
              <a:pathLst>
                <a:path w="2470" h="3800" extrusionOk="0">
                  <a:moveTo>
                    <a:pt x="527" y="0"/>
                  </a:moveTo>
                  <a:cubicBezTo>
                    <a:pt x="441" y="0"/>
                    <a:pt x="364" y="58"/>
                    <a:pt x="345" y="144"/>
                  </a:cubicBezTo>
                  <a:lnTo>
                    <a:pt x="0" y="1522"/>
                  </a:lnTo>
                  <a:lnTo>
                    <a:pt x="0" y="3034"/>
                  </a:lnTo>
                  <a:cubicBezTo>
                    <a:pt x="0" y="3455"/>
                    <a:pt x="345" y="3800"/>
                    <a:pt x="766" y="3800"/>
                  </a:cubicBezTo>
                  <a:cubicBezTo>
                    <a:pt x="1178" y="3800"/>
                    <a:pt x="1522" y="3455"/>
                    <a:pt x="1522" y="3034"/>
                  </a:cubicBezTo>
                  <a:lnTo>
                    <a:pt x="1522" y="1895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CED6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0"/>
            <p:cNvSpPr/>
            <p:nvPr/>
          </p:nvSpPr>
          <p:spPr>
            <a:xfrm>
              <a:off x="2788829" y="2102101"/>
              <a:ext cx="27415" cy="99788"/>
            </a:xfrm>
            <a:custGeom>
              <a:avLst/>
              <a:gdLst/>
              <a:ahLst/>
              <a:cxnLst/>
              <a:rect l="l" t="t" r="r" b="b"/>
              <a:pathLst>
                <a:path w="1044" h="3800" extrusionOk="0">
                  <a:moveTo>
                    <a:pt x="527" y="0"/>
                  </a:moveTo>
                  <a:cubicBezTo>
                    <a:pt x="441" y="0"/>
                    <a:pt x="364" y="58"/>
                    <a:pt x="335" y="144"/>
                  </a:cubicBezTo>
                  <a:lnTo>
                    <a:pt x="0" y="1512"/>
                  </a:lnTo>
                  <a:lnTo>
                    <a:pt x="0" y="3034"/>
                  </a:lnTo>
                  <a:cubicBezTo>
                    <a:pt x="0" y="3455"/>
                    <a:pt x="335" y="3800"/>
                    <a:pt x="756" y="3800"/>
                  </a:cubicBezTo>
                  <a:cubicBezTo>
                    <a:pt x="852" y="3800"/>
                    <a:pt x="948" y="3781"/>
                    <a:pt x="1044" y="3742"/>
                  </a:cubicBezTo>
                  <a:cubicBezTo>
                    <a:pt x="756" y="3627"/>
                    <a:pt x="565" y="3350"/>
                    <a:pt x="565" y="3034"/>
                  </a:cubicBezTo>
                  <a:lnTo>
                    <a:pt x="565" y="1522"/>
                  </a:lnTo>
                  <a:lnTo>
                    <a:pt x="948" y="0"/>
                  </a:lnTo>
                  <a:close/>
                </a:path>
              </a:pathLst>
            </a:custGeom>
            <a:solidFill>
              <a:srgbClr val="A9B4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2" name="Google Shape;1792;p40"/>
          <p:cNvGrpSpPr/>
          <p:nvPr/>
        </p:nvGrpSpPr>
        <p:grpSpPr>
          <a:xfrm>
            <a:off x="3242361" y="3056413"/>
            <a:ext cx="428087" cy="451509"/>
            <a:chOff x="3943638" y="3815072"/>
            <a:chExt cx="357933" cy="342676"/>
          </a:xfrm>
        </p:grpSpPr>
        <p:sp>
          <p:nvSpPr>
            <p:cNvPr id="1793" name="Google Shape;1793;p40"/>
            <p:cNvSpPr/>
            <p:nvPr/>
          </p:nvSpPr>
          <p:spPr>
            <a:xfrm>
              <a:off x="4136918" y="3996389"/>
              <a:ext cx="87215" cy="87514"/>
            </a:xfrm>
            <a:custGeom>
              <a:avLst/>
              <a:gdLst/>
              <a:ahLst/>
              <a:cxnLst/>
              <a:rect l="l" t="t" r="r" b="b"/>
              <a:pathLst>
                <a:path w="5825" h="5845" extrusionOk="0">
                  <a:moveTo>
                    <a:pt x="1073" y="0"/>
                  </a:moveTo>
                  <a:lnTo>
                    <a:pt x="1" y="1072"/>
                  </a:lnTo>
                  <a:lnTo>
                    <a:pt x="4752" y="5845"/>
                  </a:lnTo>
                  <a:lnTo>
                    <a:pt x="5824" y="4752"/>
                  </a:lnTo>
                  <a:lnTo>
                    <a:pt x="1073" y="0"/>
                  </a:lnTo>
                  <a:close/>
                </a:path>
              </a:pathLst>
            </a:custGeom>
            <a:solidFill>
              <a:srgbClr val="E4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0"/>
            <p:cNvSpPr/>
            <p:nvPr/>
          </p:nvSpPr>
          <p:spPr>
            <a:xfrm>
              <a:off x="4173750" y="4034240"/>
              <a:ext cx="127820" cy="123508"/>
            </a:xfrm>
            <a:custGeom>
              <a:avLst/>
              <a:gdLst/>
              <a:ahLst/>
              <a:cxnLst/>
              <a:rect l="l" t="t" r="r" b="b"/>
              <a:pathLst>
                <a:path w="8537" h="8249" extrusionOk="0">
                  <a:moveTo>
                    <a:pt x="1790" y="0"/>
                  </a:moveTo>
                  <a:cubicBezTo>
                    <a:pt x="1628" y="0"/>
                    <a:pt x="1467" y="63"/>
                    <a:pt x="1346" y="184"/>
                  </a:cubicBezTo>
                  <a:lnTo>
                    <a:pt x="253" y="1299"/>
                  </a:lnTo>
                  <a:cubicBezTo>
                    <a:pt x="0" y="1530"/>
                    <a:pt x="0" y="1908"/>
                    <a:pt x="211" y="2161"/>
                  </a:cubicBezTo>
                  <a:lnTo>
                    <a:pt x="4983" y="7606"/>
                  </a:lnTo>
                  <a:cubicBezTo>
                    <a:pt x="5355" y="8032"/>
                    <a:pt x="5874" y="8248"/>
                    <a:pt x="6396" y="8248"/>
                  </a:cubicBezTo>
                  <a:cubicBezTo>
                    <a:pt x="6879" y="8248"/>
                    <a:pt x="7364" y="8064"/>
                    <a:pt x="7737" y="7690"/>
                  </a:cubicBezTo>
                  <a:lnTo>
                    <a:pt x="7758" y="7690"/>
                  </a:lnTo>
                  <a:cubicBezTo>
                    <a:pt x="8536" y="6912"/>
                    <a:pt x="8494" y="5651"/>
                    <a:pt x="7653" y="4936"/>
                  </a:cubicBezTo>
                  <a:lnTo>
                    <a:pt x="2208" y="163"/>
                  </a:lnTo>
                  <a:cubicBezTo>
                    <a:pt x="2087" y="53"/>
                    <a:pt x="1938" y="0"/>
                    <a:pt x="1790" y="0"/>
                  </a:cubicBezTo>
                  <a:close/>
                </a:path>
              </a:pathLst>
            </a:custGeom>
            <a:solidFill>
              <a:srgbClr val="A2B5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0"/>
            <p:cNvSpPr/>
            <p:nvPr/>
          </p:nvSpPr>
          <p:spPr>
            <a:xfrm>
              <a:off x="4173750" y="4042969"/>
              <a:ext cx="122460" cy="114779"/>
            </a:xfrm>
            <a:custGeom>
              <a:avLst/>
              <a:gdLst/>
              <a:ahLst/>
              <a:cxnLst/>
              <a:rect l="l" t="t" r="r" b="b"/>
              <a:pathLst>
                <a:path w="8179" h="7666" extrusionOk="0">
                  <a:moveTo>
                    <a:pt x="967" y="1"/>
                  </a:moveTo>
                  <a:lnTo>
                    <a:pt x="253" y="716"/>
                  </a:lnTo>
                  <a:cubicBezTo>
                    <a:pt x="0" y="947"/>
                    <a:pt x="0" y="1325"/>
                    <a:pt x="211" y="1578"/>
                  </a:cubicBezTo>
                  <a:lnTo>
                    <a:pt x="4983" y="7023"/>
                  </a:lnTo>
                  <a:cubicBezTo>
                    <a:pt x="5366" y="7449"/>
                    <a:pt x="5884" y="7665"/>
                    <a:pt x="6404" y="7665"/>
                  </a:cubicBezTo>
                  <a:cubicBezTo>
                    <a:pt x="6883" y="7665"/>
                    <a:pt x="7364" y="7481"/>
                    <a:pt x="7737" y="7107"/>
                  </a:cubicBezTo>
                  <a:cubicBezTo>
                    <a:pt x="7927" y="6918"/>
                    <a:pt x="8095" y="6666"/>
                    <a:pt x="8179" y="6413"/>
                  </a:cubicBezTo>
                  <a:lnTo>
                    <a:pt x="8179" y="6413"/>
                  </a:lnTo>
                  <a:cubicBezTo>
                    <a:pt x="7964" y="6493"/>
                    <a:pt x="7742" y="6532"/>
                    <a:pt x="7523" y="6532"/>
                  </a:cubicBezTo>
                  <a:cubicBezTo>
                    <a:pt x="6991" y="6532"/>
                    <a:pt x="6476" y="6304"/>
                    <a:pt x="6118" y="5888"/>
                  </a:cubicBezTo>
                  <a:lnTo>
                    <a:pt x="967" y="1"/>
                  </a:lnTo>
                  <a:close/>
                </a:path>
              </a:pathLst>
            </a:custGeom>
            <a:solidFill>
              <a:srgbClr val="95A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0"/>
            <p:cNvSpPr/>
            <p:nvPr/>
          </p:nvSpPr>
          <p:spPr>
            <a:xfrm>
              <a:off x="3943638" y="3815072"/>
              <a:ext cx="268846" cy="245235"/>
            </a:xfrm>
            <a:custGeom>
              <a:avLst/>
              <a:gdLst/>
              <a:ahLst/>
              <a:cxnLst/>
              <a:rect l="l" t="t" r="r" b="b"/>
              <a:pathLst>
                <a:path w="17956" h="16379" extrusionOk="0">
                  <a:moveTo>
                    <a:pt x="8978" y="0"/>
                  </a:moveTo>
                  <a:cubicBezTo>
                    <a:pt x="6886" y="0"/>
                    <a:pt x="4794" y="799"/>
                    <a:pt x="3196" y="2397"/>
                  </a:cubicBezTo>
                  <a:cubicBezTo>
                    <a:pt x="1" y="5593"/>
                    <a:pt x="1" y="10786"/>
                    <a:pt x="3196" y="13981"/>
                  </a:cubicBezTo>
                  <a:cubicBezTo>
                    <a:pt x="4794" y="15579"/>
                    <a:pt x="6886" y="16378"/>
                    <a:pt x="8978" y="16378"/>
                  </a:cubicBezTo>
                  <a:cubicBezTo>
                    <a:pt x="11070" y="16378"/>
                    <a:pt x="13162" y="15579"/>
                    <a:pt x="14760" y="13981"/>
                  </a:cubicBezTo>
                  <a:cubicBezTo>
                    <a:pt x="17955" y="10786"/>
                    <a:pt x="17955" y="5593"/>
                    <a:pt x="14760" y="2397"/>
                  </a:cubicBezTo>
                  <a:cubicBezTo>
                    <a:pt x="13162" y="799"/>
                    <a:pt x="11070" y="0"/>
                    <a:pt x="8978" y="0"/>
                  </a:cubicBezTo>
                  <a:close/>
                </a:path>
              </a:pathLst>
            </a:custGeom>
            <a:solidFill>
              <a:srgbClr val="E6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0"/>
            <p:cNvSpPr/>
            <p:nvPr/>
          </p:nvSpPr>
          <p:spPr>
            <a:xfrm>
              <a:off x="3974795" y="3843715"/>
              <a:ext cx="206516" cy="187860"/>
            </a:xfrm>
            <a:custGeom>
              <a:avLst/>
              <a:gdLst/>
              <a:ahLst/>
              <a:cxnLst/>
              <a:rect l="l" t="t" r="r" b="b"/>
              <a:pathLst>
                <a:path w="13793" h="12547" extrusionOk="0">
                  <a:moveTo>
                    <a:pt x="6897" y="0"/>
                  </a:moveTo>
                  <a:cubicBezTo>
                    <a:pt x="5294" y="0"/>
                    <a:pt x="3691" y="610"/>
                    <a:pt x="2461" y="1829"/>
                  </a:cubicBezTo>
                  <a:cubicBezTo>
                    <a:pt x="1" y="4289"/>
                    <a:pt x="1" y="8263"/>
                    <a:pt x="2461" y="10702"/>
                  </a:cubicBezTo>
                  <a:cubicBezTo>
                    <a:pt x="3691" y="11932"/>
                    <a:pt x="5294" y="12547"/>
                    <a:pt x="6897" y="12547"/>
                  </a:cubicBezTo>
                  <a:cubicBezTo>
                    <a:pt x="8500" y="12547"/>
                    <a:pt x="10103" y="11932"/>
                    <a:pt x="11333" y="10702"/>
                  </a:cubicBezTo>
                  <a:cubicBezTo>
                    <a:pt x="13793" y="8263"/>
                    <a:pt x="13793" y="4289"/>
                    <a:pt x="11333" y="1829"/>
                  </a:cubicBezTo>
                  <a:cubicBezTo>
                    <a:pt x="10103" y="610"/>
                    <a:pt x="8500" y="0"/>
                    <a:pt x="6897" y="0"/>
                  </a:cubicBezTo>
                  <a:close/>
                </a:path>
              </a:pathLst>
            </a:custGeom>
            <a:solidFill>
              <a:srgbClr val="C1CE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0"/>
            <p:cNvSpPr/>
            <p:nvPr/>
          </p:nvSpPr>
          <p:spPr>
            <a:xfrm>
              <a:off x="3973538" y="3863538"/>
              <a:ext cx="178817" cy="167857"/>
            </a:xfrm>
            <a:custGeom>
              <a:avLst/>
              <a:gdLst/>
              <a:ahLst/>
              <a:cxnLst/>
              <a:rect l="l" t="t" r="r" b="b"/>
              <a:pathLst>
                <a:path w="11943" h="11211" extrusionOk="0">
                  <a:moveTo>
                    <a:pt x="3134" y="1"/>
                  </a:moveTo>
                  <a:cubicBezTo>
                    <a:pt x="2923" y="148"/>
                    <a:pt x="2734" y="337"/>
                    <a:pt x="2545" y="527"/>
                  </a:cubicBezTo>
                  <a:cubicBezTo>
                    <a:pt x="1" y="3070"/>
                    <a:pt x="148" y="7254"/>
                    <a:pt x="2860" y="9651"/>
                  </a:cubicBezTo>
                  <a:cubicBezTo>
                    <a:pt x="4056" y="10699"/>
                    <a:pt x="5530" y="11211"/>
                    <a:pt x="6995" y="11211"/>
                  </a:cubicBezTo>
                  <a:cubicBezTo>
                    <a:pt x="8853" y="11211"/>
                    <a:pt x="10697" y="10388"/>
                    <a:pt x="11943" y="8789"/>
                  </a:cubicBezTo>
                  <a:lnTo>
                    <a:pt x="11943" y="8789"/>
                  </a:lnTo>
                  <a:cubicBezTo>
                    <a:pt x="10805" y="9668"/>
                    <a:pt x="9455" y="10100"/>
                    <a:pt x="8111" y="10100"/>
                  </a:cubicBezTo>
                  <a:cubicBezTo>
                    <a:pt x="6499" y="10100"/>
                    <a:pt x="4896" y="9479"/>
                    <a:pt x="3680" y="8263"/>
                  </a:cubicBezTo>
                  <a:cubicBezTo>
                    <a:pt x="1452" y="6035"/>
                    <a:pt x="1220" y="2482"/>
                    <a:pt x="3134" y="1"/>
                  </a:cubicBezTo>
                  <a:close/>
                </a:path>
              </a:pathLst>
            </a:custGeom>
            <a:solidFill>
              <a:srgbClr val="A3B6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0"/>
            <p:cNvSpPr/>
            <p:nvPr/>
          </p:nvSpPr>
          <p:spPr>
            <a:xfrm>
              <a:off x="4028008" y="3869842"/>
              <a:ext cx="102202" cy="29017"/>
            </a:xfrm>
            <a:custGeom>
              <a:avLst/>
              <a:gdLst/>
              <a:ahLst/>
              <a:cxnLst/>
              <a:rect l="l" t="t" r="r" b="b"/>
              <a:pathLst>
                <a:path w="6826" h="1938" extrusionOk="0">
                  <a:moveTo>
                    <a:pt x="3332" y="0"/>
                  </a:moveTo>
                  <a:cubicBezTo>
                    <a:pt x="2171" y="0"/>
                    <a:pt x="1009" y="442"/>
                    <a:pt x="126" y="1325"/>
                  </a:cubicBezTo>
                  <a:cubicBezTo>
                    <a:pt x="0" y="1451"/>
                    <a:pt x="0" y="1661"/>
                    <a:pt x="126" y="1808"/>
                  </a:cubicBezTo>
                  <a:cubicBezTo>
                    <a:pt x="189" y="1872"/>
                    <a:pt x="273" y="1903"/>
                    <a:pt x="360" y="1903"/>
                  </a:cubicBezTo>
                  <a:cubicBezTo>
                    <a:pt x="447" y="1903"/>
                    <a:pt x="536" y="1872"/>
                    <a:pt x="610" y="1808"/>
                  </a:cubicBezTo>
                  <a:cubicBezTo>
                    <a:pt x="1356" y="1052"/>
                    <a:pt x="2344" y="673"/>
                    <a:pt x="3332" y="673"/>
                  </a:cubicBezTo>
                  <a:cubicBezTo>
                    <a:pt x="4321" y="673"/>
                    <a:pt x="5309" y="1052"/>
                    <a:pt x="6055" y="1808"/>
                  </a:cubicBezTo>
                  <a:cubicBezTo>
                    <a:pt x="6131" y="1900"/>
                    <a:pt x="6220" y="1937"/>
                    <a:pt x="6307" y="1937"/>
                  </a:cubicBezTo>
                  <a:cubicBezTo>
                    <a:pt x="6580" y="1937"/>
                    <a:pt x="6826" y="1564"/>
                    <a:pt x="6539" y="1325"/>
                  </a:cubicBezTo>
                  <a:cubicBezTo>
                    <a:pt x="5656" y="442"/>
                    <a:pt x="4494" y="0"/>
                    <a:pt x="3332" y="0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0"/>
            <p:cNvSpPr/>
            <p:nvPr/>
          </p:nvSpPr>
          <p:spPr>
            <a:xfrm>
              <a:off x="4173750" y="4034240"/>
              <a:ext cx="51640" cy="50936"/>
            </a:xfrm>
            <a:custGeom>
              <a:avLst/>
              <a:gdLst/>
              <a:ahLst/>
              <a:cxnLst/>
              <a:rect l="l" t="t" r="r" b="b"/>
              <a:pathLst>
                <a:path w="3449" h="3402" extrusionOk="0">
                  <a:moveTo>
                    <a:pt x="1790" y="0"/>
                  </a:moveTo>
                  <a:cubicBezTo>
                    <a:pt x="1628" y="0"/>
                    <a:pt x="1467" y="63"/>
                    <a:pt x="1346" y="184"/>
                  </a:cubicBezTo>
                  <a:lnTo>
                    <a:pt x="253" y="1299"/>
                  </a:lnTo>
                  <a:cubicBezTo>
                    <a:pt x="0" y="1530"/>
                    <a:pt x="0" y="1908"/>
                    <a:pt x="211" y="2140"/>
                  </a:cubicBezTo>
                  <a:lnTo>
                    <a:pt x="1304" y="3401"/>
                  </a:lnTo>
                  <a:lnTo>
                    <a:pt x="3448" y="1257"/>
                  </a:lnTo>
                  <a:lnTo>
                    <a:pt x="2208" y="163"/>
                  </a:lnTo>
                  <a:cubicBezTo>
                    <a:pt x="2087" y="53"/>
                    <a:pt x="1938" y="0"/>
                    <a:pt x="1790" y="0"/>
                  </a:cubicBezTo>
                  <a:close/>
                </a:path>
              </a:pathLst>
            </a:custGeom>
            <a:solidFill>
              <a:srgbClr val="CBD6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40"/>
            <p:cNvSpPr/>
            <p:nvPr/>
          </p:nvSpPr>
          <p:spPr>
            <a:xfrm>
              <a:off x="4173750" y="4042969"/>
              <a:ext cx="36533" cy="42207"/>
            </a:xfrm>
            <a:custGeom>
              <a:avLst/>
              <a:gdLst/>
              <a:ahLst/>
              <a:cxnLst/>
              <a:rect l="l" t="t" r="r" b="b"/>
              <a:pathLst>
                <a:path w="2440" h="2819" extrusionOk="0">
                  <a:moveTo>
                    <a:pt x="967" y="1"/>
                  </a:moveTo>
                  <a:lnTo>
                    <a:pt x="253" y="716"/>
                  </a:lnTo>
                  <a:cubicBezTo>
                    <a:pt x="0" y="947"/>
                    <a:pt x="0" y="1325"/>
                    <a:pt x="211" y="1578"/>
                  </a:cubicBezTo>
                  <a:lnTo>
                    <a:pt x="1304" y="2818"/>
                  </a:lnTo>
                  <a:lnTo>
                    <a:pt x="2439" y="1662"/>
                  </a:lnTo>
                  <a:lnTo>
                    <a:pt x="967" y="1"/>
                  </a:ln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2" name="Google Shape;1802;p40"/>
          <p:cNvGrpSpPr/>
          <p:nvPr/>
        </p:nvGrpSpPr>
        <p:grpSpPr>
          <a:xfrm>
            <a:off x="6051899" y="3064319"/>
            <a:ext cx="428093" cy="511792"/>
            <a:chOff x="1361556" y="2425923"/>
            <a:chExt cx="283224" cy="366482"/>
          </a:xfrm>
        </p:grpSpPr>
        <p:sp>
          <p:nvSpPr>
            <p:cNvPr id="1803" name="Google Shape;1803;p40"/>
            <p:cNvSpPr/>
            <p:nvPr/>
          </p:nvSpPr>
          <p:spPr>
            <a:xfrm>
              <a:off x="1361556" y="2425923"/>
              <a:ext cx="283224" cy="366482"/>
            </a:xfrm>
            <a:custGeom>
              <a:avLst/>
              <a:gdLst/>
              <a:ahLst/>
              <a:cxnLst/>
              <a:rect l="l" t="t" r="r" b="b"/>
              <a:pathLst>
                <a:path w="10838" h="14024" extrusionOk="0">
                  <a:moveTo>
                    <a:pt x="5753" y="1"/>
                  </a:moveTo>
                  <a:cubicBezTo>
                    <a:pt x="4965" y="1"/>
                    <a:pt x="4173" y="198"/>
                    <a:pt x="3453" y="599"/>
                  </a:cubicBezTo>
                  <a:cubicBezTo>
                    <a:pt x="1712" y="1570"/>
                    <a:pt x="760" y="3532"/>
                    <a:pt x="1097" y="5503"/>
                  </a:cubicBezTo>
                  <a:lnTo>
                    <a:pt x="222" y="8081"/>
                  </a:lnTo>
                  <a:cubicBezTo>
                    <a:pt x="1" y="8706"/>
                    <a:pt x="443" y="9379"/>
                    <a:pt x="1106" y="9417"/>
                  </a:cubicBezTo>
                  <a:lnTo>
                    <a:pt x="1491" y="9417"/>
                  </a:lnTo>
                  <a:cubicBezTo>
                    <a:pt x="1597" y="9417"/>
                    <a:pt x="1683" y="9504"/>
                    <a:pt x="1683" y="9619"/>
                  </a:cubicBezTo>
                  <a:lnTo>
                    <a:pt x="1683" y="11408"/>
                  </a:lnTo>
                  <a:cubicBezTo>
                    <a:pt x="1683" y="11937"/>
                    <a:pt x="2116" y="12369"/>
                    <a:pt x="2645" y="12369"/>
                  </a:cubicBezTo>
                  <a:lnTo>
                    <a:pt x="4010" y="12138"/>
                  </a:lnTo>
                  <a:cubicBezTo>
                    <a:pt x="4021" y="12137"/>
                    <a:pt x="4032" y="12136"/>
                    <a:pt x="4042" y="12136"/>
                  </a:cubicBezTo>
                  <a:cubicBezTo>
                    <a:pt x="4153" y="12136"/>
                    <a:pt x="4241" y="12226"/>
                    <a:pt x="4241" y="12340"/>
                  </a:cubicBezTo>
                  <a:lnTo>
                    <a:pt x="4241" y="13735"/>
                  </a:lnTo>
                  <a:cubicBezTo>
                    <a:pt x="4241" y="13889"/>
                    <a:pt x="4376" y="14023"/>
                    <a:pt x="4539" y="14023"/>
                  </a:cubicBezTo>
                  <a:lnTo>
                    <a:pt x="8915" y="14023"/>
                  </a:lnTo>
                  <a:cubicBezTo>
                    <a:pt x="9078" y="14023"/>
                    <a:pt x="9213" y="13898"/>
                    <a:pt x="9213" y="13735"/>
                  </a:cubicBezTo>
                  <a:lnTo>
                    <a:pt x="9213" y="9090"/>
                  </a:lnTo>
                  <a:cubicBezTo>
                    <a:pt x="9213" y="8792"/>
                    <a:pt x="9251" y="8484"/>
                    <a:pt x="9328" y="8196"/>
                  </a:cubicBezTo>
                  <a:cubicBezTo>
                    <a:pt x="9415" y="7907"/>
                    <a:pt x="9540" y="7629"/>
                    <a:pt x="9703" y="7369"/>
                  </a:cubicBezTo>
                  <a:cubicBezTo>
                    <a:pt x="9944" y="6994"/>
                    <a:pt x="10126" y="6580"/>
                    <a:pt x="10261" y="6148"/>
                  </a:cubicBezTo>
                  <a:lnTo>
                    <a:pt x="10261" y="6138"/>
                  </a:lnTo>
                  <a:cubicBezTo>
                    <a:pt x="10838" y="4292"/>
                    <a:pt x="10232" y="2282"/>
                    <a:pt x="8732" y="1061"/>
                  </a:cubicBezTo>
                  <a:cubicBezTo>
                    <a:pt x="7871" y="360"/>
                    <a:pt x="6816" y="1"/>
                    <a:pt x="5753" y="1"/>
                  </a:cubicBezTo>
                  <a:close/>
                </a:path>
              </a:pathLst>
            </a:custGeom>
            <a:solidFill>
              <a:srgbClr val="D9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0"/>
            <p:cNvSpPr/>
            <p:nvPr/>
          </p:nvSpPr>
          <p:spPr>
            <a:xfrm>
              <a:off x="1493499" y="2660698"/>
              <a:ext cx="36951" cy="22866"/>
            </a:xfrm>
            <a:custGeom>
              <a:avLst/>
              <a:gdLst/>
              <a:ahLst/>
              <a:cxnLst/>
              <a:rect l="l" t="t" r="r" b="b"/>
              <a:pathLst>
                <a:path w="1414" h="875" extrusionOk="0">
                  <a:moveTo>
                    <a:pt x="0" y="0"/>
                  </a:moveTo>
                  <a:lnTo>
                    <a:pt x="0" y="174"/>
                  </a:lnTo>
                  <a:cubicBezTo>
                    <a:pt x="0" y="582"/>
                    <a:pt x="337" y="874"/>
                    <a:pt x="706" y="874"/>
                  </a:cubicBezTo>
                  <a:cubicBezTo>
                    <a:pt x="823" y="874"/>
                    <a:pt x="944" y="844"/>
                    <a:pt x="1058" y="779"/>
                  </a:cubicBezTo>
                  <a:lnTo>
                    <a:pt x="1067" y="779"/>
                  </a:lnTo>
                  <a:cubicBezTo>
                    <a:pt x="1279" y="654"/>
                    <a:pt x="1414" y="424"/>
                    <a:pt x="1414" y="183"/>
                  </a:cubicBezTo>
                  <a:lnTo>
                    <a:pt x="1414" y="10"/>
                  </a:lnTo>
                  <a:lnTo>
                    <a:pt x="1414" y="0"/>
                  </a:lnTo>
                  <a:close/>
                </a:path>
              </a:pathLst>
            </a:custGeom>
            <a:solidFill>
              <a:srgbClr val="69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0"/>
            <p:cNvSpPr/>
            <p:nvPr/>
          </p:nvSpPr>
          <p:spPr>
            <a:xfrm>
              <a:off x="1512341" y="2660959"/>
              <a:ext cx="18110" cy="20122"/>
            </a:xfrm>
            <a:custGeom>
              <a:avLst/>
              <a:gdLst/>
              <a:ahLst/>
              <a:cxnLst/>
              <a:rect l="l" t="t" r="r" b="b"/>
              <a:pathLst>
                <a:path w="693" h="770" extrusionOk="0">
                  <a:moveTo>
                    <a:pt x="0" y="0"/>
                  </a:moveTo>
                  <a:lnTo>
                    <a:pt x="0" y="173"/>
                  </a:lnTo>
                  <a:cubicBezTo>
                    <a:pt x="0" y="414"/>
                    <a:pt x="135" y="644"/>
                    <a:pt x="346" y="769"/>
                  </a:cubicBezTo>
                  <a:cubicBezTo>
                    <a:pt x="558" y="644"/>
                    <a:pt x="693" y="414"/>
                    <a:pt x="693" y="173"/>
                  </a:cubicBezTo>
                  <a:lnTo>
                    <a:pt x="693" y="0"/>
                  </a:lnTo>
                  <a:close/>
                </a:path>
              </a:pathLst>
            </a:custGeom>
            <a:solidFill>
              <a:srgbClr val="889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0"/>
            <p:cNvSpPr/>
            <p:nvPr/>
          </p:nvSpPr>
          <p:spPr>
            <a:xfrm>
              <a:off x="1433290" y="2489556"/>
              <a:ext cx="153711" cy="173180"/>
            </a:xfrm>
            <a:custGeom>
              <a:avLst/>
              <a:gdLst/>
              <a:ahLst/>
              <a:cxnLst/>
              <a:rect l="l" t="t" r="r" b="b"/>
              <a:pathLst>
                <a:path w="5882" h="6627" extrusionOk="0">
                  <a:moveTo>
                    <a:pt x="3006" y="0"/>
                  </a:moveTo>
                  <a:cubicBezTo>
                    <a:pt x="978" y="0"/>
                    <a:pt x="1" y="2504"/>
                    <a:pt x="1515" y="3876"/>
                  </a:cubicBezTo>
                  <a:cubicBezTo>
                    <a:pt x="1785" y="4126"/>
                    <a:pt x="1939" y="4482"/>
                    <a:pt x="1939" y="4857"/>
                  </a:cubicBezTo>
                  <a:lnTo>
                    <a:pt x="1939" y="6251"/>
                  </a:lnTo>
                  <a:cubicBezTo>
                    <a:pt x="1939" y="6347"/>
                    <a:pt x="1977" y="6444"/>
                    <a:pt x="2044" y="6521"/>
                  </a:cubicBezTo>
                  <a:cubicBezTo>
                    <a:pt x="2064" y="6530"/>
                    <a:pt x="2073" y="6540"/>
                    <a:pt x="2092" y="6549"/>
                  </a:cubicBezTo>
                  <a:lnTo>
                    <a:pt x="2121" y="6569"/>
                  </a:lnTo>
                  <a:cubicBezTo>
                    <a:pt x="2179" y="6607"/>
                    <a:pt x="2246" y="6626"/>
                    <a:pt x="2314" y="6626"/>
                  </a:cubicBezTo>
                  <a:lnTo>
                    <a:pt x="3698" y="6626"/>
                  </a:lnTo>
                  <a:cubicBezTo>
                    <a:pt x="3775" y="6626"/>
                    <a:pt x="3843" y="6607"/>
                    <a:pt x="3900" y="6569"/>
                  </a:cubicBezTo>
                  <a:lnTo>
                    <a:pt x="3929" y="6549"/>
                  </a:lnTo>
                  <a:cubicBezTo>
                    <a:pt x="3948" y="6540"/>
                    <a:pt x="3958" y="6530"/>
                    <a:pt x="3968" y="6521"/>
                  </a:cubicBezTo>
                  <a:cubicBezTo>
                    <a:pt x="4045" y="6444"/>
                    <a:pt x="4083" y="6347"/>
                    <a:pt x="4083" y="6251"/>
                  </a:cubicBezTo>
                  <a:lnTo>
                    <a:pt x="4083" y="4847"/>
                  </a:lnTo>
                  <a:cubicBezTo>
                    <a:pt x="4083" y="4472"/>
                    <a:pt x="4246" y="4117"/>
                    <a:pt x="4525" y="3867"/>
                  </a:cubicBezTo>
                  <a:cubicBezTo>
                    <a:pt x="5881" y="2616"/>
                    <a:pt x="5218" y="357"/>
                    <a:pt x="3400" y="30"/>
                  </a:cubicBezTo>
                  <a:lnTo>
                    <a:pt x="3352" y="20"/>
                  </a:lnTo>
                  <a:cubicBezTo>
                    <a:pt x="3256" y="11"/>
                    <a:pt x="3160" y="1"/>
                    <a:pt x="3064" y="1"/>
                  </a:cubicBezTo>
                  <a:cubicBezTo>
                    <a:pt x="3044" y="0"/>
                    <a:pt x="3025" y="0"/>
                    <a:pt x="3006" y="0"/>
                  </a:cubicBezTo>
                  <a:close/>
                </a:path>
              </a:pathLst>
            </a:custGeom>
            <a:solidFill>
              <a:srgbClr val="B8C2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0"/>
            <p:cNvSpPr/>
            <p:nvPr/>
          </p:nvSpPr>
          <p:spPr>
            <a:xfrm>
              <a:off x="1457306" y="2490314"/>
              <a:ext cx="129434" cy="172422"/>
            </a:xfrm>
            <a:custGeom>
              <a:avLst/>
              <a:gdLst/>
              <a:ahLst/>
              <a:cxnLst/>
              <a:rect l="l" t="t" r="r" b="b"/>
              <a:pathLst>
                <a:path w="4953" h="6598" extrusionOk="0">
                  <a:moveTo>
                    <a:pt x="2472" y="1"/>
                  </a:moveTo>
                  <a:cubicBezTo>
                    <a:pt x="654" y="328"/>
                    <a:pt x="0" y="2607"/>
                    <a:pt x="1366" y="3847"/>
                  </a:cubicBezTo>
                  <a:cubicBezTo>
                    <a:pt x="1645" y="4097"/>
                    <a:pt x="1798" y="4453"/>
                    <a:pt x="1798" y="4828"/>
                  </a:cubicBezTo>
                  <a:lnTo>
                    <a:pt x="1798" y="6222"/>
                  </a:lnTo>
                  <a:cubicBezTo>
                    <a:pt x="1789" y="6428"/>
                    <a:pt x="1962" y="6598"/>
                    <a:pt x="2166" y="6598"/>
                  </a:cubicBezTo>
                  <a:cubicBezTo>
                    <a:pt x="2172" y="6598"/>
                    <a:pt x="2178" y="6598"/>
                    <a:pt x="2183" y="6597"/>
                  </a:cubicBezTo>
                  <a:lnTo>
                    <a:pt x="2779" y="6597"/>
                  </a:lnTo>
                  <a:cubicBezTo>
                    <a:pt x="2991" y="6597"/>
                    <a:pt x="3164" y="6424"/>
                    <a:pt x="3164" y="6222"/>
                  </a:cubicBezTo>
                  <a:lnTo>
                    <a:pt x="3164" y="4818"/>
                  </a:lnTo>
                  <a:cubicBezTo>
                    <a:pt x="3164" y="4443"/>
                    <a:pt x="3327" y="4088"/>
                    <a:pt x="3606" y="3838"/>
                  </a:cubicBezTo>
                  <a:lnTo>
                    <a:pt x="3597" y="3838"/>
                  </a:lnTo>
                  <a:cubicBezTo>
                    <a:pt x="4953" y="2587"/>
                    <a:pt x="4289" y="328"/>
                    <a:pt x="2472" y="1"/>
                  </a:cubicBezTo>
                  <a:close/>
                </a:path>
              </a:pathLst>
            </a:custGeom>
            <a:solidFill>
              <a:srgbClr val="CBD2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0"/>
            <p:cNvSpPr/>
            <p:nvPr/>
          </p:nvSpPr>
          <p:spPr>
            <a:xfrm>
              <a:off x="1469876" y="2523502"/>
              <a:ext cx="79417" cy="95253"/>
            </a:xfrm>
            <a:custGeom>
              <a:avLst/>
              <a:gdLst/>
              <a:ahLst/>
              <a:cxnLst/>
              <a:rect l="l" t="t" r="r" b="b"/>
              <a:pathLst>
                <a:path w="3039" h="3645" extrusionOk="0">
                  <a:moveTo>
                    <a:pt x="837" y="423"/>
                  </a:moveTo>
                  <a:cubicBezTo>
                    <a:pt x="933" y="423"/>
                    <a:pt x="1010" y="510"/>
                    <a:pt x="1010" y="606"/>
                  </a:cubicBezTo>
                  <a:lnTo>
                    <a:pt x="1010" y="779"/>
                  </a:lnTo>
                  <a:lnTo>
                    <a:pt x="1010" y="789"/>
                  </a:lnTo>
                  <a:lnTo>
                    <a:pt x="798" y="789"/>
                  </a:lnTo>
                  <a:cubicBezTo>
                    <a:pt x="558" y="789"/>
                    <a:pt x="558" y="423"/>
                    <a:pt x="798" y="423"/>
                  </a:cubicBezTo>
                  <a:close/>
                  <a:moveTo>
                    <a:pt x="2423" y="433"/>
                  </a:moveTo>
                  <a:cubicBezTo>
                    <a:pt x="2654" y="433"/>
                    <a:pt x="2654" y="789"/>
                    <a:pt x="2423" y="789"/>
                  </a:cubicBezTo>
                  <a:lnTo>
                    <a:pt x="2212" y="789"/>
                  </a:lnTo>
                  <a:lnTo>
                    <a:pt x="2212" y="606"/>
                  </a:lnTo>
                  <a:cubicBezTo>
                    <a:pt x="2212" y="510"/>
                    <a:pt x="2289" y="433"/>
                    <a:pt x="2385" y="433"/>
                  </a:cubicBezTo>
                  <a:close/>
                  <a:moveTo>
                    <a:pt x="817" y="0"/>
                  </a:moveTo>
                  <a:cubicBezTo>
                    <a:pt x="0" y="0"/>
                    <a:pt x="0" y="1221"/>
                    <a:pt x="817" y="1221"/>
                  </a:cubicBezTo>
                  <a:lnTo>
                    <a:pt x="1019" y="1221"/>
                  </a:lnTo>
                  <a:lnTo>
                    <a:pt x="1019" y="3635"/>
                  </a:lnTo>
                  <a:lnTo>
                    <a:pt x="1452" y="3635"/>
                  </a:lnTo>
                  <a:lnTo>
                    <a:pt x="1452" y="1221"/>
                  </a:lnTo>
                  <a:lnTo>
                    <a:pt x="1789" y="1221"/>
                  </a:lnTo>
                  <a:lnTo>
                    <a:pt x="1789" y="3645"/>
                  </a:lnTo>
                  <a:lnTo>
                    <a:pt x="2221" y="3645"/>
                  </a:lnTo>
                  <a:lnTo>
                    <a:pt x="2221" y="1221"/>
                  </a:lnTo>
                  <a:lnTo>
                    <a:pt x="2433" y="1221"/>
                  </a:lnTo>
                  <a:cubicBezTo>
                    <a:pt x="2760" y="1221"/>
                    <a:pt x="3039" y="952"/>
                    <a:pt x="3039" y="615"/>
                  </a:cubicBezTo>
                  <a:cubicBezTo>
                    <a:pt x="3039" y="279"/>
                    <a:pt x="2760" y="10"/>
                    <a:pt x="2433" y="10"/>
                  </a:cubicBezTo>
                  <a:lnTo>
                    <a:pt x="2414" y="0"/>
                  </a:lnTo>
                  <a:lnTo>
                    <a:pt x="2385" y="0"/>
                  </a:lnTo>
                  <a:cubicBezTo>
                    <a:pt x="2058" y="10"/>
                    <a:pt x="1789" y="269"/>
                    <a:pt x="1789" y="606"/>
                  </a:cubicBezTo>
                  <a:lnTo>
                    <a:pt x="1789" y="779"/>
                  </a:lnTo>
                  <a:lnTo>
                    <a:pt x="1442" y="779"/>
                  </a:lnTo>
                  <a:lnTo>
                    <a:pt x="1442" y="606"/>
                  </a:lnTo>
                  <a:cubicBezTo>
                    <a:pt x="1442" y="269"/>
                    <a:pt x="1173" y="10"/>
                    <a:pt x="846" y="0"/>
                  </a:cubicBezTo>
                  <a:close/>
                </a:path>
              </a:pathLst>
            </a:custGeom>
            <a:solidFill>
              <a:srgbClr val="B7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0"/>
            <p:cNvSpPr/>
            <p:nvPr/>
          </p:nvSpPr>
          <p:spPr>
            <a:xfrm>
              <a:off x="1421086" y="2581412"/>
              <a:ext cx="30131" cy="19338"/>
            </a:xfrm>
            <a:custGeom>
              <a:avLst/>
              <a:gdLst/>
              <a:ahLst/>
              <a:cxnLst/>
              <a:rect l="l" t="t" r="r" b="b"/>
              <a:pathLst>
                <a:path w="1153" h="740" extrusionOk="0">
                  <a:moveTo>
                    <a:pt x="850" y="1"/>
                  </a:moveTo>
                  <a:cubicBezTo>
                    <a:pt x="819" y="1"/>
                    <a:pt x="786" y="8"/>
                    <a:pt x="752" y="25"/>
                  </a:cubicBezTo>
                  <a:lnTo>
                    <a:pt x="232" y="323"/>
                  </a:lnTo>
                  <a:cubicBezTo>
                    <a:pt x="0" y="435"/>
                    <a:pt x="121" y="739"/>
                    <a:pt x="317" y="739"/>
                  </a:cubicBezTo>
                  <a:cubicBezTo>
                    <a:pt x="357" y="739"/>
                    <a:pt x="400" y="727"/>
                    <a:pt x="444" y="698"/>
                  </a:cubicBezTo>
                  <a:lnTo>
                    <a:pt x="963" y="400"/>
                  </a:lnTo>
                  <a:cubicBezTo>
                    <a:pt x="1153" y="268"/>
                    <a:pt x="1038" y="1"/>
                    <a:pt x="850" y="1"/>
                  </a:cubicBezTo>
                  <a:close/>
                </a:path>
              </a:pathLst>
            </a:custGeom>
            <a:solidFill>
              <a:srgbClr val="AFC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0"/>
            <p:cNvSpPr/>
            <p:nvPr/>
          </p:nvSpPr>
          <p:spPr>
            <a:xfrm>
              <a:off x="1569336" y="2582222"/>
              <a:ext cx="30157" cy="19312"/>
            </a:xfrm>
            <a:custGeom>
              <a:avLst/>
              <a:gdLst/>
              <a:ahLst/>
              <a:cxnLst/>
              <a:rect l="l" t="t" r="r" b="b"/>
              <a:pathLst>
                <a:path w="1154" h="739" extrusionOk="0">
                  <a:moveTo>
                    <a:pt x="321" y="0"/>
                  </a:moveTo>
                  <a:cubicBezTo>
                    <a:pt x="128" y="0"/>
                    <a:pt x="1" y="305"/>
                    <a:pt x="233" y="417"/>
                  </a:cubicBezTo>
                  <a:lnTo>
                    <a:pt x="752" y="715"/>
                  </a:lnTo>
                  <a:cubicBezTo>
                    <a:pt x="786" y="731"/>
                    <a:pt x="819" y="738"/>
                    <a:pt x="851" y="738"/>
                  </a:cubicBezTo>
                  <a:cubicBezTo>
                    <a:pt x="1039" y="738"/>
                    <a:pt x="1153" y="473"/>
                    <a:pt x="964" y="349"/>
                  </a:cubicBezTo>
                  <a:lnTo>
                    <a:pt x="444" y="42"/>
                  </a:lnTo>
                  <a:cubicBezTo>
                    <a:pt x="402" y="13"/>
                    <a:pt x="360" y="0"/>
                    <a:pt x="321" y="0"/>
                  </a:cubicBezTo>
                  <a:close/>
                </a:path>
              </a:pathLst>
            </a:custGeom>
            <a:solidFill>
              <a:srgbClr val="AFC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40"/>
            <p:cNvSpPr/>
            <p:nvPr/>
          </p:nvSpPr>
          <p:spPr>
            <a:xfrm>
              <a:off x="1506304" y="2449599"/>
              <a:ext cx="11342" cy="26498"/>
            </a:xfrm>
            <a:custGeom>
              <a:avLst/>
              <a:gdLst/>
              <a:ahLst/>
              <a:cxnLst/>
              <a:rect l="l" t="t" r="r" b="b"/>
              <a:pathLst>
                <a:path w="434" h="1014" extrusionOk="0">
                  <a:moveTo>
                    <a:pt x="212" y="1"/>
                  </a:moveTo>
                  <a:cubicBezTo>
                    <a:pt x="97" y="1"/>
                    <a:pt x="0" y="97"/>
                    <a:pt x="0" y="213"/>
                  </a:cubicBezTo>
                  <a:lnTo>
                    <a:pt x="0" y="818"/>
                  </a:lnTo>
                  <a:cubicBezTo>
                    <a:pt x="10" y="948"/>
                    <a:pt x="113" y="1013"/>
                    <a:pt x="217" y="1013"/>
                  </a:cubicBezTo>
                  <a:cubicBezTo>
                    <a:pt x="320" y="1013"/>
                    <a:pt x="424" y="948"/>
                    <a:pt x="433" y="818"/>
                  </a:cubicBezTo>
                  <a:lnTo>
                    <a:pt x="433" y="213"/>
                  </a:lnTo>
                  <a:cubicBezTo>
                    <a:pt x="433" y="97"/>
                    <a:pt x="337" y="1"/>
                    <a:pt x="212" y="1"/>
                  </a:cubicBezTo>
                  <a:close/>
                </a:path>
              </a:pathLst>
            </a:custGeom>
            <a:solidFill>
              <a:srgbClr val="AFC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0"/>
            <p:cNvSpPr/>
            <p:nvPr/>
          </p:nvSpPr>
          <p:spPr>
            <a:xfrm>
              <a:off x="1457228" y="2461176"/>
              <a:ext cx="23624" cy="25897"/>
            </a:xfrm>
            <a:custGeom>
              <a:avLst/>
              <a:gdLst/>
              <a:ahLst/>
              <a:cxnLst/>
              <a:rect l="l" t="t" r="r" b="b"/>
              <a:pathLst>
                <a:path w="904" h="991" extrusionOk="0">
                  <a:moveTo>
                    <a:pt x="302" y="1"/>
                  </a:moveTo>
                  <a:cubicBezTo>
                    <a:pt x="151" y="1"/>
                    <a:pt x="0" y="169"/>
                    <a:pt x="119" y="346"/>
                  </a:cubicBezTo>
                  <a:lnTo>
                    <a:pt x="417" y="866"/>
                  </a:lnTo>
                  <a:cubicBezTo>
                    <a:pt x="459" y="954"/>
                    <a:pt x="529" y="990"/>
                    <a:pt x="599" y="990"/>
                  </a:cubicBezTo>
                  <a:cubicBezTo>
                    <a:pt x="750" y="990"/>
                    <a:pt x="903" y="822"/>
                    <a:pt x="792" y="645"/>
                  </a:cubicBezTo>
                  <a:lnTo>
                    <a:pt x="484" y="125"/>
                  </a:lnTo>
                  <a:cubicBezTo>
                    <a:pt x="441" y="37"/>
                    <a:pt x="372" y="1"/>
                    <a:pt x="302" y="1"/>
                  </a:cubicBezTo>
                  <a:close/>
                </a:path>
              </a:pathLst>
            </a:custGeom>
            <a:solidFill>
              <a:srgbClr val="AFC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0"/>
            <p:cNvSpPr/>
            <p:nvPr/>
          </p:nvSpPr>
          <p:spPr>
            <a:xfrm>
              <a:off x="1422680" y="2495723"/>
              <a:ext cx="29295" cy="18868"/>
            </a:xfrm>
            <a:custGeom>
              <a:avLst/>
              <a:gdLst/>
              <a:ahLst/>
              <a:cxnLst/>
              <a:rect l="l" t="t" r="r" b="b"/>
              <a:pathLst>
                <a:path w="1121" h="722" extrusionOk="0">
                  <a:moveTo>
                    <a:pt x="313" y="1"/>
                  </a:moveTo>
                  <a:cubicBezTo>
                    <a:pt x="123" y="1"/>
                    <a:pt x="1" y="268"/>
                    <a:pt x="191" y="400"/>
                  </a:cubicBezTo>
                  <a:lnTo>
                    <a:pt x="719" y="698"/>
                  </a:lnTo>
                  <a:cubicBezTo>
                    <a:pt x="752" y="714"/>
                    <a:pt x="784" y="721"/>
                    <a:pt x="815" y="721"/>
                  </a:cubicBezTo>
                  <a:cubicBezTo>
                    <a:pt x="999" y="721"/>
                    <a:pt x="1121" y="456"/>
                    <a:pt x="931" y="332"/>
                  </a:cubicBezTo>
                  <a:lnTo>
                    <a:pt x="412" y="25"/>
                  </a:lnTo>
                  <a:cubicBezTo>
                    <a:pt x="378" y="8"/>
                    <a:pt x="344" y="1"/>
                    <a:pt x="313" y="1"/>
                  </a:cubicBezTo>
                  <a:close/>
                </a:path>
              </a:pathLst>
            </a:custGeom>
            <a:solidFill>
              <a:srgbClr val="AFC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0"/>
            <p:cNvSpPr/>
            <p:nvPr/>
          </p:nvSpPr>
          <p:spPr>
            <a:xfrm>
              <a:off x="1410816" y="2542344"/>
              <a:ext cx="28171" cy="11315"/>
            </a:xfrm>
            <a:custGeom>
              <a:avLst/>
              <a:gdLst/>
              <a:ahLst/>
              <a:cxnLst/>
              <a:rect l="l" t="t" r="r" b="b"/>
              <a:pathLst>
                <a:path w="1078" h="433" extrusionOk="0">
                  <a:moveTo>
                    <a:pt x="260" y="0"/>
                  </a:moveTo>
                  <a:cubicBezTo>
                    <a:pt x="0" y="20"/>
                    <a:pt x="0" y="404"/>
                    <a:pt x="260" y="433"/>
                  </a:cubicBezTo>
                  <a:lnTo>
                    <a:pt x="866" y="433"/>
                  </a:lnTo>
                  <a:cubicBezTo>
                    <a:pt x="981" y="433"/>
                    <a:pt x="1077" y="337"/>
                    <a:pt x="1077" y="212"/>
                  </a:cubicBezTo>
                  <a:cubicBezTo>
                    <a:pt x="1077" y="96"/>
                    <a:pt x="981" y="0"/>
                    <a:pt x="866" y="0"/>
                  </a:cubicBezTo>
                  <a:close/>
                </a:path>
              </a:pathLst>
            </a:custGeom>
            <a:solidFill>
              <a:srgbClr val="AFC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0"/>
            <p:cNvSpPr/>
            <p:nvPr/>
          </p:nvSpPr>
          <p:spPr>
            <a:xfrm>
              <a:off x="1581932" y="2543833"/>
              <a:ext cx="29687" cy="11342"/>
            </a:xfrm>
            <a:custGeom>
              <a:avLst/>
              <a:gdLst/>
              <a:ahLst/>
              <a:cxnLst/>
              <a:rect l="l" t="t" r="r" b="b"/>
              <a:pathLst>
                <a:path w="1136" h="434" extrusionOk="0">
                  <a:moveTo>
                    <a:pt x="270" y="1"/>
                  </a:moveTo>
                  <a:cubicBezTo>
                    <a:pt x="1" y="20"/>
                    <a:pt x="1" y="405"/>
                    <a:pt x="270" y="434"/>
                  </a:cubicBezTo>
                  <a:lnTo>
                    <a:pt x="876" y="434"/>
                  </a:lnTo>
                  <a:cubicBezTo>
                    <a:pt x="1136" y="405"/>
                    <a:pt x="1136" y="20"/>
                    <a:pt x="876" y="1"/>
                  </a:cubicBezTo>
                  <a:close/>
                </a:path>
              </a:pathLst>
            </a:custGeom>
            <a:solidFill>
              <a:srgbClr val="AFC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0"/>
            <p:cNvSpPr/>
            <p:nvPr/>
          </p:nvSpPr>
          <p:spPr>
            <a:xfrm>
              <a:off x="1571139" y="2496742"/>
              <a:ext cx="30183" cy="19234"/>
            </a:xfrm>
            <a:custGeom>
              <a:avLst/>
              <a:gdLst/>
              <a:ahLst/>
              <a:cxnLst/>
              <a:rect l="l" t="t" r="r" b="b"/>
              <a:pathLst>
                <a:path w="1155" h="736" extrusionOk="0">
                  <a:moveTo>
                    <a:pt x="837" y="1"/>
                  </a:moveTo>
                  <a:cubicBezTo>
                    <a:pt x="797" y="1"/>
                    <a:pt x="755" y="14"/>
                    <a:pt x="712" y="43"/>
                  </a:cubicBezTo>
                  <a:lnTo>
                    <a:pt x="193" y="341"/>
                  </a:lnTo>
                  <a:cubicBezTo>
                    <a:pt x="0" y="447"/>
                    <a:pt x="77" y="736"/>
                    <a:pt x="298" y="736"/>
                  </a:cubicBezTo>
                  <a:cubicBezTo>
                    <a:pt x="337" y="736"/>
                    <a:pt x="375" y="726"/>
                    <a:pt x="404" y="707"/>
                  </a:cubicBezTo>
                  <a:lnTo>
                    <a:pt x="923" y="409"/>
                  </a:lnTo>
                  <a:cubicBezTo>
                    <a:pt x="1155" y="297"/>
                    <a:pt x="1029" y="1"/>
                    <a:pt x="837" y="1"/>
                  </a:cubicBezTo>
                  <a:close/>
                </a:path>
              </a:pathLst>
            </a:custGeom>
            <a:solidFill>
              <a:srgbClr val="AFC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0"/>
            <p:cNvSpPr/>
            <p:nvPr/>
          </p:nvSpPr>
          <p:spPr>
            <a:xfrm>
              <a:off x="1542655" y="2462483"/>
              <a:ext cx="22213" cy="25349"/>
            </a:xfrm>
            <a:custGeom>
              <a:avLst/>
              <a:gdLst/>
              <a:ahLst/>
              <a:cxnLst/>
              <a:rect l="l" t="t" r="r" b="b"/>
              <a:pathLst>
                <a:path w="850" h="970" extrusionOk="0">
                  <a:moveTo>
                    <a:pt x="611" y="0"/>
                  </a:moveTo>
                  <a:cubicBezTo>
                    <a:pt x="536" y="0"/>
                    <a:pt x="466" y="39"/>
                    <a:pt x="427" y="104"/>
                  </a:cubicBezTo>
                  <a:lnTo>
                    <a:pt x="119" y="623"/>
                  </a:lnTo>
                  <a:cubicBezTo>
                    <a:pt x="1" y="801"/>
                    <a:pt x="156" y="969"/>
                    <a:pt x="310" y="969"/>
                  </a:cubicBezTo>
                  <a:cubicBezTo>
                    <a:pt x="381" y="969"/>
                    <a:pt x="452" y="933"/>
                    <a:pt x="494" y="845"/>
                  </a:cubicBezTo>
                  <a:lnTo>
                    <a:pt x="792" y="325"/>
                  </a:lnTo>
                  <a:cubicBezTo>
                    <a:pt x="850" y="220"/>
                    <a:pt x="821" y="85"/>
                    <a:pt x="715" y="27"/>
                  </a:cubicBezTo>
                  <a:cubicBezTo>
                    <a:pt x="681" y="9"/>
                    <a:pt x="646" y="0"/>
                    <a:pt x="611" y="0"/>
                  </a:cubicBezTo>
                  <a:close/>
                </a:path>
              </a:pathLst>
            </a:custGeom>
            <a:solidFill>
              <a:srgbClr val="AFC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0"/>
            <p:cNvSpPr/>
            <p:nvPr/>
          </p:nvSpPr>
          <p:spPr>
            <a:xfrm>
              <a:off x="1496243" y="2594112"/>
              <a:ext cx="8075" cy="24382"/>
            </a:xfrm>
            <a:custGeom>
              <a:avLst/>
              <a:gdLst/>
              <a:ahLst/>
              <a:cxnLst/>
              <a:rect l="l" t="t" r="r" b="b"/>
              <a:pathLst>
                <a:path w="309" h="933" extrusionOk="0">
                  <a:moveTo>
                    <a:pt x="1" y="0"/>
                  </a:moveTo>
                  <a:lnTo>
                    <a:pt x="1" y="933"/>
                  </a:lnTo>
                  <a:lnTo>
                    <a:pt x="308" y="933"/>
                  </a:lnTo>
                  <a:lnTo>
                    <a:pt x="308" y="856"/>
                  </a:lnTo>
                  <a:cubicBezTo>
                    <a:pt x="308" y="539"/>
                    <a:pt x="203" y="241"/>
                    <a:pt x="1" y="0"/>
                  </a:cubicBezTo>
                  <a:close/>
                </a:path>
              </a:pathLst>
            </a:custGeom>
            <a:solidFill>
              <a:srgbClr val="A9BA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0"/>
            <p:cNvSpPr/>
            <p:nvPr/>
          </p:nvSpPr>
          <p:spPr>
            <a:xfrm>
              <a:off x="1483935" y="2618468"/>
              <a:ext cx="56054" cy="22160"/>
            </a:xfrm>
            <a:custGeom>
              <a:avLst/>
              <a:gdLst/>
              <a:ahLst/>
              <a:cxnLst/>
              <a:rect l="l" t="t" r="r" b="b"/>
              <a:pathLst>
                <a:path w="2145" h="848" extrusionOk="0">
                  <a:moveTo>
                    <a:pt x="1" y="1"/>
                  </a:moveTo>
                  <a:lnTo>
                    <a:pt x="1" y="847"/>
                  </a:lnTo>
                  <a:lnTo>
                    <a:pt x="2145" y="847"/>
                  </a:lnTo>
                  <a:lnTo>
                    <a:pt x="2145" y="1"/>
                  </a:lnTo>
                  <a:close/>
                </a:path>
              </a:pathLst>
            </a:custGeom>
            <a:solidFill>
              <a:srgbClr val="C7D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0"/>
            <p:cNvSpPr/>
            <p:nvPr/>
          </p:nvSpPr>
          <p:spPr>
            <a:xfrm>
              <a:off x="1483935" y="2640602"/>
              <a:ext cx="56054" cy="22134"/>
            </a:xfrm>
            <a:custGeom>
              <a:avLst/>
              <a:gdLst/>
              <a:ahLst/>
              <a:cxnLst/>
              <a:rect l="l" t="t" r="r" b="b"/>
              <a:pathLst>
                <a:path w="2145" h="847" extrusionOk="0">
                  <a:moveTo>
                    <a:pt x="1" y="0"/>
                  </a:moveTo>
                  <a:lnTo>
                    <a:pt x="1" y="471"/>
                  </a:lnTo>
                  <a:cubicBezTo>
                    <a:pt x="1" y="567"/>
                    <a:pt x="39" y="664"/>
                    <a:pt x="106" y="741"/>
                  </a:cubicBezTo>
                  <a:cubicBezTo>
                    <a:pt x="126" y="750"/>
                    <a:pt x="135" y="760"/>
                    <a:pt x="154" y="769"/>
                  </a:cubicBezTo>
                  <a:lnTo>
                    <a:pt x="183" y="789"/>
                  </a:lnTo>
                  <a:cubicBezTo>
                    <a:pt x="241" y="827"/>
                    <a:pt x="308" y="846"/>
                    <a:pt x="376" y="846"/>
                  </a:cubicBezTo>
                  <a:lnTo>
                    <a:pt x="1760" y="846"/>
                  </a:lnTo>
                  <a:cubicBezTo>
                    <a:pt x="1837" y="846"/>
                    <a:pt x="1905" y="827"/>
                    <a:pt x="1962" y="789"/>
                  </a:cubicBezTo>
                  <a:lnTo>
                    <a:pt x="1991" y="769"/>
                  </a:lnTo>
                  <a:cubicBezTo>
                    <a:pt x="2010" y="760"/>
                    <a:pt x="2020" y="750"/>
                    <a:pt x="2030" y="741"/>
                  </a:cubicBezTo>
                  <a:cubicBezTo>
                    <a:pt x="2107" y="664"/>
                    <a:pt x="2145" y="567"/>
                    <a:pt x="2145" y="471"/>
                  </a:cubicBezTo>
                  <a:lnTo>
                    <a:pt x="2145" y="0"/>
                  </a:lnTo>
                  <a:close/>
                </a:path>
              </a:pathLst>
            </a:custGeom>
            <a:solidFill>
              <a:srgbClr val="889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40"/>
            <p:cNvSpPr/>
            <p:nvPr/>
          </p:nvSpPr>
          <p:spPr>
            <a:xfrm>
              <a:off x="1504292" y="2618468"/>
              <a:ext cx="35697" cy="22160"/>
            </a:xfrm>
            <a:custGeom>
              <a:avLst/>
              <a:gdLst/>
              <a:ahLst/>
              <a:cxnLst/>
              <a:rect l="l" t="t" r="r" b="b"/>
              <a:pathLst>
                <a:path w="1366" h="848" extrusionOk="0">
                  <a:moveTo>
                    <a:pt x="0" y="1"/>
                  </a:moveTo>
                  <a:lnTo>
                    <a:pt x="0" y="847"/>
                  </a:lnTo>
                  <a:lnTo>
                    <a:pt x="1366" y="847"/>
                  </a:lnTo>
                  <a:lnTo>
                    <a:pt x="1366" y="1"/>
                  </a:lnTo>
                  <a:close/>
                </a:path>
              </a:pathLst>
            </a:custGeom>
            <a:solidFill>
              <a:srgbClr val="D9E0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40"/>
            <p:cNvSpPr/>
            <p:nvPr/>
          </p:nvSpPr>
          <p:spPr>
            <a:xfrm>
              <a:off x="1504031" y="2640602"/>
              <a:ext cx="35958" cy="22134"/>
            </a:xfrm>
            <a:custGeom>
              <a:avLst/>
              <a:gdLst/>
              <a:ahLst/>
              <a:cxnLst/>
              <a:rect l="l" t="t" r="r" b="b"/>
              <a:pathLst>
                <a:path w="1376" h="847" extrusionOk="0">
                  <a:moveTo>
                    <a:pt x="10" y="0"/>
                  </a:moveTo>
                  <a:lnTo>
                    <a:pt x="10" y="471"/>
                  </a:lnTo>
                  <a:cubicBezTo>
                    <a:pt x="1" y="683"/>
                    <a:pt x="184" y="846"/>
                    <a:pt x="395" y="846"/>
                  </a:cubicBezTo>
                  <a:lnTo>
                    <a:pt x="991" y="846"/>
                  </a:lnTo>
                  <a:cubicBezTo>
                    <a:pt x="1068" y="846"/>
                    <a:pt x="1136" y="827"/>
                    <a:pt x="1193" y="789"/>
                  </a:cubicBezTo>
                  <a:lnTo>
                    <a:pt x="1222" y="769"/>
                  </a:lnTo>
                  <a:cubicBezTo>
                    <a:pt x="1241" y="760"/>
                    <a:pt x="1251" y="750"/>
                    <a:pt x="1261" y="741"/>
                  </a:cubicBezTo>
                  <a:cubicBezTo>
                    <a:pt x="1338" y="664"/>
                    <a:pt x="1376" y="567"/>
                    <a:pt x="1376" y="471"/>
                  </a:cubicBezTo>
                  <a:lnTo>
                    <a:pt x="1376" y="0"/>
                  </a:lnTo>
                  <a:close/>
                </a:path>
              </a:pathLst>
            </a:custGeom>
            <a:solidFill>
              <a:srgbClr val="C7D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3" name="Google Shape;1823;p40"/>
          <p:cNvGrpSpPr/>
          <p:nvPr/>
        </p:nvGrpSpPr>
        <p:grpSpPr>
          <a:xfrm>
            <a:off x="4355399" y="2146100"/>
            <a:ext cx="599904" cy="451494"/>
            <a:chOff x="6988887" y="1538854"/>
            <a:chExt cx="499920" cy="300136"/>
          </a:xfrm>
        </p:grpSpPr>
        <p:sp>
          <p:nvSpPr>
            <p:cNvPr id="1824" name="Google Shape;1824;p40"/>
            <p:cNvSpPr/>
            <p:nvPr/>
          </p:nvSpPr>
          <p:spPr>
            <a:xfrm>
              <a:off x="7052826" y="1538854"/>
              <a:ext cx="372777" cy="247155"/>
            </a:xfrm>
            <a:custGeom>
              <a:avLst/>
              <a:gdLst/>
              <a:ahLst/>
              <a:cxnLst/>
              <a:rect l="l" t="t" r="r" b="b"/>
              <a:pathLst>
                <a:path w="14220" h="9428" extrusionOk="0">
                  <a:moveTo>
                    <a:pt x="622" y="1"/>
                  </a:moveTo>
                  <a:cubicBezTo>
                    <a:pt x="275" y="1"/>
                    <a:pt x="1" y="290"/>
                    <a:pt x="1" y="636"/>
                  </a:cubicBezTo>
                  <a:lnTo>
                    <a:pt x="1" y="9427"/>
                  </a:lnTo>
                  <a:lnTo>
                    <a:pt x="14220" y="9427"/>
                  </a:lnTo>
                  <a:lnTo>
                    <a:pt x="14220" y="636"/>
                  </a:lnTo>
                  <a:cubicBezTo>
                    <a:pt x="14220" y="290"/>
                    <a:pt x="13931" y="1"/>
                    <a:pt x="13585" y="1"/>
                  </a:cubicBezTo>
                  <a:close/>
                </a:path>
              </a:pathLst>
            </a:custGeom>
            <a:solidFill>
              <a:srgbClr val="6D81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40"/>
            <p:cNvSpPr/>
            <p:nvPr/>
          </p:nvSpPr>
          <p:spPr>
            <a:xfrm>
              <a:off x="6988887" y="1773872"/>
              <a:ext cx="499920" cy="33319"/>
            </a:xfrm>
            <a:custGeom>
              <a:avLst/>
              <a:gdLst/>
              <a:ahLst/>
              <a:cxnLst/>
              <a:rect l="l" t="t" r="r" b="b"/>
              <a:pathLst>
                <a:path w="19070" h="1271" extrusionOk="0">
                  <a:moveTo>
                    <a:pt x="2425" y="0"/>
                  </a:moveTo>
                  <a:lnTo>
                    <a:pt x="0" y="924"/>
                  </a:lnTo>
                  <a:lnTo>
                    <a:pt x="0" y="1271"/>
                  </a:lnTo>
                  <a:lnTo>
                    <a:pt x="19069" y="1271"/>
                  </a:lnTo>
                  <a:lnTo>
                    <a:pt x="19069" y="92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40"/>
            <p:cNvSpPr/>
            <p:nvPr/>
          </p:nvSpPr>
          <p:spPr>
            <a:xfrm>
              <a:off x="6988887" y="1798095"/>
              <a:ext cx="499920" cy="40895"/>
            </a:xfrm>
            <a:custGeom>
              <a:avLst/>
              <a:gdLst/>
              <a:ahLst/>
              <a:cxnLst/>
              <a:rect l="l" t="t" r="r" b="b"/>
              <a:pathLst>
                <a:path w="19070" h="1560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1011"/>
                    <a:pt x="549" y="1559"/>
                    <a:pt x="1227" y="1559"/>
                  </a:cubicBezTo>
                  <a:lnTo>
                    <a:pt x="17842" y="1559"/>
                  </a:lnTo>
                  <a:cubicBezTo>
                    <a:pt x="18521" y="1559"/>
                    <a:pt x="19069" y="1011"/>
                    <a:pt x="19069" y="347"/>
                  </a:cubicBezTo>
                  <a:lnTo>
                    <a:pt x="19069" y="0"/>
                  </a:ln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40"/>
            <p:cNvSpPr/>
            <p:nvPr/>
          </p:nvSpPr>
          <p:spPr>
            <a:xfrm>
              <a:off x="7149323" y="1798095"/>
              <a:ext cx="180543" cy="29544"/>
            </a:xfrm>
            <a:custGeom>
              <a:avLst/>
              <a:gdLst/>
              <a:ahLst/>
              <a:cxnLst/>
              <a:rect l="l" t="t" r="r" b="b"/>
              <a:pathLst>
                <a:path w="6887" h="1127" extrusionOk="0">
                  <a:moveTo>
                    <a:pt x="1" y="0"/>
                  </a:moveTo>
                  <a:lnTo>
                    <a:pt x="1040" y="1039"/>
                  </a:lnTo>
                  <a:cubicBezTo>
                    <a:pt x="1083" y="1097"/>
                    <a:pt x="1156" y="1126"/>
                    <a:pt x="1242" y="1126"/>
                  </a:cubicBezTo>
                  <a:lnTo>
                    <a:pt x="5645" y="1126"/>
                  </a:lnTo>
                  <a:cubicBezTo>
                    <a:pt x="5717" y="1126"/>
                    <a:pt x="5804" y="1097"/>
                    <a:pt x="5847" y="1039"/>
                  </a:cubicBezTo>
                  <a:lnTo>
                    <a:pt x="6887" y="0"/>
                  </a:lnTo>
                  <a:lnTo>
                    <a:pt x="6064" y="0"/>
                  </a:lnTo>
                  <a:lnTo>
                    <a:pt x="5515" y="549"/>
                  </a:lnTo>
                  <a:lnTo>
                    <a:pt x="1358" y="549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40"/>
            <p:cNvSpPr/>
            <p:nvPr/>
          </p:nvSpPr>
          <p:spPr>
            <a:xfrm>
              <a:off x="7052826" y="1562317"/>
              <a:ext cx="372777" cy="188119"/>
            </a:xfrm>
            <a:custGeom>
              <a:avLst/>
              <a:gdLst/>
              <a:ahLst/>
              <a:cxnLst/>
              <a:rect l="l" t="t" r="r" b="b"/>
              <a:pathLst>
                <a:path w="14220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14220" y="7175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91A2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0"/>
            <p:cNvSpPr/>
            <p:nvPr/>
          </p:nvSpPr>
          <p:spPr>
            <a:xfrm>
              <a:off x="7052826" y="1562317"/>
              <a:ext cx="139674" cy="188119"/>
            </a:xfrm>
            <a:custGeom>
              <a:avLst/>
              <a:gdLst/>
              <a:ahLst/>
              <a:cxnLst/>
              <a:rect l="l" t="t" r="r" b="b"/>
              <a:pathLst>
                <a:path w="5328" h="7176" extrusionOk="0">
                  <a:moveTo>
                    <a:pt x="1" y="1"/>
                  </a:moveTo>
                  <a:lnTo>
                    <a:pt x="1" y="7175"/>
                  </a:lnTo>
                  <a:lnTo>
                    <a:pt x="5327" y="7175"/>
                  </a:lnTo>
                  <a:lnTo>
                    <a:pt x="5327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0"/>
            <p:cNvSpPr/>
            <p:nvPr/>
          </p:nvSpPr>
          <p:spPr>
            <a:xfrm>
              <a:off x="7087639" y="1601692"/>
              <a:ext cx="44697" cy="25376"/>
            </a:xfrm>
            <a:custGeom>
              <a:avLst/>
              <a:gdLst/>
              <a:ahLst/>
              <a:cxnLst/>
              <a:rect l="l" t="t" r="r" b="b"/>
              <a:pathLst>
                <a:path w="1705" h="968" extrusionOk="0">
                  <a:moveTo>
                    <a:pt x="189" y="0"/>
                  </a:moveTo>
                  <a:cubicBezTo>
                    <a:pt x="87" y="0"/>
                    <a:pt x="1" y="72"/>
                    <a:pt x="1" y="173"/>
                  </a:cubicBezTo>
                  <a:lnTo>
                    <a:pt x="1" y="794"/>
                  </a:lnTo>
                  <a:cubicBezTo>
                    <a:pt x="1" y="881"/>
                    <a:pt x="87" y="967"/>
                    <a:pt x="189" y="967"/>
                  </a:cubicBezTo>
                  <a:lnTo>
                    <a:pt x="1517" y="967"/>
                  </a:lnTo>
                  <a:cubicBezTo>
                    <a:pt x="1618" y="967"/>
                    <a:pt x="1704" y="881"/>
                    <a:pt x="1704" y="794"/>
                  </a:cubicBezTo>
                  <a:lnTo>
                    <a:pt x="1704" y="173"/>
                  </a:lnTo>
                  <a:cubicBezTo>
                    <a:pt x="1704" y="72"/>
                    <a:pt x="1618" y="0"/>
                    <a:pt x="1517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0"/>
            <p:cNvSpPr/>
            <p:nvPr/>
          </p:nvSpPr>
          <p:spPr>
            <a:xfrm>
              <a:off x="7077442" y="1642561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0"/>
            <p:cNvSpPr/>
            <p:nvPr/>
          </p:nvSpPr>
          <p:spPr>
            <a:xfrm>
              <a:off x="7122846" y="1671686"/>
              <a:ext cx="44670" cy="25769"/>
            </a:xfrm>
            <a:custGeom>
              <a:avLst/>
              <a:gdLst/>
              <a:ahLst/>
              <a:cxnLst/>
              <a:rect l="l" t="t" r="r" b="b"/>
              <a:pathLst>
                <a:path w="1704" h="983" extrusionOk="0">
                  <a:moveTo>
                    <a:pt x="188" y="1"/>
                  </a:moveTo>
                  <a:cubicBezTo>
                    <a:pt x="87" y="1"/>
                    <a:pt x="0" y="87"/>
                    <a:pt x="0" y="188"/>
                  </a:cubicBezTo>
                  <a:lnTo>
                    <a:pt x="0" y="795"/>
                  </a:lnTo>
                  <a:cubicBezTo>
                    <a:pt x="0" y="896"/>
                    <a:pt x="87" y="982"/>
                    <a:pt x="188" y="982"/>
                  </a:cubicBezTo>
                  <a:lnTo>
                    <a:pt x="1516" y="982"/>
                  </a:lnTo>
                  <a:cubicBezTo>
                    <a:pt x="1617" y="982"/>
                    <a:pt x="1704" y="896"/>
                    <a:pt x="1704" y="795"/>
                  </a:cubicBezTo>
                  <a:lnTo>
                    <a:pt x="1704" y="188"/>
                  </a:lnTo>
                  <a:cubicBezTo>
                    <a:pt x="1704" y="87"/>
                    <a:pt x="1617" y="1"/>
                    <a:pt x="1516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0"/>
            <p:cNvSpPr/>
            <p:nvPr/>
          </p:nvSpPr>
          <p:spPr>
            <a:xfrm>
              <a:off x="7077442" y="1712948"/>
              <a:ext cx="100299" cy="15152"/>
            </a:xfrm>
            <a:custGeom>
              <a:avLst/>
              <a:gdLst/>
              <a:ahLst/>
              <a:cxnLst/>
              <a:rect l="l" t="t" r="r" b="b"/>
              <a:pathLst>
                <a:path w="3826" h="578" extrusionOk="0">
                  <a:moveTo>
                    <a:pt x="390" y="0"/>
                  </a:moveTo>
                  <a:cubicBezTo>
                    <a:pt x="0" y="0"/>
                    <a:pt x="0" y="578"/>
                    <a:pt x="390" y="578"/>
                  </a:cubicBezTo>
                  <a:lnTo>
                    <a:pt x="3436" y="578"/>
                  </a:lnTo>
                  <a:cubicBezTo>
                    <a:pt x="3825" y="578"/>
                    <a:pt x="3825" y="0"/>
                    <a:pt x="3436" y="0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40"/>
            <p:cNvSpPr/>
            <p:nvPr/>
          </p:nvSpPr>
          <p:spPr>
            <a:xfrm>
              <a:off x="7228807" y="1623922"/>
              <a:ext cx="51041" cy="79589"/>
            </a:xfrm>
            <a:custGeom>
              <a:avLst/>
              <a:gdLst/>
              <a:ahLst/>
              <a:cxnLst/>
              <a:rect l="l" t="t" r="r" b="b"/>
              <a:pathLst>
                <a:path w="1947" h="3036" extrusionOk="0">
                  <a:moveTo>
                    <a:pt x="1529" y="1"/>
                  </a:moveTo>
                  <a:cubicBezTo>
                    <a:pt x="1462" y="1"/>
                    <a:pt x="1392" y="27"/>
                    <a:pt x="1328" y="90"/>
                  </a:cubicBezTo>
                  <a:lnTo>
                    <a:pt x="116" y="1317"/>
                  </a:lnTo>
                  <a:cubicBezTo>
                    <a:pt x="0" y="1433"/>
                    <a:pt x="0" y="1606"/>
                    <a:pt x="116" y="1722"/>
                  </a:cubicBezTo>
                  <a:lnTo>
                    <a:pt x="1328" y="2949"/>
                  </a:lnTo>
                  <a:cubicBezTo>
                    <a:pt x="1386" y="2992"/>
                    <a:pt x="1458" y="3035"/>
                    <a:pt x="1530" y="3035"/>
                  </a:cubicBezTo>
                  <a:cubicBezTo>
                    <a:pt x="1790" y="3035"/>
                    <a:pt x="1920" y="2718"/>
                    <a:pt x="1747" y="2544"/>
                  </a:cubicBezTo>
                  <a:lnTo>
                    <a:pt x="722" y="1520"/>
                  </a:lnTo>
                  <a:lnTo>
                    <a:pt x="1747" y="495"/>
                  </a:lnTo>
                  <a:cubicBezTo>
                    <a:pt x="1947" y="295"/>
                    <a:pt x="1754" y="1"/>
                    <a:pt x="1529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0"/>
            <p:cNvSpPr/>
            <p:nvPr/>
          </p:nvSpPr>
          <p:spPr>
            <a:xfrm>
              <a:off x="7342449" y="1624079"/>
              <a:ext cx="50988" cy="79431"/>
            </a:xfrm>
            <a:custGeom>
              <a:avLst/>
              <a:gdLst/>
              <a:ahLst/>
              <a:cxnLst/>
              <a:rect l="l" t="t" r="r" b="b"/>
              <a:pathLst>
                <a:path w="1945" h="3030" extrusionOk="0">
                  <a:moveTo>
                    <a:pt x="420" y="1"/>
                  </a:moveTo>
                  <a:cubicBezTo>
                    <a:pt x="194" y="1"/>
                    <a:pt x="0" y="291"/>
                    <a:pt x="212" y="503"/>
                  </a:cubicBezTo>
                  <a:lnTo>
                    <a:pt x="1223" y="1514"/>
                  </a:lnTo>
                  <a:lnTo>
                    <a:pt x="212" y="2538"/>
                  </a:lnTo>
                  <a:cubicBezTo>
                    <a:pt x="25" y="2712"/>
                    <a:pt x="155" y="3029"/>
                    <a:pt x="415" y="3029"/>
                  </a:cubicBezTo>
                  <a:cubicBezTo>
                    <a:pt x="487" y="3029"/>
                    <a:pt x="559" y="2986"/>
                    <a:pt x="617" y="2943"/>
                  </a:cubicBezTo>
                  <a:lnTo>
                    <a:pt x="1844" y="1716"/>
                  </a:lnTo>
                  <a:cubicBezTo>
                    <a:pt x="1945" y="1600"/>
                    <a:pt x="1945" y="1427"/>
                    <a:pt x="1844" y="1311"/>
                  </a:cubicBezTo>
                  <a:lnTo>
                    <a:pt x="617" y="84"/>
                  </a:lnTo>
                  <a:cubicBezTo>
                    <a:pt x="555" y="26"/>
                    <a:pt x="486" y="1"/>
                    <a:pt x="420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0"/>
            <p:cNvSpPr/>
            <p:nvPr/>
          </p:nvSpPr>
          <p:spPr>
            <a:xfrm>
              <a:off x="7287450" y="1614485"/>
              <a:ext cx="48734" cy="98490"/>
            </a:xfrm>
            <a:custGeom>
              <a:avLst/>
              <a:gdLst/>
              <a:ahLst/>
              <a:cxnLst/>
              <a:rect l="l" t="t" r="r" b="b"/>
              <a:pathLst>
                <a:path w="1859" h="3757" extrusionOk="0">
                  <a:moveTo>
                    <a:pt x="1494" y="1"/>
                  </a:moveTo>
                  <a:cubicBezTo>
                    <a:pt x="1388" y="1"/>
                    <a:pt x="1281" y="57"/>
                    <a:pt x="1228" y="191"/>
                  </a:cubicBezTo>
                  <a:lnTo>
                    <a:pt x="73" y="3366"/>
                  </a:lnTo>
                  <a:cubicBezTo>
                    <a:pt x="1" y="3554"/>
                    <a:pt x="131" y="3742"/>
                    <a:pt x="333" y="3756"/>
                  </a:cubicBezTo>
                  <a:cubicBezTo>
                    <a:pt x="463" y="3756"/>
                    <a:pt x="564" y="3684"/>
                    <a:pt x="607" y="3568"/>
                  </a:cubicBezTo>
                  <a:lnTo>
                    <a:pt x="1776" y="393"/>
                  </a:lnTo>
                  <a:cubicBezTo>
                    <a:pt x="1858" y="165"/>
                    <a:pt x="1676" y="1"/>
                    <a:pt x="1494" y="1"/>
                  </a:cubicBezTo>
                  <a:close/>
                </a:path>
              </a:pathLst>
            </a:custGeom>
            <a:solidFill>
              <a:srgbClr val="F2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41"/>
          <p:cNvSpPr txBox="1">
            <a:spLocks noGrp="1"/>
          </p:cNvSpPr>
          <p:nvPr>
            <p:ph type="title"/>
          </p:nvPr>
        </p:nvSpPr>
        <p:spPr>
          <a:xfrm>
            <a:off x="2390925" y="2263950"/>
            <a:ext cx="6318900" cy="6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02. Data Analysis</a:t>
            </a:r>
            <a:endParaRPr sz="3600" dirty="0"/>
          </a:p>
        </p:txBody>
      </p:sp>
      <p:grpSp>
        <p:nvGrpSpPr>
          <p:cNvPr id="1843" name="Google Shape;1843;p41"/>
          <p:cNvGrpSpPr/>
          <p:nvPr/>
        </p:nvGrpSpPr>
        <p:grpSpPr>
          <a:xfrm>
            <a:off x="809899" y="2037947"/>
            <a:ext cx="1239282" cy="2634281"/>
            <a:chOff x="809899" y="2037947"/>
            <a:chExt cx="1239282" cy="2634281"/>
          </a:xfrm>
        </p:grpSpPr>
        <p:sp>
          <p:nvSpPr>
            <p:cNvPr id="1844" name="Google Shape;1844;p41"/>
            <p:cNvSpPr/>
            <p:nvPr/>
          </p:nvSpPr>
          <p:spPr>
            <a:xfrm>
              <a:off x="957852" y="3292724"/>
              <a:ext cx="584273" cy="1345435"/>
            </a:xfrm>
            <a:custGeom>
              <a:avLst/>
              <a:gdLst/>
              <a:ahLst/>
              <a:cxnLst/>
              <a:rect l="l" t="t" r="r" b="b"/>
              <a:pathLst>
                <a:path w="18213" h="41940" extrusionOk="0">
                  <a:moveTo>
                    <a:pt x="10978" y="1"/>
                  </a:moveTo>
                  <a:cubicBezTo>
                    <a:pt x="10710" y="419"/>
                    <a:pt x="0" y="40753"/>
                    <a:pt x="0" y="40753"/>
                  </a:cubicBezTo>
                  <a:lnTo>
                    <a:pt x="3776" y="41939"/>
                  </a:lnTo>
                  <a:lnTo>
                    <a:pt x="18213" y="3576"/>
                  </a:lnTo>
                  <a:lnTo>
                    <a:pt x="109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1"/>
            <p:cNvSpPr/>
            <p:nvPr/>
          </p:nvSpPr>
          <p:spPr>
            <a:xfrm>
              <a:off x="936936" y="4573261"/>
              <a:ext cx="154946" cy="96497"/>
            </a:xfrm>
            <a:custGeom>
              <a:avLst/>
              <a:gdLst/>
              <a:ahLst/>
              <a:cxnLst/>
              <a:rect l="l" t="t" r="r" b="b"/>
              <a:pathLst>
                <a:path w="4830" h="3008" extrusionOk="0">
                  <a:moveTo>
                    <a:pt x="686" y="0"/>
                  </a:moveTo>
                  <a:lnTo>
                    <a:pt x="1" y="3008"/>
                  </a:lnTo>
                  <a:lnTo>
                    <a:pt x="4629" y="3008"/>
                  </a:lnTo>
                  <a:lnTo>
                    <a:pt x="4829" y="1053"/>
                  </a:lnTo>
                  <a:lnTo>
                    <a:pt x="6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1"/>
            <p:cNvSpPr/>
            <p:nvPr/>
          </p:nvSpPr>
          <p:spPr>
            <a:xfrm>
              <a:off x="936936" y="4652050"/>
              <a:ext cx="149589" cy="17708"/>
            </a:xfrm>
            <a:custGeom>
              <a:avLst/>
              <a:gdLst/>
              <a:ahLst/>
              <a:cxnLst/>
              <a:rect l="l" t="t" r="r" b="b"/>
              <a:pathLst>
                <a:path w="4663" h="552" extrusionOk="0">
                  <a:moveTo>
                    <a:pt x="84" y="0"/>
                  </a:moveTo>
                  <a:lnTo>
                    <a:pt x="1" y="502"/>
                  </a:lnTo>
                  <a:lnTo>
                    <a:pt x="1" y="552"/>
                  </a:lnTo>
                  <a:lnTo>
                    <a:pt x="4629" y="552"/>
                  </a:lnTo>
                  <a:lnTo>
                    <a:pt x="4662" y="11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chemeClr val="lt1">
                <a:alpha val="272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1"/>
            <p:cNvSpPr/>
            <p:nvPr/>
          </p:nvSpPr>
          <p:spPr>
            <a:xfrm>
              <a:off x="1095058" y="2900385"/>
              <a:ext cx="272872" cy="352752"/>
            </a:xfrm>
            <a:custGeom>
              <a:avLst/>
              <a:gdLst/>
              <a:ahLst/>
              <a:cxnLst/>
              <a:rect l="l" t="t" r="r" b="b"/>
              <a:pathLst>
                <a:path w="8506" h="10996" extrusionOk="0">
                  <a:moveTo>
                    <a:pt x="3008" y="0"/>
                  </a:moveTo>
                  <a:cubicBezTo>
                    <a:pt x="3008" y="151"/>
                    <a:pt x="1" y="4612"/>
                    <a:pt x="418" y="5497"/>
                  </a:cubicBezTo>
                  <a:cubicBezTo>
                    <a:pt x="986" y="6734"/>
                    <a:pt x="4896" y="9207"/>
                    <a:pt x="6500" y="10176"/>
                  </a:cubicBezTo>
                  <a:cubicBezTo>
                    <a:pt x="6066" y="10242"/>
                    <a:pt x="5631" y="10326"/>
                    <a:pt x="5214" y="10443"/>
                  </a:cubicBezTo>
                  <a:cubicBezTo>
                    <a:pt x="4796" y="10577"/>
                    <a:pt x="6133" y="10928"/>
                    <a:pt x="6450" y="10994"/>
                  </a:cubicBezTo>
                  <a:cubicBezTo>
                    <a:pt x="6455" y="10995"/>
                    <a:pt x="6459" y="10995"/>
                    <a:pt x="6464" y="10995"/>
                  </a:cubicBezTo>
                  <a:cubicBezTo>
                    <a:pt x="6588" y="10995"/>
                    <a:pt x="6845" y="10800"/>
                    <a:pt x="7102" y="10543"/>
                  </a:cubicBezTo>
                  <a:lnTo>
                    <a:pt x="7185" y="10593"/>
                  </a:lnTo>
                  <a:lnTo>
                    <a:pt x="7269" y="10393"/>
                  </a:lnTo>
                  <a:cubicBezTo>
                    <a:pt x="7570" y="10092"/>
                    <a:pt x="7837" y="9775"/>
                    <a:pt x="8088" y="9424"/>
                  </a:cubicBezTo>
                  <a:cubicBezTo>
                    <a:pt x="8154" y="9324"/>
                    <a:pt x="8154" y="8856"/>
                    <a:pt x="8121" y="8354"/>
                  </a:cubicBezTo>
                  <a:lnTo>
                    <a:pt x="8505" y="7469"/>
                  </a:lnTo>
                  <a:lnTo>
                    <a:pt x="8037" y="7085"/>
                  </a:lnTo>
                  <a:cubicBezTo>
                    <a:pt x="8037" y="7051"/>
                    <a:pt x="8037" y="7034"/>
                    <a:pt x="8037" y="7034"/>
                  </a:cubicBezTo>
                  <a:lnTo>
                    <a:pt x="8004" y="7068"/>
                  </a:lnTo>
                  <a:lnTo>
                    <a:pt x="4896" y="4562"/>
                  </a:lnTo>
                  <a:lnTo>
                    <a:pt x="6233" y="2356"/>
                  </a:lnTo>
                  <a:lnTo>
                    <a:pt x="3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1"/>
            <p:cNvSpPr/>
            <p:nvPr/>
          </p:nvSpPr>
          <p:spPr>
            <a:xfrm>
              <a:off x="1677182" y="2846234"/>
              <a:ext cx="288399" cy="371615"/>
            </a:xfrm>
            <a:custGeom>
              <a:avLst/>
              <a:gdLst/>
              <a:ahLst/>
              <a:cxnLst/>
              <a:rect l="l" t="t" r="r" b="b"/>
              <a:pathLst>
                <a:path w="8990" h="11584" extrusionOk="0">
                  <a:moveTo>
                    <a:pt x="3609" y="1"/>
                  </a:moveTo>
                  <a:lnTo>
                    <a:pt x="618" y="2574"/>
                  </a:lnTo>
                  <a:lnTo>
                    <a:pt x="4060" y="5381"/>
                  </a:lnTo>
                  <a:lnTo>
                    <a:pt x="501" y="7653"/>
                  </a:lnTo>
                  <a:lnTo>
                    <a:pt x="485" y="7636"/>
                  </a:lnTo>
                  <a:cubicBezTo>
                    <a:pt x="485" y="7636"/>
                    <a:pt x="468" y="7653"/>
                    <a:pt x="468" y="7687"/>
                  </a:cubicBezTo>
                  <a:lnTo>
                    <a:pt x="0" y="8054"/>
                  </a:lnTo>
                  <a:lnTo>
                    <a:pt x="384" y="8956"/>
                  </a:lnTo>
                  <a:cubicBezTo>
                    <a:pt x="351" y="9458"/>
                    <a:pt x="351" y="9925"/>
                    <a:pt x="418" y="10026"/>
                  </a:cubicBezTo>
                  <a:cubicBezTo>
                    <a:pt x="668" y="10360"/>
                    <a:pt x="953" y="10677"/>
                    <a:pt x="1237" y="10978"/>
                  </a:cubicBezTo>
                  <a:lnTo>
                    <a:pt x="1320" y="11195"/>
                  </a:lnTo>
                  <a:lnTo>
                    <a:pt x="1404" y="11145"/>
                  </a:lnTo>
                  <a:cubicBezTo>
                    <a:pt x="1651" y="11393"/>
                    <a:pt x="1899" y="11583"/>
                    <a:pt x="2027" y="11583"/>
                  </a:cubicBezTo>
                  <a:cubicBezTo>
                    <a:pt x="2037" y="11583"/>
                    <a:pt x="2047" y="11582"/>
                    <a:pt x="2055" y="11580"/>
                  </a:cubicBezTo>
                  <a:cubicBezTo>
                    <a:pt x="2373" y="11513"/>
                    <a:pt x="3709" y="11162"/>
                    <a:pt x="3308" y="11028"/>
                  </a:cubicBezTo>
                  <a:cubicBezTo>
                    <a:pt x="2874" y="10911"/>
                    <a:pt x="2440" y="10828"/>
                    <a:pt x="2005" y="10778"/>
                  </a:cubicBezTo>
                  <a:cubicBezTo>
                    <a:pt x="3609" y="9792"/>
                    <a:pt x="7603" y="7352"/>
                    <a:pt x="8104" y="6083"/>
                  </a:cubicBezTo>
                  <a:cubicBezTo>
                    <a:pt x="8989" y="3760"/>
                    <a:pt x="5898" y="1638"/>
                    <a:pt x="36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1"/>
            <p:cNvSpPr/>
            <p:nvPr/>
          </p:nvSpPr>
          <p:spPr>
            <a:xfrm>
              <a:off x="1429011" y="2342899"/>
              <a:ext cx="214968" cy="423135"/>
            </a:xfrm>
            <a:custGeom>
              <a:avLst/>
              <a:gdLst/>
              <a:ahLst/>
              <a:cxnLst/>
              <a:rect l="l" t="t" r="r" b="b"/>
              <a:pathLst>
                <a:path w="6701" h="13190" extrusionOk="0">
                  <a:moveTo>
                    <a:pt x="3818" y="1"/>
                  </a:moveTo>
                  <a:cubicBezTo>
                    <a:pt x="2578" y="1"/>
                    <a:pt x="1344" y="365"/>
                    <a:pt x="284" y="1087"/>
                  </a:cubicBezTo>
                  <a:lnTo>
                    <a:pt x="0" y="1271"/>
                  </a:lnTo>
                  <a:lnTo>
                    <a:pt x="100" y="10996"/>
                  </a:lnTo>
                  <a:cubicBezTo>
                    <a:pt x="117" y="12148"/>
                    <a:pt x="1003" y="13084"/>
                    <a:pt x="2155" y="13184"/>
                  </a:cubicBezTo>
                  <a:cubicBezTo>
                    <a:pt x="2207" y="13188"/>
                    <a:pt x="2258" y="13189"/>
                    <a:pt x="2308" y="13189"/>
                  </a:cubicBezTo>
                  <a:cubicBezTo>
                    <a:pt x="3494" y="13189"/>
                    <a:pt x="4480" y="12264"/>
                    <a:pt x="4528" y="11062"/>
                  </a:cubicBezTo>
                  <a:cubicBezTo>
                    <a:pt x="4578" y="9843"/>
                    <a:pt x="4612" y="8640"/>
                    <a:pt x="4612" y="8640"/>
                  </a:cubicBezTo>
                  <a:cubicBezTo>
                    <a:pt x="4612" y="8640"/>
                    <a:pt x="6450" y="8456"/>
                    <a:pt x="6567" y="6651"/>
                  </a:cubicBezTo>
                  <a:cubicBezTo>
                    <a:pt x="6700" y="4847"/>
                    <a:pt x="6650" y="670"/>
                    <a:pt x="6650" y="670"/>
                  </a:cubicBezTo>
                  <a:cubicBezTo>
                    <a:pt x="5756" y="223"/>
                    <a:pt x="4785" y="1"/>
                    <a:pt x="38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1"/>
            <p:cNvSpPr/>
            <p:nvPr/>
          </p:nvSpPr>
          <p:spPr>
            <a:xfrm>
              <a:off x="1388269" y="2287625"/>
              <a:ext cx="355382" cy="363948"/>
            </a:xfrm>
            <a:custGeom>
              <a:avLst/>
              <a:gdLst/>
              <a:ahLst/>
              <a:cxnLst/>
              <a:rect l="l" t="t" r="r" b="b"/>
              <a:pathLst>
                <a:path w="11078" h="11345" extrusionOk="0">
                  <a:moveTo>
                    <a:pt x="4144" y="0"/>
                  </a:moveTo>
                  <a:cubicBezTo>
                    <a:pt x="3876" y="0"/>
                    <a:pt x="3609" y="17"/>
                    <a:pt x="3342" y="54"/>
                  </a:cubicBezTo>
                  <a:cubicBezTo>
                    <a:pt x="3317" y="53"/>
                    <a:pt x="3293" y="52"/>
                    <a:pt x="3268" y="52"/>
                  </a:cubicBezTo>
                  <a:cubicBezTo>
                    <a:pt x="2194" y="52"/>
                    <a:pt x="1225" y="758"/>
                    <a:pt x="735" y="1624"/>
                  </a:cubicBezTo>
                  <a:cubicBezTo>
                    <a:pt x="217" y="2510"/>
                    <a:pt x="100" y="3529"/>
                    <a:pt x="67" y="4531"/>
                  </a:cubicBezTo>
                  <a:cubicBezTo>
                    <a:pt x="0" y="6486"/>
                    <a:pt x="50" y="8441"/>
                    <a:pt x="201" y="10396"/>
                  </a:cubicBezTo>
                  <a:cubicBezTo>
                    <a:pt x="184" y="10546"/>
                    <a:pt x="234" y="10697"/>
                    <a:pt x="318" y="10814"/>
                  </a:cubicBezTo>
                  <a:cubicBezTo>
                    <a:pt x="451" y="10931"/>
                    <a:pt x="618" y="10981"/>
                    <a:pt x="802" y="10998"/>
                  </a:cubicBezTo>
                  <a:cubicBezTo>
                    <a:pt x="2504" y="11227"/>
                    <a:pt x="4214" y="11344"/>
                    <a:pt x="5925" y="11344"/>
                  </a:cubicBezTo>
                  <a:cubicBezTo>
                    <a:pt x="7573" y="11344"/>
                    <a:pt x="9221" y="11236"/>
                    <a:pt x="10861" y="11014"/>
                  </a:cubicBezTo>
                  <a:cubicBezTo>
                    <a:pt x="11078" y="10613"/>
                    <a:pt x="10777" y="10129"/>
                    <a:pt x="10426" y="9828"/>
                  </a:cubicBezTo>
                  <a:cubicBezTo>
                    <a:pt x="10059" y="9527"/>
                    <a:pt x="9624" y="9243"/>
                    <a:pt x="9491" y="8809"/>
                  </a:cubicBezTo>
                  <a:cubicBezTo>
                    <a:pt x="9290" y="8140"/>
                    <a:pt x="9959" y="7422"/>
                    <a:pt x="9708" y="6754"/>
                  </a:cubicBezTo>
                  <a:cubicBezTo>
                    <a:pt x="9507" y="6269"/>
                    <a:pt x="8856" y="6018"/>
                    <a:pt x="8622" y="5534"/>
                  </a:cubicBezTo>
                  <a:cubicBezTo>
                    <a:pt x="8238" y="4732"/>
                    <a:pt x="9240" y="3746"/>
                    <a:pt x="8789" y="2961"/>
                  </a:cubicBezTo>
                  <a:cubicBezTo>
                    <a:pt x="8572" y="2543"/>
                    <a:pt x="8020" y="2359"/>
                    <a:pt x="7686" y="2025"/>
                  </a:cubicBezTo>
                  <a:cubicBezTo>
                    <a:pt x="7385" y="1708"/>
                    <a:pt x="7268" y="1307"/>
                    <a:pt x="7001" y="973"/>
                  </a:cubicBezTo>
                  <a:cubicBezTo>
                    <a:pt x="6600" y="455"/>
                    <a:pt x="5898" y="171"/>
                    <a:pt x="5197" y="87"/>
                  </a:cubicBezTo>
                  <a:cubicBezTo>
                    <a:pt x="4846" y="30"/>
                    <a:pt x="4495" y="0"/>
                    <a:pt x="4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1"/>
            <p:cNvSpPr/>
            <p:nvPr/>
          </p:nvSpPr>
          <p:spPr>
            <a:xfrm>
              <a:off x="1299279" y="2355795"/>
              <a:ext cx="197292" cy="288399"/>
            </a:xfrm>
            <a:custGeom>
              <a:avLst/>
              <a:gdLst/>
              <a:ahLst/>
              <a:cxnLst/>
              <a:rect l="l" t="t" r="r" b="b"/>
              <a:pathLst>
                <a:path w="6150" h="8990" extrusionOk="0">
                  <a:moveTo>
                    <a:pt x="3543" y="0"/>
                  </a:moveTo>
                  <a:cubicBezTo>
                    <a:pt x="3075" y="218"/>
                    <a:pt x="2874" y="786"/>
                    <a:pt x="2791" y="1287"/>
                  </a:cubicBezTo>
                  <a:cubicBezTo>
                    <a:pt x="2724" y="1805"/>
                    <a:pt x="2741" y="2356"/>
                    <a:pt x="2540" y="2824"/>
                  </a:cubicBezTo>
                  <a:cubicBezTo>
                    <a:pt x="2306" y="3325"/>
                    <a:pt x="1822" y="3710"/>
                    <a:pt x="1705" y="4244"/>
                  </a:cubicBezTo>
                  <a:cubicBezTo>
                    <a:pt x="1538" y="4946"/>
                    <a:pt x="2006" y="5782"/>
                    <a:pt x="1588" y="6366"/>
                  </a:cubicBezTo>
                  <a:cubicBezTo>
                    <a:pt x="1321" y="6751"/>
                    <a:pt x="786" y="6834"/>
                    <a:pt x="452" y="7168"/>
                  </a:cubicBezTo>
                  <a:cubicBezTo>
                    <a:pt x="1" y="7619"/>
                    <a:pt x="34" y="8355"/>
                    <a:pt x="118" y="8990"/>
                  </a:cubicBezTo>
                  <a:lnTo>
                    <a:pt x="6149" y="8939"/>
                  </a:lnTo>
                  <a:lnTo>
                    <a:pt x="35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1"/>
            <p:cNvSpPr/>
            <p:nvPr/>
          </p:nvSpPr>
          <p:spPr>
            <a:xfrm>
              <a:off x="1422563" y="2247814"/>
              <a:ext cx="102399" cy="91396"/>
            </a:xfrm>
            <a:custGeom>
              <a:avLst/>
              <a:gdLst/>
              <a:ahLst/>
              <a:cxnLst/>
              <a:rect l="l" t="t" r="r" b="b"/>
              <a:pathLst>
                <a:path w="3192" h="2849" extrusionOk="0">
                  <a:moveTo>
                    <a:pt x="1727" y="1"/>
                  </a:moveTo>
                  <a:cubicBezTo>
                    <a:pt x="1072" y="1"/>
                    <a:pt x="478" y="374"/>
                    <a:pt x="184" y="977"/>
                  </a:cubicBezTo>
                  <a:cubicBezTo>
                    <a:pt x="34" y="1261"/>
                    <a:pt x="1" y="1595"/>
                    <a:pt x="84" y="1896"/>
                  </a:cubicBezTo>
                  <a:cubicBezTo>
                    <a:pt x="201" y="2214"/>
                    <a:pt x="418" y="2464"/>
                    <a:pt x="702" y="2598"/>
                  </a:cubicBezTo>
                  <a:cubicBezTo>
                    <a:pt x="995" y="2765"/>
                    <a:pt x="1321" y="2848"/>
                    <a:pt x="1646" y="2848"/>
                  </a:cubicBezTo>
                  <a:cubicBezTo>
                    <a:pt x="1972" y="2848"/>
                    <a:pt x="2298" y="2765"/>
                    <a:pt x="2590" y="2598"/>
                  </a:cubicBezTo>
                  <a:lnTo>
                    <a:pt x="2590" y="2598"/>
                  </a:lnTo>
                  <a:lnTo>
                    <a:pt x="2311" y="2650"/>
                  </a:lnTo>
                  <a:lnTo>
                    <a:pt x="2311" y="2650"/>
                  </a:lnTo>
                  <a:cubicBezTo>
                    <a:pt x="2827" y="2463"/>
                    <a:pt x="3192" y="1979"/>
                    <a:pt x="3192" y="1412"/>
                  </a:cubicBezTo>
                  <a:cubicBezTo>
                    <a:pt x="3158" y="693"/>
                    <a:pt x="2607" y="108"/>
                    <a:pt x="1889" y="8"/>
                  </a:cubicBezTo>
                  <a:cubicBezTo>
                    <a:pt x="1835" y="3"/>
                    <a:pt x="1781" y="1"/>
                    <a:pt x="17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1"/>
            <p:cNvSpPr/>
            <p:nvPr/>
          </p:nvSpPr>
          <p:spPr>
            <a:xfrm>
              <a:off x="1443992" y="2297891"/>
              <a:ext cx="77762" cy="45874"/>
            </a:xfrm>
            <a:custGeom>
              <a:avLst/>
              <a:gdLst/>
              <a:ahLst/>
              <a:cxnLst/>
              <a:rect l="l" t="t" r="r" b="b"/>
              <a:pathLst>
                <a:path w="2424" h="1430" extrusionOk="0">
                  <a:moveTo>
                    <a:pt x="2390" y="1"/>
                  </a:moveTo>
                  <a:cubicBezTo>
                    <a:pt x="2374" y="1"/>
                    <a:pt x="2357" y="168"/>
                    <a:pt x="2223" y="419"/>
                  </a:cubicBezTo>
                  <a:cubicBezTo>
                    <a:pt x="1964" y="978"/>
                    <a:pt x="1414" y="1304"/>
                    <a:pt x="830" y="1304"/>
                  </a:cubicBezTo>
                  <a:cubicBezTo>
                    <a:pt x="699" y="1304"/>
                    <a:pt x="567" y="1288"/>
                    <a:pt x="435" y="1254"/>
                  </a:cubicBezTo>
                  <a:cubicBezTo>
                    <a:pt x="204" y="1182"/>
                    <a:pt x="60" y="1097"/>
                    <a:pt x="15" y="1097"/>
                  </a:cubicBezTo>
                  <a:cubicBezTo>
                    <a:pt x="8" y="1097"/>
                    <a:pt x="3" y="1099"/>
                    <a:pt x="1" y="1104"/>
                  </a:cubicBezTo>
                  <a:cubicBezTo>
                    <a:pt x="101" y="1221"/>
                    <a:pt x="252" y="1304"/>
                    <a:pt x="402" y="1338"/>
                  </a:cubicBezTo>
                  <a:cubicBezTo>
                    <a:pt x="570" y="1400"/>
                    <a:pt x="743" y="1429"/>
                    <a:pt x="912" y="1429"/>
                  </a:cubicBezTo>
                  <a:cubicBezTo>
                    <a:pt x="1517" y="1429"/>
                    <a:pt x="2089" y="1056"/>
                    <a:pt x="2323" y="469"/>
                  </a:cubicBezTo>
                  <a:cubicBezTo>
                    <a:pt x="2390" y="318"/>
                    <a:pt x="2424" y="151"/>
                    <a:pt x="24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1"/>
            <p:cNvSpPr/>
            <p:nvPr/>
          </p:nvSpPr>
          <p:spPr>
            <a:xfrm>
              <a:off x="1180808" y="2674189"/>
              <a:ext cx="660399" cy="726837"/>
            </a:xfrm>
            <a:custGeom>
              <a:avLst/>
              <a:gdLst/>
              <a:ahLst/>
              <a:cxnLst/>
              <a:rect l="l" t="t" r="r" b="b"/>
              <a:pathLst>
                <a:path w="20586" h="22657" extrusionOk="0">
                  <a:moveTo>
                    <a:pt x="7186" y="0"/>
                  </a:moveTo>
                  <a:cubicBezTo>
                    <a:pt x="5966" y="17"/>
                    <a:pt x="4796" y="451"/>
                    <a:pt x="3861" y="1220"/>
                  </a:cubicBezTo>
                  <a:cubicBezTo>
                    <a:pt x="3593" y="1437"/>
                    <a:pt x="1455" y="4278"/>
                    <a:pt x="1" y="7101"/>
                  </a:cubicBezTo>
                  <a:lnTo>
                    <a:pt x="4496" y="10343"/>
                  </a:lnTo>
                  <a:lnTo>
                    <a:pt x="5231" y="9040"/>
                  </a:lnTo>
                  <a:lnTo>
                    <a:pt x="5231" y="9123"/>
                  </a:lnTo>
                  <a:cubicBezTo>
                    <a:pt x="5298" y="9574"/>
                    <a:pt x="5448" y="10326"/>
                    <a:pt x="5548" y="10777"/>
                  </a:cubicBezTo>
                  <a:cubicBezTo>
                    <a:pt x="5899" y="12214"/>
                    <a:pt x="6083" y="14085"/>
                    <a:pt x="5348" y="15339"/>
                  </a:cubicBezTo>
                  <a:cubicBezTo>
                    <a:pt x="3727" y="18079"/>
                    <a:pt x="3526" y="22239"/>
                    <a:pt x="3526" y="22239"/>
                  </a:cubicBezTo>
                  <a:lnTo>
                    <a:pt x="17862" y="22657"/>
                  </a:lnTo>
                  <a:cubicBezTo>
                    <a:pt x="18046" y="20669"/>
                    <a:pt x="17729" y="18664"/>
                    <a:pt x="16927" y="16826"/>
                  </a:cubicBezTo>
                  <a:cubicBezTo>
                    <a:pt x="16927" y="16826"/>
                    <a:pt x="14955" y="11980"/>
                    <a:pt x="14972" y="11897"/>
                  </a:cubicBezTo>
                  <a:lnTo>
                    <a:pt x="14872" y="10059"/>
                  </a:lnTo>
                  <a:lnTo>
                    <a:pt x="15356" y="7686"/>
                  </a:lnTo>
                  <a:lnTo>
                    <a:pt x="16860" y="9290"/>
                  </a:lnTo>
                  <a:lnTo>
                    <a:pt x="20586" y="5514"/>
                  </a:lnTo>
                  <a:cubicBezTo>
                    <a:pt x="19266" y="4545"/>
                    <a:pt x="18013" y="3225"/>
                    <a:pt x="16877" y="2139"/>
                  </a:cubicBezTo>
                  <a:cubicBezTo>
                    <a:pt x="15540" y="852"/>
                    <a:pt x="14320" y="284"/>
                    <a:pt x="13635" y="234"/>
                  </a:cubicBezTo>
                  <a:cubicBezTo>
                    <a:pt x="13368" y="134"/>
                    <a:pt x="13067" y="84"/>
                    <a:pt x="12766" y="50"/>
                  </a:cubicBezTo>
                  <a:lnTo>
                    <a:pt x="7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1"/>
            <p:cNvSpPr/>
            <p:nvPr/>
          </p:nvSpPr>
          <p:spPr>
            <a:xfrm>
              <a:off x="1226393" y="2679547"/>
              <a:ext cx="222475" cy="191903"/>
            </a:xfrm>
            <a:custGeom>
              <a:avLst/>
              <a:gdLst/>
              <a:ahLst/>
              <a:cxnLst/>
              <a:rect l="l" t="t" r="r" b="b"/>
              <a:pathLst>
                <a:path w="6935" h="5982" extrusionOk="0">
                  <a:moveTo>
                    <a:pt x="6132" y="0"/>
                  </a:moveTo>
                  <a:cubicBezTo>
                    <a:pt x="6132" y="17"/>
                    <a:pt x="6233" y="134"/>
                    <a:pt x="6400" y="368"/>
                  </a:cubicBezTo>
                  <a:cubicBezTo>
                    <a:pt x="6617" y="719"/>
                    <a:pt x="6750" y="1103"/>
                    <a:pt x="6801" y="1521"/>
                  </a:cubicBezTo>
                  <a:cubicBezTo>
                    <a:pt x="6834" y="1788"/>
                    <a:pt x="6801" y="2072"/>
                    <a:pt x="6717" y="2340"/>
                  </a:cubicBezTo>
                  <a:cubicBezTo>
                    <a:pt x="6634" y="2640"/>
                    <a:pt x="6466" y="2924"/>
                    <a:pt x="6249" y="3142"/>
                  </a:cubicBezTo>
                  <a:cubicBezTo>
                    <a:pt x="5999" y="3409"/>
                    <a:pt x="5698" y="3576"/>
                    <a:pt x="5347" y="3643"/>
                  </a:cubicBezTo>
                  <a:cubicBezTo>
                    <a:pt x="5204" y="3677"/>
                    <a:pt x="5052" y="3683"/>
                    <a:pt x="4895" y="3683"/>
                  </a:cubicBezTo>
                  <a:cubicBezTo>
                    <a:pt x="4805" y="3683"/>
                    <a:pt x="4713" y="3681"/>
                    <a:pt x="4620" y="3681"/>
                  </a:cubicBezTo>
                  <a:cubicBezTo>
                    <a:pt x="4480" y="3681"/>
                    <a:pt x="4337" y="3686"/>
                    <a:pt x="4194" y="3710"/>
                  </a:cubicBezTo>
                  <a:cubicBezTo>
                    <a:pt x="3977" y="3726"/>
                    <a:pt x="3776" y="3827"/>
                    <a:pt x="3626" y="3960"/>
                  </a:cubicBezTo>
                  <a:cubicBezTo>
                    <a:pt x="3476" y="4094"/>
                    <a:pt x="3342" y="4244"/>
                    <a:pt x="3258" y="4428"/>
                  </a:cubicBezTo>
                  <a:cubicBezTo>
                    <a:pt x="3075" y="4779"/>
                    <a:pt x="2974" y="5130"/>
                    <a:pt x="2791" y="5397"/>
                  </a:cubicBezTo>
                  <a:cubicBezTo>
                    <a:pt x="2707" y="5548"/>
                    <a:pt x="2590" y="5664"/>
                    <a:pt x="2473" y="5748"/>
                  </a:cubicBezTo>
                  <a:cubicBezTo>
                    <a:pt x="2339" y="5815"/>
                    <a:pt x="2189" y="5865"/>
                    <a:pt x="2039" y="5865"/>
                  </a:cubicBezTo>
                  <a:cubicBezTo>
                    <a:pt x="1771" y="5848"/>
                    <a:pt x="1487" y="5781"/>
                    <a:pt x="1253" y="5648"/>
                  </a:cubicBezTo>
                  <a:cubicBezTo>
                    <a:pt x="886" y="5464"/>
                    <a:pt x="552" y="5213"/>
                    <a:pt x="284" y="4913"/>
                  </a:cubicBezTo>
                  <a:cubicBezTo>
                    <a:pt x="94" y="4706"/>
                    <a:pt x="9" y="4560"/>
                    <a:pt x="1" y="4560"/>
                  </a:cubicBezTo>
                  <a:cubicBezTo>
                    <a:pt x="0" y="4560"/>
                    <a:pt x="0" y="4561"/>
                    <a:pt x="0" y="4562"/>
                  </a:cubicBezTo>
                  <a:cubicBezTo>
                    <a:pt x="0" y="4595"/>
                    <a:pt x="17" y="4629"/>
                    <a:pt x="50" y="4662"/>
                  </a:cubicBezTo>
                  <a:cubicBezTo>
                    <a:pt x="100" y="4762"/>
                    <a:pt x="167" y="4862"/>
                    <a:pt x="234" y="4946"/>
                  </a:cubicBezTo>
                  <a:cubicBezTo>
                    <a:pt x="501" y="5263"/>
                    <a:pt x="836" y="5531"/>
                    <a:pt x="1203" y="5731"/>
                  </a:cubicBezTo>
                  <a:cubicBezTo>
                    <a:pt x="1454" y="5882"/>
                    <a:pt x="1755" y="5965"/>
                    <a:pt x="2039" y="5982"/>
                  </a:cubicBezTo>
                  <a:cubicBezTo>
                    <a:pt x="2206" y="5982"/>
                    <a:pt x="2373" y="5932"/>
                    <a:pt x="2523" y="5848"/>
                  </a:cubicBezTo>
                  <a:cubicBezTo>
                    <a:pt x="2674" y="5765"/>
                    <a:pt x="2807" y="5631"/>
                    <a:pt x="2908" y="5481"/>
                  </a:cubicBezTo>
                  <a:cubicBezTo>
                    <a:pt x="3108" y="5180"/>
                    <a:pt x="3208" y="4829"/>
                    <a:pt x="3375" y="4495"/>
                  </a:cubicBezTo>
                  <a:cubicBezTo>
                    <a:pt x="3459" y="4328"/>
                    <a:pt x="3576" y="4177"/>
                    <a:pt x="3710" y="4060"/>
                  </a:cubicBezTo>
                  <a:cubicBezTo>
                    <a:pt x="3860" y="3944"/>
                    <a:pt x="4027" y="3877"/>
                    <a:pt x="4211" y="3843"/>
                  </a:cubicBezTo>
                  <a:cubicBezTo>
                    <a:pt x="4355" y="3824"/>
                    <a:pt x="4499" y="3822"/>
                    <a:pt x="4644" y="3822"/>
                  </a:cubicBezTo>
                  <a:cubicBezTo>
                    <a:pt x="4692" y="3822"/>
                    <a:pt x="4741" y="3822"/>
                    <a:pt x="4789" y="3822"/>
                  </a:cubicBezTo>
                  <a:cubicBezTo>
                    <a:pt x="4984" y="3822"/>
                    <a:pt x="5180" y="3818"/>
                    <a:pt x="5380" y="3776"/>
                  </a:cubicBezTo>
                  <a:cubicBezTo>
                    <a:pt x="5748" y="3710"/>
                    <a:pt x="6082" y="3509"/>
                    <a:pt x="6349" y="3242"/>
                  </a:cubicBezTo>
                  <a:cubicBezTo>
                    <a:pt x="6583" y="2991"/>
                    <a:pt x="6750" y="2690"/>
                    <a:pt x="6834" y="2373"/>
                  </a:cubicBezTo>
                  <a:cubicBezTo>
                    <a:pt x="6918" y="2089"/>
                    <a:pt x="6934" y="1788"/>
                    <a:pt x="6901" y="1504"/>
                  </a:cubicBezTo>
                  <a:cubicBezTo>
                    <a:pt x="6834" y="1086"/>
                    <a:pt x="6684" y="685"/>
                    <a:pt x="6433" y="351"/>
                  </a:cubicBezTo>
                  <a:cubicBezTo>
                    <a:pt x="6383" y="251"/>
                    <a:pt x="6299" y="167"/>
                    <a:pt x="6233" y="84"/>
                  </a:cubicBezTo>
                  <a:cubicBezTo>
                    <a:pt x="6166" y="17"/>
                    <a:pt x="6149" y="0"/>
                    <a:pt x="6132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1"/>
            <p:cNvSpPr/>
            <p:nvPr/>
          </p:nvSpPr>
          <p:spPr>
            <a:xfrm>
              <a:off x="1412393" y="2877865"/>
              <a:ext cx="69164" cy="68298"/>
            </a:xfrm>
            <a:custGeom>
              <a:avLst/>
              <a:gdLst/>
              <a:ahLst/>
              <a:cxnLst/>
              <a:rect l="l" t="t" r="r" b="b"/>
              <a:pathLst>
                <a:path w="2156" h="2129" extrusionOk="0">
                  <a:moveTo>
                    <a:pt x="1069" y="0"/>
                  </a:moveTo>
                  <a:cubicBezTo>
                    <a:pt x="986" y="0"/>
                    <a:pt x="902" y="17"/>
                    <a:pt x="819" y="67"/>
                  </a:cubicBezTo>
                  <a:cubicBezTo>
                    <a:pt x="819" y="67"/>
                    <a:pt x="863" y="60"/>
                    <a:pt x="938" y="60"/>
                  </a:cubicBezTo>
                  <a:cubicBezTo>
                    <a:pt x="975" y="60"/>
                    <a:pt x="1019" y="62"/>
                    <a:pt x="1069" y="67"/>
                  </a:cubicBezTo>
                  <a:cubicBezTo>
                    <a:pt x="1287" y="84"/>
                    <a:pt x="1487" y="168"/>
                    <a:pt x="1654" y="301"/>
                  </a:cubicBezTo>
                  <a:cubicBezTo>
                    <a:pt x="1905" y="502"/>
                    <a:pt x="2039" y="819"/>
                    <a:pt x="2005" y="1137"/>
                  </a:cubicBezTo>
                  <a:cubicBezTo>
                    <a:pt x="1954" y="1667"/>
                    <a:pt x="1512" y="1979"/>
                    <a:pt x="1064" y="1979"/>
                  </a:cubicBezTo>
                  <a:cubicBezTo>
                    <a:pt x="778" y="1979"/>
                    <a:pt x="490" y="1851"/>
                    <a:pt x="301" y="1571"/>
                  </a:cubicBezTo>
                  <a:cubicBezTo>
                    <a:pt x="100" y="1320"/>
                    <a:pt x="67" y="970"/>
                    <a:pt x="201" y="685"/>
                  </a:cubicBezTo>
                  <a:cubicBezTo>
                    <a:pt x="267" y="485"/>
                    <a:pt x="418" y="301"/>
                    <a:pt x="602" y="184"/>
                  </a:cubicBezTo>
                  <a:cubicBezTo>
                    <a:pt x="719" y="101"/>
                    <a:pt x="802" y="84"/>
                    <a:pt x="802" y="67"/>
                  </a:cubicBezTo>
                  <a:cubicBezTo>
                    <a:pt x="719" y="67"/>
                    <a:pt x="635" y="101"/>
                    <a:pt x="568" y="134"/>
                  </a:cubicBezTo>
                  <a:cubicBezTo>
                    <a:pt x="368" y="251"/>
                    <a:pt x="201" y="435"/>
                    <a:pt x="100" y="635"/>
                  </a:cubicBezTo>
                  <a:cubicBezTo>
                    <a:pt x="34" y="786"/>
                    <a:pt x="0" y="953"/>
                    <a:pt x="0" y="1120"/>
                  </a:cubicBezTo>
                  <a:cubicBezTo>
                    <a:pt x="17" y="1304"/>
                    <a:pt x="84" y="1487"/>
                    <a:pt x="184" y="1655"/>
                  </a:cubicBezTo>
                  <a:cubicBezTo>
                    <a:pt x="405" y="1980"/>
                    <a:pt x="738" y="2128"/>
                    <a:pt x="1066" y="2128"/>
                  </a:cubicBezTo>
                  <a:cubicBezTo>
                    <a:pt x="1580" y="2128"/>
                    <a:pt x="2081" y="1765"/>
                    <a:pt x="2122" y="1153"/>
                  </a:cubicBezTo>
                  <a:cubicBezTo>
                    <a:pt x="2155" y="953"/>
                    <a:pt x="2122" y="769"/>
                    <a:pt x="2039" y="585"/>
                  </a:cubicBezTo>
                  <a:cubicBezTo>
                    <a:pt x="1955" y="452"/>
                    <a:pt x="1855" y="318"/>
                    <a:pt x="1721" y="218"/>
                  </a:cubicBezTo>
                  <a:cubicBezTo>
                    <a:pt x="1537" y="84"/>
                    <a:pt x="1303" y="0"/>
                    <a:pt x="106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1"/>
            <p:cNvSpPr/>
            <p:nvPr/>
          </p:nvSpPr>
          <p:spPr>
            <a:xfrm>
              <a:off x="1525475" y="2681696"/>
              <a:ext cx="237488" cy="133036"/>
            </a:xfrm>
            <a:custGeom>
              <a:avLst/>
              <a:gdLst/>
              <a:ahLst/>
              <a:cxnLst/>
              <a:rect l="l" t="t" r="r" b="b"/>
              <a:pathLst>
                <a:path w="7403" h="4147" extrusionOk="0">
                  <a:moveTo>
                    <a:pt x="318" y="0"/>
                  </a:moveTo>
                  <a:cubicBezTo>
                    <a:pt x="318" y="0"/>
                    <a:pt x="301" y="34"/>
                    <a:pt x="251" y="84"/>
                  </a:cubicBezTo>
                  <a:cubicBezTo>
                    <a:pt x="201" y="167"/>
                    <a:pt x="168" y="251"/>
                    <a:pt x="134" y="351"/>
                  </a:cubicBezTo>
                  <a:cubicBezTo>
                    <a:pt x="1" y="702"/>
                    <a:pt x="1" y="1069"/>
                    <a:pt x="134" y="1420"/>
                  </a:cubicBezTo>
                  <a:cubicBezTo>
                    <a:pt x="335" y="1938"/>
                    <a:pt x="803" y="2306"/>
                    <a:pt x="1354" y="2406"/>
                  </a:cubicBezTo>
                  <a:cubicBezTo>
                    <a:pt x="1433" y="2410"/>
                    <a:pt x="1513" y="2412"/>
                    <a:pt x="1592" y="2412"/>
                  </a:cubicBezTo>
                  <a:cubicBezTo>
                    <a:pt x="1829" y="2412"/>
                    <a:pt x="2064" y="2394"/>
                    <a:pt x="2290" y="2356"/>
                  </a:cubicBezTo>
                  <a:cubicBezTo>
                    <a:pt x="2343" y="2344"/>
                    <a:pt x="2398" y="2339"/>
                    <a:pt x="2454" y="2339"/>
                  </a:cubicBezTo>
                  <a:cubicBezTo>
                    <a:pt x="2556" y="2339"/>
                    <a:pt x="2660" y="2357"/>
                    <a:pt x="2758" y="2389"/>
                  </a:cubicBezTo>
                  <a:cubicBezTo>
                    <a:pt x="2891" y="2456"/>
                    <a:pt x="3025" y="2557"/>
                    <a:pt x="3125" y="2674"/>
                  </a:cubicBezTo>
                  <a:cubicBezTo>
                    <a:pt x="3326" y="2924"/>
                    <a:pt x="3459" y="3242"/>
                    <a:pt x="3676" y="3509"/>
                  </a:cubicBezTo>
                  <a:cubicBezTo>
                    <a:pt x="3894" y="3743"/>
                    <a:pt x="4161" y="3927"/>
                    <a:pt x="4478" y="4027"/>
                  </a:cubicBezTo>
                  <a:cubicBezTo>
                    <a:pt x="4731" y="4108"/>
                    <a:pt x="4991" y="4146"/>
                    <a:pt x="5251" y="4146"/>
                  </a:cubicBezTo>
                  <a:cubicBezTo>
                    <a:pt x="5525" y="4146"/>
                    <a:pt x="5800" y="4104"/>
                    <a:pt x="6066" y="4027"/>
                  </a:cubicBezTo>
                  <a:cubicBezTo>
                    <a:pt x="6400" y="3927"/>
                    <a:pt x="6734" y="3793"/>
                    <a:pt x="7052" y="3626"/>
                  </a:cubicBezTo>
                  <a:cubicBezTo>
                    <a:pt x="7169" y="3576"/>
                    <a:pt x="7286" y="3509"/>
                    <a:pt x="7402" y="3425"/>
                  </a:cubicBezTo>
                  <a:lnTo>
                    <a:pt x="7402" y="3425"/>
                  </a:lnTo>
                  <a:cubicBezTo>
                    <a:pt x="7269" y="3476"/>
                    <a:pt x="7152" y="3509"/>
                    <a:pt x="7035" y="3576"/>
                  </a:cubicBezTo>
                  <a:cubicBezTo>
                    <a:pt x="6717" y="3709"/>
                    <a:pt x="6383" y="3826"/>
                    <a:pt x="6032" y="3927"/>
                  </a:cubicBezTo>
                  <a:cubicBezTo>
                    <a:pt x="5804" y="3998"/>
                    <a:pt x="5563" y="4031"/>
                    <a:pt x="5321" y="4031"/>
                  </a:cubicBezTo>
                  <a:cubicBezTo>
                    <a:pt x="5050" y="4031"/>
                    <a:pt x="4776" y="3989"/>
                    <a:pt x="4512" y="3910"/>
                  </a:cubicBezTo>
                  <a:cubicBezTo>
                    <a:pt x="4228" y="3810"/>
                    <a:pt x="3977" y="3643"/>
                    <a:pt x="3793" y="3409"/>
                  </a:cubicBezTo>
                  <a:cubicBezTo>
                    <a:pt x="3593" y="3175"/>
                    <a:pt x="3459" y="2857"/>
                    <a:pt x="3225" y="2590"/>
                  </a:cubicBezTo>
                  <a:cubicBezTo>
                    <a:pt x="3125" y="2440"/>
                    <a:pt x="2975" y="2323"/>
                    <a:pt x="2808" y="2256"/>
                  </a:cubicBezTo>
                  <a:cubicBezTo>
                    <a:pt x="2682" y="2218"/>
                    <a:pt x="2548" y="2199"/>
                    <a:pt x="2418" y="2199"/>
                  </a:cubicBezTo>
                  <a:cubicBezTo>
                    <a:pt x="2374" y="2199"/>
                    <a:pt x="2331" y="2201"/>
                    <a:pt x="2290" y="2206"/>
                  </a:cubicBezTo>
                  <a:cubicBezTo>
                    <a:pt x="2060" y="2257"/>
                    <a:pt x="1820" y="2279"/>
                    <a:pt x="1586" y="2279"/>
                  </a:cubicBezTo>
                  <a:cubicBezTo>
                    <a:pt x="1514" y="2279"/>
                    <a:pt x="1442" y="2276"/>
                    <a:pt x="1371" y="2273"/>
                  </a:cubicBezTo>
                  <a:cubicBezTo>
                    <a:pt x="869" y="2189"/>
                    <a:pt x="435" y="1855"/>
                    <a:pt x="235" y="1387"/>
                  </a:cubicBezTo>
                  <a:cubicBezTo>
                    <a:pt x="101" y="1053"/>
                    <a:pt x="84" y="702"/>
                    <a:pt x="184" y="368"/>
                  </a:cubicBezTo>
                  <a:cubicBezTo>
                    <a:pt x="251" y="134"/>
                    <a:pt x="335" y="17"/>
                    <a:pt x="318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1"/>
            <p:cNvSpPr/>
            <p:nvPr/>
          </p:nvSpPr>
          <p:spPr>
            <a:xfrm>
              <a:off x="1502955" y="2888323"/>
              <a:ext cx="196233" cy="283876"/>
            </a:xfrm>
            <a:custGeom>
              <a:avLst/>
              <a:gdLst/>
              <a:ahLst/>
              <a:cxnLst/>
              <a:rect l="l" t="t" r="r" b="b"/>
              <a:pathLst>
                <a:path w="6117" h="8849" extrusionOk="0">
                  <a:moveTo>
                    <a:pt x="3385" y="0"/>
                  </a:moveTo>
                  <a:cubicBezTo>
                    <a:pt x="3326" y="0"/>
                    <a:pt x="3267" y="3"/>
                    <a:pt x="3209" y="9"/>
                  </a:cubicBezTo>
                  <a:cubicBezTo>
                    <a:pt x="2774" y="59"/>
                    <a:pt x="2373" y="293"/>
                    <a:pt x="2123" y="644"/>
                  </a:cubicBezTo>
                  <a:cubicBezTo>
                    <a:pt x="1989" y="861"/>
                    <a:pt x="1922" y="1095"/>
                    <a:pt x="1922" y="1345"/>
                  </a:cubicBezTo>
                  <a:cubicBezTo>
                    <a:pt x="1939" y="1596"/>
                    <a:pt x="1956" y="1847"/>
                    <a:pt x="1989" y="2097"/>
                  </a:cubicBezTo>
                  <a:cubicBezTo>
                    <a:pt x="2039" y="2331"/>
                    <a:pt x="2023" y="2598"/>
                    <a:pt x="1956" y="2832"/>
                  </a:cubicBezTo>
                  <a:cubicBezTo>
                    <a:pt x="1855" y="3066"/>
                    <a:pt x="1705" y="3283"/>
                    <a:pt x="1488" y="3451"/>
                  </a:cubicBezTo>
                  <a:cubicBezTo>
                    <a:pt x="1287" y="3618"/>
                    <a:pt x="1053" y="3768"/>
                    <a:pt x="820" y="3935"/>
                  </a:cubicBezTo>
                  <a:cubicBezTo>
                    <a:pt x="569" y="4119"/>
                    <a:pt x="368" y="4353"/>
                    <a:pt x="235" y="4620"/>
                  </a:cubicBezTo>
                  <a:cubicBezTo>
                    <a:pt x="1" y="5188"/>
                    <a:pt x="151" y="5840"/>
                    <a:pt x="602" y="6258"/>
                  </a:cubicBezTo>
                  <a:cubicBezTo>
                    <a:pt x="836" y="6441"/>
                    <a:pt x="1087" y="6542"/>
                    <a:pt x="1371" y="6592"/>
                  </a:cubicBezTo>
                  <a:cubicBezTo>
                    <a:pt x="1622" y="6608"/>
                    <a:pt x="1872" y="6692"/>
                    <a:pt x="2089" y="6792"/>
                  </a:cubicBezTo>
                  <a:cubicBezTo>
                    <a:pt x="2524" y="7060"/>
                    <a:pt x="2708" y="7527"/>
                    <a:pt x="2958" y="7895"/>
                  </a:cubicBezTo>
                  <a:cubicBezTo>
                    <a:pt x="3175" y="8279"/>
                    <a:pt x="3510" y="8563"/>
                    <a:pt x="3911" y="8730"/>
                  </a:cubicBezTo>
                  <a:cubicBezTo>
                    <a:pt x="4130" y="8807"/>
                    <a:pt x="4364" y="8848"/>
                    <a:pt x="4593" y="8848"/>
                  </a:cubicBezTo>
                  <a:cubicBezTo>
                    <a:pt x="4713" y="8848"/>
                    <a:pt x="4832" y="8837"/>
                    <a:pt x="4947" y="8814"/>
                  </a:cubicBezTo>
                  <a:cubicBezTo>
                    <a:pt x="5214" y="8747"/>
                    <a:pt x="5465" y="8630"/>
                    <a:pt x="5665" y="8480"/>
                  </a:cubicBezTo>
                  <a:cubicBezTo>
                    <a:pt x="5799" y="8380"/>
                    <a:pt x="5916" y="8263"/>
                    <a:pt x="6016" y="8129"/>
                  </a:cubicBezTo>
                  <a:cubicBezTo>
                    <a:pt x="6049" y="8096"/>
                    <a:pt x="6066" y="8062"/>
                    <a:pt x="6099" y="8012"/>
                  </a:cubicBezTo>
                  <a:cubicBezTo>
                    <a:pt x="6116" y="7995"/>
                    <a:pt x="6116" y="7979"/>
                    <a:pt x="6116" y="7979"/>
                  </a:cubicBezTo>
                  <a:lnTo>
                    <a:pt x="6116" y="7979"/>
                  </a:lnTo>
                  <a:cubicBezTo>
                    <a:pt x="5983" y="8146"/>
                    <a:pt x="5815" y="8296"/>
                    <a:pt x="5632" y="8430"/>
                  </a:cubicBezTo>
                  <a:cubicBezTo>
                    <a:pt x="5431" y="8580"/>
                    <a:pt x="5197" y="8680"/>
                    <a:pt x="4947" y="8730"/>
                  </a:cubicBezTo>
                  <a:cubicBezTo>
                    <a:pt x="4835" y="8753"/>
                    <a:pt x="4722" y="8764"/>
                    <a:pt x="4609" y="8764"/>
                  </a:cubicBezTo>
                  <a:cubicBezTo>
                    <a:pt x="4382" y="8764"/>
                    <a:pt x="4156" y="8719"/>
                    <a:pt x="3944" y="8630"/>
                  </a:cubicBezTo>
                  <a:cubicBezTo>
                    <a:pt x="3576" y="8480"/>
                    <a:pt x="3259" y="8196"/>
                    <a:pt x="3042" y="7845"/>
                  </a:cubicBezTo>
                  <a:cubicBezTo>
                    <a:pt x="2925" y="7644"/>
                    <a:pt x="2825" y="7444"/>
                    <a:pt x="2691" y="7243"/>
                  </a:cubicBezTo>
                  <a:cubicBezTo>
                    <a:pt x="2557" y="7009"/>
                    <a:pt x="2373" y="6826"/>
                    <a:pt x="2156" y="6692"/>
                  </a:cubicBezTo>
                  <a:cubicBezTo>
                    <a:pt x="1688" y="6408"/>
                    <a:pt x="1087" y="6525"/>
                    <a:pt x="703" y="6157"/>
                  </a:cubicBezTo>
                  <a:cubicBezTo>
                    <a:pt x="285" y="5773"/>
                    <a:pt x="151" y="5188"/>
                    <a:pt x="352" y="4670"/>
                  </a:cubicBezTo>
                  <a:cubicBezTo>
                    <a:pt x="485" y="4420"/>
                    <a:pt x="669" y="4219"/>
                    <a:pt x="903" y="4052"/>
                  </a:cubicBezTo>
                  <a:cubicBezTo>
                    <a:pt x="1120" y="3885"/>
                    <a:pt x="1371" y="3735"/>
                    <a:pt x="1588" y="3551"/>
                  </a:cubicBezTo>
                  <a:cubicBezTo>
                    <a:pt x="1805" y="3367"/>
                    <a:pt x="1972" y="3150"/>
                    <a:pt x="2089" y="2882"/>
                  </a:cubicBezTo>
                  <a:cubicBezTo>
                    <a:pt x="2156" y="2615"/>
                    <a:pt x="2173" y="2348"/>
                    <a:pt x="2123" y="2080"/>
                  </a:cubicBezTo>
                  <a:cubicBezTo>
                    <a:pt x="2089" y="1830"/>
                    <a:pt x="2056" y="1596"/>
                    <a:pt x="2056" y="1345"/>
                  </a:cubicBezTo>
                  <a:cubicBezTo>
                    <a:pt x="2056" y="1128"/>
                    <a:pt x="2106" y="911"/>
                    <a:pt x="2223" y="710"/>
                  </a:cubicBezTo>
                  <a:cubicBezTo>
                    <a:pt x="2457" y="376"/>
                    <a:pt x="2825" y="159"/>
                    <a:pt x="3226" y="109"/>
                  </a:cubicBezTo>
                  <a:cubicBezTo>
                    <a:pt x="3291" y="102"/>
                    <a:pt x="3357" y="99"/>
                    <a:pt x="3424" y="99"/>
                  </a:cubicBezTo>
                  <a:cubicBezTo>
                    <a:pt x="3695" y="99"/>
                    <a:pt x="3970" y="155"/>
                    <a:pt x="4211" y="276"/>
                  </a:cubicBezTo>
                  <a:cubicBezTo>
                    <a:pt x="4429" y="393"/>
                    <a:pt x="4646" y="543"/>
                    <a:pt x="4846" y="710"/>
                  </a:cubicBezTo>
                  <a:cubicBezTo>
                    <a:pt x="5164" y="994"/>
                    <a:pt x="5297" y="1195"/>
                    <a:pt x="5297" y="1195"/>
                  </a:cubicBezTo>
                  <a:cubicBezTo>
                    <a:pt x="5281" y="1128"/>
                    <a:pt x="5247" y="1095"/>
                    <a:pt x="5214" y="1045"/>
                  </a:cubicBezTo>
                  <a:cubicBezTo>
                    <a:pt x="5114" y="911"/>
                    <a:pt x="4997" y="794"/>
                    <a:pt x="4880" y="677"/>
                  </a:cubicBezTo>
                  <a:cubicBezTo>
                    <a:pt x="4696" y="493"/>
                    <a:pt x="4479" y="326"/>
                    <a:pt x="4245" y="209"/>
                  </a:cubicBezTo>
                  <a:cubicBezTo>
                    <a:pt x="3980" y="70"/>
                    <a:pt x="3681" y="0"/>
                    <a:pt x="3385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1"/>
            <p:cNvSpPr/>
            <p:nvPr/>
          </p:nvSpPr>
          <p:spPr>
            <a:xfrm>
              <a:off x="1367353" y="3084236"/>
              <a:ext cx="132426" cy="165661"/>
            </a:xfrm>
            <a:custGeom>
              <a:avLst/>
              <a:gdLst/>
              <a:ahLst/>
              <a:cxnLst/>
              <a:rect l="l" t="t" r="r" b="b"/>
              <a:pathLst>
                <a:path w="4128" h="5164" extrusionOk="0">
                  <a:moveTo>
                    <a:pt x="1" y="0"/>
                  </a:moveTo>
                  <a:cubicBezTo>
                    <a:pt x="1" y="0"/>
                    <a:pt x="1" y="34"/>
                    <a:pt x="17" y="84"/>
                  </a:cubicBezTo>
                  <a:cubicBezTo>
                    <a:pt x="51" y="167"/>
                    <a:pt x="101" y="234"/>
                    <a:pt x="168" y="284"/>
                  </a:cubicBezTo>
                  <a:cubicBezTo>
                    <a:pt x="387" y="474"/>
                    <a:pt x="644" y="575"/>
                    <a:pt x="917" y="575"/>
                  </a:cubicBezTo>
                  <a:cubicBezTo>
                    <a:pt x="957" y="575"/>
                    <a:pt x="997" y="572"/>
                    <a:pt x="1037" y="568"/>
                  </a:cubicBezTo>
                  <a:cubicBezTo>
                    <a:pt x="1438" y="568"/>
                    <a:pt x="1872" y="384"/>
                    <a:pt x="2373" y="368"/>
                  </a:cubicBezTo>
                  <a:cubicBezTo>
                    <a:pt x="2416" y="362"/>
                    <a:pt x="2459" y="359"/>
                    <a:pt x="2502" y="359"/>
                  </a:cubicBezTo>
                  <a:cubicBezTo>
                    <a:pt x="2709" y="359"/>
                    <a:pt x="2912" y="424"/>
                    <a:pt x="3092" y="535"/>
                  </a:cubicBezTo>
                  <a:cubicBezTo>
                    <a:pt x="3292" y="702"/>
                    <a:pt x="3426" y="953"/>
                    <a:pt x="3443" y="1237"/>
                  </a:cubicBezTo>
                  <a:cubicBezTo>
                    <a:pt x="3493" y="1788"/>
                    <a:pt x="3259" y="2323"/>
                    <a:pt x="3225" y="2857"/>
                  </a:cubicBezTo>
                  <a:cubicBezTo>
                    <a:pt x="3209" y="3108"/>
                    <a:pt x="3242" y="3359"/>
                    <a:pt x="3359" y="3576"/>
                  </a:cubicBezTo>
                  <a:cubicBezTo>
                    <a:pt x="3459" y="3760"/>
                    <a:pt x="3593" y="3943"/>
                    <a:pt x="3743" y="4094"/>
                  </a:cubicBezTo>
                  <a:cubicBezTo>
                    <a:pt x="3961" y="4294"/>
                    <a:pt x="4077" y="4578"/>
                    <a:pt x="4061" y="4879"/>
                  </a:cubicBezTo>
                  <a:cubicBezTo>
                    <a:pt x="4027" y="4979"/>
                    <a:pt x="3977" y="5080"/>
                    <a:pt x="3910" y="5163"/>
                  </a:cubicBezTo>
                  <a:cubicBezTo>
                    <a:pt x="3910" y="5163"/>
                    <a:pt x="4044" y="5113"/>
                    <a:pt x="4111" y="4896"/>
                  </a:cubicBezTo>
                  <a:cubicBezTo>
                    <a:pt x="4128" y="4762"/>
                    <a:pt x="4128" y="4612"/>
                    <a:pt x="4094" y="4495"/>
                  </a:cubicBezTo>
                  <a:cubicBezTo>
                    <a:pt x="4027" y="4311"/>
                    <a:pt x="3944" y="4161"/>
                    <a:pt x="3810" y="4027"/>
                  </a:cubicBezTo>
                  <a:cubicBezTo>
                    <a:pt x="3676" y="3877"/>
                    <a:pt x="3559" y="3709"/>
                    <a:pt x="3459" y="3526"/>
                  </a:cubicBezTo>
                  <a:cubicBezTo>
                    <a:pt x="3359" y="3325"/>
                    <a:pt x="3326" y="3091"/>
                    <a:pt x="3359" y="2857"/>
                  </a:cubicBezTo>
                  <a:cubicBezTo>
                    <a:pt x="3376" y="2373"/>
                    <a:pt x="3626" y="1838"/>
                    <a:pt x="3576" y="1220"/>
                  </a:cubicBezTo>
                  <a:cubicBezTo>
                    <a:pt x="3559" y="902"/>
                    <a:pt x="3409" y="618"/>
                    <a:pt x="3158" y="435"/>
                  </a:cubicBezTo>
                  <a:cubicBezTo>
                    <a:pt x="2959" y="306"/>
                    <a:pt x="2723" y="227"/>
                    <a:pt x="2482" y="227"/>
                  </a:cubicBezTo>
                  <a:cubicBezTo>
                    <a:pt x="2440" y="227"/>
                    <a:pt x="2398" y="229"/>
                    <a:pt x="2356" y="234"/>
                  </a:cubicBezTo>
                  <a:cubicBezTo>
                    <a:pt x="1839" y="268"/>
                    <a:pt x="1404" y="451"/>
                    <a:pt x="1037" y="468"/>
                  </a:cubicBezTo>
                  <a:cubicBezTo>
                    <a:pt x="987" y="474"/>
                    <a:pt x="938" y="476"/>
                    <a:pt x="890" y="476"/>
                  </a:cubicBezTo>
                  <a:cubicBezTo>
                    <a:pt x="643" y="476"/>
                    <a:pt x="410" y="404"/>
                    <a:pt x="201" y="251"/>
                  </a:cubicBezTo>
                  <a:cubicBezTo>
                    <a:pt x="134" y="167"/>
                    <a:pt x="51" y="84"/>
                    <a:pt x="1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1"/>
            <p:cNvSpPr/>
            <p:nvPr/>
          </p:nvSpPr>
          <p:spPr>
            <a:xfrm>
              <a:off x="1519573" y="3331316"/>
              <a:ext cx="395097" cy="1301999"/>
            </a:xfrm>
            <a:custGeom>
              <a:avLst/>
              <a:gdLst/>
              <a:ahLst/>
              <a:cxnLst/>
              <a:rect l="l" t="t" r="r" b="b"/>
              <a:pathLst>
                <a:path w="12316" h="40586" extrusionOk="0">
                  <a:moveTo>
                    <a:pt x="7302" y="1"/>
                  </a:moveTo>
                  <a:lnTo>
                    <a:pt x="1" y="2023"/>
                  </a:lnTo>
                  <a:lnTo>
                    <a:pt x="7954" y="40402"/>
                  </a:lnTo>
                  <a:lnTo>
                    <a:pt x="12315" y="40586"/>
                  </a:lnTo>
                  <a:lnTo>
                    <a:pt x="73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1"/>
            <p:cNvSpPr/>
            <p:nvPr/>
          </p:nvSpPr>
          <p:spPr>
            <a:xfrm>
              <a:off x="1062368" y="3244828"/>
              <a:ext cx="817430" cy="1018123"/>
            </a:xfrm>
            <a:custGeom>
              <a:avLst/>
              <a:gdLst/>
              <a:ahLst/>
              <a:cxnLst/>
              <a:rect l="l" t="t" r="r" b="b"/>
              <a:pathLst>
                <a:path w="25481" h="31737" extrusionOk="0">
                  <a:moveTo>
                    <a:pt x="8595" y="0"/>
                  </a:moveTo>
                  <a:cubicBezTo>
                    <a:pt x="8415" y="0"/>
                    <a:pt x="8234" y="13"/>
                    <a:pt x="8054" y="40"/>
                  </a:cubicBezTo>
                  <a:lnTo>
                    <a:pt x="7920" y="74"/>
                  </a:lnTo>
                  <a:lnTo>
                    <a:pt x="0" y="28361"/>
                  </a:lnTo>
                  <a:lnTo>
                    <a:pt x="5848" y="30784"/>
                  </a:lnTo>
                  <a:lnTo>
                    <a:pt x="14253" y="6991"/>
                  </a:lnTo>
                  <a:lnTo>
                    <a:pt x="19332" y="31736"/>
                  </a:lnTo>
                  <a:lnTo>
                    <a:pt x="25481" y="30533"/>
                  </a:lnTo>
                  <a:lnTo>
                    <a:pt x="21287" y="508"/>
                  </a:lnTo>
                  <a:lnTo>
                    <a:pt x="20719" y="441"/>
                  </a:lnTo>
                  <a:cubicBezTo>
                    <a:pt x="20587" y="422"/>
                    <a:pt x="20456" y="413"/>
                    <a:pt x="20325" y="413"/>
                  </a:cubicBezTo>
                  <a:cubicBezTo>
                    <a:pt x="20107" y="413"/>
                    <a:pt x="19892" y="439"/>
                    <a:pt x="19683" y="491"/>
                  </a:cubicBezTo>
                  <a:lnTo>
                    <a:pt x="19299" y="592"/>
                  </a:lnTo>
                  <a:cubicBezTo>
                    <a:pt x="19082" y="642"/>
                    <a:pt x="18860" y="667"/>
                    <a:pt x="18639" y="667"/>
                  </a:cubicBezTo>
                  <a:cubicBezTo>
                    <a:pt x="18417" y="667"/>
                    <a:pt x="18196" y="642"/>
                    <a:pt x="17979" y="592"/>
                  </a:cubicBezTo>
                  <a:lnTo>
                    <a:pt x="17695" y="525"/>
                  </a:lnTo>
                  <a:cubicBezTo>
                    <a:pt x="17485" y="472"/>
                    <a:pt x="17271" y="447"/>
                    <a:pt x="17057" y="447"/>
                  </a:cubicBezTo>
                  <a:cubicBezTo>
                    <a:pt x="16862" y="447"/>
                    <a:pt x="16666" y="468"/>
                    <a:pt x="16475" y="508"/>
                  </a:cubicBezTo>
                  <a:lnTo>
                    <a:pt x="15790" y="642"/>
                  </a:lnTo>
                  <a:cubicBezTo>
                    <a:pt x="15597" y="680"/>
                    <a:pt x="15402" y="699"/>
                    <a:pt x="15208" y="699"/>
                  </a:cubicBezTo>
                  <a:cubicBezTo>
                    <a:pt x="14896" y="699"/>
                    <a:pt x="14585" y="651"/>
                    <a:pt x="14286" y="558"/>
                  </a:cubicBezTo>
                  <a:lnTo>
                    <a:pt x="13618" y="324"/>
                  </a:lnTo>
                  <a:cubicBezTo>
                    <a:pt x="13324" y="215"/>
                    <a:pt x="13009" y="163"/>
                    <a:pt x="12695" y="163"/>
                  </a:cubicBezTo>
                  <a:cubicBezTo>
                    <a:pt x="12528" y="163"/>
                    <a:pt x="12361" y="178"/>
                    <a:pt x="12198" y="207"/>
                  </a:cubicBezTo>
                  <a:lnTo>
                    <a:pt x="11563" y="324"/>
                  </a:lnTo>
                  <a:cubicBezTo>
                    <a:pt x="11409" y="354"/>
                    <a:pt x="11252" y="367"/>
                    <a:pt x="11094" y="367"/>
                  </a:cubicBezTo>
                  <a:cubicBezTo>
                    <a:pt x="10893" y="367"/>
                    <a:pt x="10690" y="345"/>
                    <a:pt x="10493" y="307"/>
                  </a:cubicBezTo>
                  <a:lnTo>
                    <a:pt x="9407" y="90"/>
                  </a:lnTo>
                  <a:cubicBezTo>
                    <a:pt x="9137" y="30"/>
                    <a:pt x="8866" y="0"/>
                    <a:pt x="85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1"/>
            <p:cNvSpPr/>
            <p:nvPr/>
          </p:nvSpPr>
          <p:spPr>
            <a:xfrm>
              <a:off x="1774191" y="4618269"/>
              <a:ext cx="274990" cy="53445"/>
            </a:xfrm>
            <a:custGeom>
              <a:avLst/>
              <a:gdLst/>
              <a:ahLst/>
              <a:cxnLst/>
              <a:rect l="l" t="t" r="r" b="b"/>
              <a:pathLst>
                <a:path w="8572" h="1666" extrusionOk="0">
                  <a:moveTo>
                    <a:pt x="4629" y="1"/>
                  </a:moveTo>
                  <a:lnTo>
                    <a:pt x="0" y="134"/>
                  </a:lnTo>
                  <a:lnTo>
                    <a:pt x="51" y="1638"/>
                  </a:lnTo>
                  <a:lnTo>
                    <a:pt x="335" y="1638"/>
                  </a:lnTo>
                  <a:cubicBezTo>
                    <a:pt x="805" y="1651"/>
                    <a:pt x="1813" y="1665"/>
                    <a:pt x="2938" y="1665"/>
                  </a:cubicBezTo>
                  <a:cubicBezTo>
                    <a:pt x="4854" y="1665"/>
                    <a:pt x="7110" y="1623"/>
                    <a:pt x="7636" y="1454"/>
                  </a:cubicBezTo>
                  <a:cubicBezTo>
                    <a:pt x="8572" y="1170"/>
                    <a:pt x="4645" y="452"/>
                    <a:pt x="4645" y="452"/>
                  </a:cubicBezTo>
                  <a:lnTo>
                    <a:pt x="46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1"/>
            <p:cNvSpPr/>
            <p:nvPr/>
          </p:nvSpPr>
          <p:spPr>
            <a:xfrm>
              <a:off x="1774737" y="4630203"/>
              <a:ext cx="54696" cy="38496"/>
            </a:xfrm>
            <a:custGeom>
              <a:avLst/>
              <a:gdLst/>
              <a:ahLst/>
              <a:cxnLst/>
              <a:rect l="l" t="t" r="r" b="b"/>
              <a:pathLst>
                <a:path w="1705" h="1200" extrusionOk="0">
                  <a:moveTo>
                    <a:pt x="194" y="0"/>
                  </a:moveTo>
                  <a:cubicBezTo>
                    <a:pt x="129" y="0"/>
                    <a:pt x="65" y="5"/>
                    <a:pt x="0" y="13"/>
                  </a:cubicBezTo>
                  <a:lnTo>
                    <a:pt x="34" y="1199"/>
                  </a:lnTo>
                  <a:lnTo>
                    <a:pt x="1704" y="1183"/>
                  </a:lnTo>
                  <a:cubicBezTo>
                    <a:pt x="1621" y="815"/>
                    <a:pt x="1387" y="498"/>
                    <a:pt x="1086" y="297"/>
                  </a:cubicBezTo>
                  <a:cubicBezTo>
                    <a:pt x="822" y="103"/>
                    <a:pt x="512" y="0"/>
                    <a:pt x="194" y="0"/>
                  </a:cubicBezTo>
                  <a:close/>
                </a:path>
              </a:pathLst>
            </a:custGeom>
            <a:solidFill>
              <a:schemeClr val="lt1">
                <a:alpha val="272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1"/>
            <p:cNvSpPr/>
            <p:nvPr/>
          </p:nvSpPr>
          <p:spPr>
            <a:xfrm>
              <a:off x="1775795" y="4646147"/>
              <a:ext cx="253560" cy="26081"/>
            </a:xfrm>
            <a:custGeom>
              <a:avLst/>
              <a:gdLst/>
              <a:ahLst/>
              <a:cxnLst/>
              <a:rect l="l" t="t" r="r" b="b"/>
              <a:pathLst>
                <a:path w="7904" h="813" extrusionOk="0">
                  <a:moveTo>
                    <a:pt x="6517" y="1"/>
                  </a:moveTo>
                  <a:cubicBezTo>
                    <a:pt x="6250" y="17"/>
                    <a:pt x="6133" y="552"/>
                    <a:pt x="6133" y="552"/>
                  </a:cubicBezTo>
                  <a:lnTo>
                    <a:pt x="1" y="669"/>
                  </a:lnTo>
                  <a:lnTo>
                    <a:pt x="1" y="769"/>
                  </a:lnTo>
                  <a:cubicBezTo>
                    <a:pt x="593" y="799"/>
                    <a:pt x="1375" y="813"/>
                    <a:pt x="2215" y="813"/>
                  </a:cubicBezTo>
                  <a:cubicBezTo>
                    <a:pt x="4668" y="813"/>
                    <a:pt x="7612" y="697"/>
                    <a:pt x="7737" y="535"/>
                  </a:cubicBezTo>
                  <a:cubicBezTo>
                    <a:pt x="7904" y="335"/>
                    <a:pt x="6517" y="1"/>
                    <a:pt x="6517" y="1"/>
                  </a:cubicBezTo>
                  <a:close/>
                </a:path>
              </a:pathLst>
            </a:custGeom>
            <a:solidFill>
              <a:schemeClr val="lt1">
                <a:alpha val="272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41"/>
            <p:cNvSpPr/>
            <p:nvPr/>
          </p:nvSpPr>
          <p:spPr>
            <a:xfrm>
              <a:off x="1775795" y="4659941"/>
              <a:ext cx="248203" cy="8437"/>
            </a:xfrm>
            <a:custGeom>
              <a:avLst/>
              <a:gdLst/>
              <a:ahLst/>
              <a:cxnLst/>
              <a:rect l="l" t="t" r="r" b="b"/>
              <a:pathLst>
                <a:path w="7737" h="263" extrusionOk="0">
                  <a:moveTo>
                    <a:pt x="7701" y="1"/>
                  </a:moveTo>
                  <a:cubicBezTo>
                    <a:pt x="7682" y="1"/>
                    <a:pt x="7661" y="13"/>
                    <a:pt x="7653" y="38"/>
                  </a:cubicBezTo>
                  <a:lnTo>
                    <a:pt x="7436" y="55"/>
                  </a:lnTo>
                  <a:lnTo>
                    <a:pt x="6600" y="89"/>
                  </a:lnTo>
                  <a:cubicBezTo>
                    <a:pt x="5882" y="122"/>
                    <a:pt x="4913" y="155"/>
                    <a:pt x="3827" y="189"/>
                  </a:cubicBezTo>
                  <a:cubicBezTo>
                    <a:pt x="2757" y="206"/>
                    <a:pt x="1788" y="222"/>
                    <a:pt x="1070" y="222"/>
                  </a:cubicBezTo>
                  <a:lnTo>
                    <a:pt x="234" y="239"/>
                  </a:lnTo>
                  <a:lnTo>
                    <a:pt x="1" y="239"/>
                  </a:lnTo>
                  <a:lnTo>
                    <a:pt x="234" y="256"/>
                  </a:lnTo>
                  <a:lnTo>
                    <a:pt x="1070" y="256"/>
                  </a:lnTo>
                  <a:cubicBezTo>
                    <a:pt x="1275" y="261"/>
                    <a:pt x="1505" y="263"/>
                    <a:pt x="1755" y="263"/>
                  </a:cubicBezTo>
                  <a:cubicBezTo>
                    <a:pt x="2356" y="263"/>
                    <a:pt x="3071" y="251"/>
                    <a:pt x="3827" y="239"/>
                  </a:cubicBezTo>
                  <a:cubicBezTo>
                    <a:pt x="4913" y="206"/>
                    <a:pt x="5882" y="155"/>
                    <a:pt x="6600" y="122"/>
                  </a:cubicBezTo>
                  <a:lnTo>
                    <a:pt x="7436" y="72"/>
                  </a:lnTo>
                  <a:cubicBezTo>
                    <a:pt x="7519" y="55"/>
                    <a:pt x="7586" y="55"/>
                    <a:pt x="7653" y="55"/>
                  </a:cubicBezTo>
                  <a:cubicBezTo>
                    <a:pt x="7660" y="76"/>
                    <a:pt x="7676" y="85"/>
                    <a:pt x="7692" y="85"/>
                  </a:cubicBezTo>
                  <a:cubicBezTo>
                    <a:pt x="7714" y="85"/>
                    <a:pt x="7737" y="68"/>
                    <a:pt x="7737" y="38"/>
                  </a:cubicBezTo>
                  <a:cubicBezTo>
                    <a:pt x="7737" y="13"/>
                    <a:pt x="7720" y="1"/>
                    <a:pt x="77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41"/>
            <p:cNvSpPr/>
            <p:nvPr/>
          </p:nvSpPr>
          <p:spPr>
            <a:xfrm>
              <a:off x="1971451" y="4644543"/>
              <a:ext cx="14500" cy="21462"/>
            </a:xfrm>
            <a:custGeom>
              <a:avLst/>
              <a:gdLst/>
              <a:ahLst/>
              <a:cxnLst/>
              <a:rect l="l" t="t" r="r" b="b"/>
              <a:pathLst>
                <a:path w="452" h="669" extrusionOk="0">
                  <a:moveTo>
                    <a:pt x="451" y="1"/>
                  </a:moveTo>
                  <a:lnTo>
                    <a:pt x="451" y="1"/>
                  </a:lnTo>
                  <a:cubicBezTo>
                    <a:pt x="318" y="51"/>
                    <a:pt x="201" y="151"/>
                    <a:pt x="134" y="268"/>
                  </a:cubicBezTo>
                  <a:cubicBezTo>
                    <a:pt x="50" y="385"/>
                    <a:pt x="0" y="535"/>
                    <a:pt x="34" y="669"/>
                  </a:cubicBezTo>
                  <a:cubicBezTo>
                    <a:pt x="67" y="535"/>
                    <a:pt x="117" y="418"/>
                    <a:pt x="167" y="301"/>
                  </a:cubicBezTo>
                  <a:cubicBezTo>
                    <a:pt x="251" y="184"/>
                    <a:pt x="351" y="84"/>
                    <a:pt x="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41"/>
            <p:cNvSpPr/>
            <p:nvPr/>
          </p:nvSpPr>
          <p:spPr>
            <a:xfrm>
              <a:off x="1928015" y="4635368"/>
              <a:ext cx="8084" cy="1142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233" y="0"/>
                  </a:moveTo>
                  <a:cubicBezTo>
                    <a:pt x="223" y="0"/>
                    <a:pt x="162" y="77"/>
                    <a:pt x="101" y="153"/>
                  </a:cubicBezTo>
                  <a:cubicBezTo>
                    <a:pt x="34" y="253"/>
                    <a:pt x="1" y="353"/>
                    <a:pt x="1" y="353"/>
                  </a:cubicBezTo>
                  <a:cubicBezTo>
                    <a:pt x="2" y="355"/>
                    <a:pt x="4" y="355"/>
                    <a:pt x="6" y="355"/>
                  </a:cubicBezTo>
                  <a:cubicBezTo>
                    <a:pt x="29" y="355"/>
                    <a:pt x="90" y="278"/>
                    <a:pt x="151" y="186"/>
                  </a:cubicBezTo>
                  <a:cubicBezTo>
                    <a:pt x="218" y="86"/>
                    <a:pt x="251" y="2"/>
                    <a:pt x="235" y="2"/>
                  </a:cubicBezTo>
                  <a:cubicBezTo>
                    <a:pt x="235" y="1"/>
                    <a:pt x="234" y="0"/>
                    <a:pt x="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41"/>
            <p:cNvSpPr/>
            <p:nvPr/>
          </p:nvSpPr>
          <p:spPr>
            <a:xfrm>
              <a:off x="1915696" y="4633187"/>
              <a:ext cx="9688" cy="8180"/>
            </a:xfrm>
            <a:custGeom>
              <a:avLst/>
              <a:gdLst/>
              <a:ahLst/>
              <a:cxnLst/>
              <a:rect l="l" t="t" r="r" b="b"/>
              <a:pathLst>
                <a:path w="302" h="255" extrusionOk="0">
                  <a:moveTo>
                    <a:pt x="292" y="0"/>
                  </a:moveTo>
                  <a:cubicBezTo>
                    <a:pt x="267" y="0"/>
                    <a:pt x="207" y="46"/>
                    <a:pt x="134" y="104"/>
                  </a:cubicBezTo>
                  <a:cubicBezTo>
                    <a:pt x="51" y="171"/>
                    <a:pt x="0" y="238"/>
                    <a:pt x="17" y="254"/>
                  </a:cubicBezTo>
                  <a:cubicBezTo>
                    <a:pt x="17" y="254"/>
                    <a:pt x="101" y="221"/>
                    <a:pt x="168" y="154"/>
                  </a:cubicBezTo>
                  <a:cubicBezTo>
                    <a:pt x="251" y="70"/>
                    <a:pt x="301" y="20"/>
                    <a:pt x="301" y="4"/>
                  </a:cubicBezTo>
                  <a:cubicBezTo>
                    <a:pt x="299" y="1"/>
                    <a:pt x="296" y="0"/>
                    <a:pt x="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41"/>
            <p:cNvSpPr/>
            <p:nvPr/>
          </p:nvSpPr>
          <p:spPr>
            <a:xfrm>
              <a:off x="1908190" y="4627669"/>
              <a:ext cx="15591" cy="1572"/>
            </a:xfrm>
            <a:custGeom>
              <a:avLst/>
              <a:gdLst/>
              <a:ahLst/>
              <a:cxnLst/>
              <a:rect l="l" t="t" r="r" b="b"/>
              <a:pathLst>
                <a:path w="486" h="49" extrusionOk="0">
                  <a:moveTo>
                    <a:pt x="237" y="0"/>
                  </a:moveTo>
                  <a:cubicBezTo>
                    <a:pt x="155" y="0"/>
                    <a:pt x="76" y="9"/>
                    <a:pt x="1" y="25"/>
                  </a:cubicBezTo>
                  <a:cubicBezTo>
                    <a:pt x="60" y="37"/>
                    <a:pt x="119" y="49"/>
                    <a:pt x="172" y="49"/>
                  </a:cubicBezTo>
                  <a:cubicBezTo>
                    <a:pt x="194" y="49"/>
                    <a:pt x="215" y="47"/>
                    <a:pt x="234" y="42"/>
                  </a:cubicBezTo>
                  <a:cubicBezTo>
                    <a:pt x="259" y="47"/>
                    <a:pt x="283" y="49"/>
                    <a:pt x="308" y="49"/>
                  </a:cubicBezTo>
                  <a:cubicBezTo>
                    <a:pt x="367" y="49"/>
                    <a:pt x="426" y="37"/>
                    <a:pt x="485" y="25"/>
                  </a:cubicBezTo>
                  <a:cubicBezTo>
                    <a:pt x="402" y="9"/>
                    <a:pt x="318" y="0"/>
                    <a:pt x="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41"/>
            <p:cNvSpPr/>
            <p:nvPr/>
          </p:nvSpPr>
          <p:spPr>
            <a:xfrm>
              <a:off x="1905495" y="4619360"/>
              <a:ext cx="17195" cy="2374"/>
            </a:xfrm>
            <a:custGeom>
              <a:avLst/>
              <a:gdLst/>
              <a:ahLst/>
              <a:cxnLst/>
              <a:rect l="l" t="t" r="r" b="b"/>
              <a:pathLst>
                <a:path w="536" h="74" extrusionOk="0">
                  <a:moveTo>
                    <a:pt x="1" y="0"/>
                  </a:moveTo>
                  <a:cubicBezTo>
                    <a:pt x="85" y="50"/>
                    <a:pt x="168" y="67"/>
                    <a:pt x="268" y="67"/>
                  </a:cubicBezTo>
                  <a:cubicBezTo>
                    <a:pt x="289" y="71"/>
                    <a:pt x="311" y="73"/>
                    <a:pt x="334" y="73"/>
                  </a:cubicBezTo>
                  <a:cubicBezTo>
                    <a:pt x="401" y="73"/>
                    <a:pt x="473" y="55"/>
                    <a:pt x="536" y="17"/>
                  </a:cubicBezTo>
                  <a:lnTo>
                    <a:pt x="268" y="17"/>
                  </a:lnTo>
                  <a:cubicBezTo>
                    <a:pt x="185" y="0"/>
                    <a:pt x="85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41"/>
            <p:cNvSpPr/>
            <p:nvPr/>
          </p:nvSpPr>
          <p:spPr>
            <a:xfrm>
              <a:off x="1932859" y="4621798"/>
              <a:ext cx="27878" cy="15270"/>
            </a:xfrm>
            <a:custGeom>
              <a:avLst/>
              <a:gdLst/>
              <a:ahLst/>
              <a:cxnLst/>
              <a:rect l="l" t="t" r="r" b="b"/>
              <a:pathLst>
                <a:path w="869" h="476" extrusionOk="0">
                  <a:moveTo>
                    <a:pt x="581" y="51"/>
                  </a:moveTo>
                  <a:cubicBezTo>
                    <a:pt x="648" y="51"/>
                    <a:pt x="714" y="64"/>
                    <a:pt x="769" y="91"/>
                  </a:cubicBezTo>
                  <a:cubicBezTo>
                    <a:pt x="819" y="125"/>
                    <a:pt x="802" y="175"/>
                    <a:pt x="752" y="208"/>
                  </a:cubicBezTo>
                  <a:cubicBezTo>
                    <a:pt x="702" y="225"/>
                    <a:pt x="652" y="258"/>
                    <a:pt x="585" y="275"/>
                  </a:cubicBezTo>
                  <a:cubicBezTo>
                    <a:pt x="501" y="309"/>
                    <a:pt x="384" y="342"/>
                    <a:pt x="284" y="359"/>
                  </a:cubicBezTo>
                  <a:cubicBezTo>
                    <a:pt x="204" y="375"/>
                    <a:pt x="136" y="383"/>
                    <a:pt x="87" y="389"/>
                  </a:cubicBezTo>
                  <a:lnTo>
                    <a:pt x="87" y="389"/>
                  </a:lnTo>
                  <a:cubicBezTo>
                    <a:pt x="111" y="336"/>
                    <a:pt x="140" y="285"/>
                    <a:pt x="184" y="242"/>
                  </a:cubicBezTo>
                  <a:cubicBezTo>
                    <a:pt x="234" y="158"/>
                    <a:pt x="334" y="108"/>
                    <a:pt x="418" y="75"/>
                  </a:cubicBezTo>
                  <a:cubicBezTo>
                    <a:pt x="470" y="60"/>
                    <a:pt x="526" y="51"/>
                    <a:pt x="581" y="51"/>
                  </a:cubicBezTo>
                  <a:close/>
                  <a:moveTo>
                    <a:pt x="575" y="0"/>
                  </a:moveTo>
                  <a:cubicBezTo>
                    <a:pt x="410" y="0"/>
                    <a:pt x="251" y="75"/>
                    <a:pt x="150" y="208"/>
                  </a:cubicBezTo>
                  <a:cubicBezTo>
                    <a:pt x="104" y="271"/>
                    <a:pt x="71" y="319"/>
                    <a:pt x="54" y="393"/>
                  </a:cubicBezTo>
                  <a:lnTo>
                    <a:pt x="54" y="393"/>
                  </a:lnTo>
                  <a:cubicBezTo>
                    <a:pt x="19" y="398"/>
                    <a:pt x="0" y="402"/>
                    <a:pt x="0" y="409"/>
                  </a:cubicBezTo>
                  <a:cubicBezTo>
                    <a:pt x="17" y="409"/>
                    <a:pt x="34" y="409"/>
                    <a:pt x="50" y="409"/>
                  </a:cubicBezTo>
                  <a:lnTo>
                    <a:pt x="50" y="409"/>
                  </a:lnTo>
                  <a:cubicBezTo>
                    <a:pt x="50" y="409"/>
                    <a:pt x="50" y="409"/>
                    <a:pt x="50" y="409"/>
                  </a:cubicBezTo>
                  <a:cubicBezTo>
                    <a:pt x="50" y="442"/>
                    <a:pt x="50" y="476"/>
                    <a:pt x="50" y="476"/>
                  </a:cubicBezTo>
                  <a:cubicBezTo>
                    <a:pt x="59" y="453"/>
                    <a:pt x="68" y="431"/>
                    <a:pt x="78" y="408"/>
                  </a:cubicBezTo>
                  <a:lnTo>
                    <a:pt x="78" y="408"/>
                  </a:lnTo>
                  <a:cubicBezTo>
                    <a:pt x="152" y="408"/>
                    <a:pt x="227" y="404"/>
                    <a:pt x="301" y="392"/>
                  </a:cubicBezTo>
                  <a:cubicBezTo>
                    <a:pt x="401" y="375"/>
                    <a:pt x="501" y="359"/>
                    <a:pt x="602" y="325"/>
                  </a:cubicBezTo>
                  <a:cubicBezTo>
                    <a:pt x="668" y="309"/>
                    <a:pt x="735" y="275"/>
                    <a:pt x="785" y="242"/>
                  </a:cubicBezTo>
                  <a:cubicBezTo>
                    <a:pt x="819" y="225"/>
                    <a:pt x="852" y="192"/>
                    <a:pt x="852" y="158"/>
                  </a:cubicBezTo>
                  <a:cubicBezTo>
                    <a:pt x="869" y="108"/>
                    <a:pt x="852" y="75"/>
                    <a:pt x="819" y="58"/>
                  </a:cubicBezTo>
                  <a:cubicBezTo>
                    <a:pt x="741" y="19"/>
                    <a:pt x="657" y="0"/>
                    <a:pt x="5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1"/>
            <p:cNvSpPr/>
            <p:nvPr/>
          </p:nvSpPr>
          <p:spPr>
            <a:xfrm>
              <a:off x="1922112" y="4618269"/>
              <a:ext cx="14532" cy="16650"/>
            </a:xfrm>
            <a:custGeom>
              <a:avLst/>
              <a:gdLst/>
              <a:ahLst/>
              <a:cxnLst/>
              <a:rect l="l" t="t" r="r" b="b"/>
              <a:pathLst>
                <a:path w="453" h="519" extrusionOk="0">
                  <a:moveTo>
                    <a:pt x="101" y="1"/>
                  </a:moveTo>
                  <a:cubicBezTo>
                    <a:pt x="51" y="18"/>
                    <a:pt x="1" y="68"/>
                    <a:pt x="18" y="134"/>
                  </a:cubicBezTo>
                  <a:cubicBezTo>
                    <a:pt x="18" y="168"/>
                    <a:pt x="51" y="218"/>
                    <a:pt x="68" y="251"/>
                  </a:cubicBezTo>
                  <a:cubicBezTo>
                    <a:pt x="118" y="302"/>
                    <a:pt x="168" y="368"/>
                    <a:pt x="218" y="419"/>
                  </a:cubicBezTo>
                  <a:cubicBezTo>
                    <a:pt x="268" y="469"/>
                    <a:pt x="318" y="502"/>
                    <a:pt x="385" y="519"/>
                  </a:cubicBezTo>
                  <a:cubicBezTo>
                    <a:pt x="385" y="519"/>
                    <a:pt x="335" y="469"/>
                    <a:pt x="252" y="385"/>
                  </a:cubicBezTo>
                  <a:cubicBezTo>
                    <a:pt x="201" y="335"/>
                    <a:pt x="151" y="285"/>
                    <a:pt x="118" y="218"/>
                  </a:cubicBezTo>
                  <a:cubicBezTo>
                    <a:pt x="68" y="168"/>
                    <a:pt x="34" y="68"/>
                    <a:pt x="118" y="51"/>
                  </a:cubicBezTo>
                  <a:cubicBezTo>
                    <a:pt x="201" y="51"/>
                    <a:pt x="268" y="101"/>
                    <a:pt x="318" y="168"/>
                  </a:cubicBezTo>
                  <a:cubicBezTo>
                    <a:pt x="352" y="218"/>
                    <a:pt x="385" y="268"/>
                    <a:pt x="402" y="335"/>
                  </a:cubicBezTo>
                  <a:cubicBezTo>
                    <a:pt x="419" y="402"/>
                    <a:pt x="419" y="469"/>
                    <a:pt x="419" y="519"/>
                  </a:cubicBezTo>
                  <a:cubicBezTo>
                    <a:pt x="452" y="469"/>
                    <a:pt x="452" y="402"/>
                    <a:pt x="435" y="335"/>
                  </a:cubicBezTo>
                  <a:cubicBezTo>
                    <a:pt x="435" y="251"/>
                    <a:pt x="402" y="185"/>
                    <a:pt x="352" y="134"/>
                  </a:cubicBezTo>
                  <a:cubicBezTo>
                    <a:pt x="302" y="51"/>
                    <a:pt x="201" y="1"/>
                    <a:pt x="1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1"/>
            <p:cNvSpPr/>
            <p:nvPr/>
          </p:nvSpPr>
          <p:spPr>
            <a:xfrm>
              <a:off x="1775250" y="4628984"/>
              <a:ext cx="53638" cy="38624"/>
            </a:xfrm>
            <a:custGeom>
              <a:avLst/>
              <a:gdLst/>
              <a:ahLst/>
              <a:cxnLst/>
              <a:rect l="l" t="t" r="r" b="b"/>
              <a:pathLst>
                <a:path w="1672" h="1204" extrusionOk="0">
                  <a:moveTo>
                    <a:pt x="352" y="1"/>
                  </a:moveTo>
                  <a:cubicBezTo>
                    <a:pt x="268" y="1"/>
                    <a:pt x="185" y="1"/>
                    <a:pt x="101" y="18"/>
                  </a:cubicBezTo>
                  <a:cubicBezTo>
                    <a:pt x="68" y="18"/>
                    <a:pt x="34" y="18"/>
                    <a:pt x="1" y="34"/>
                  </a:cubicBezTo>
                  <a:cubicBezTo>
                    <a:pt x="1" y="34"/>
                    <a:pt x="60" y="27"/>
                    <a:pt x="164" y="27"/>
                  </a:cubicBezTo>
                  <a:cubicBezTo>
                    <a:pt x="216" y="27"/>
                    <a:pt x="279" y="29"/>
                    <a:pt x="352" y="34"/>
                  </a:cubicBezTo>
                  <a:cubicBezTo>
                    <a:pt x="619" y="51"/>
                    <a:pt x="870" y="151"/>
                    <a:pt x="1087" y="302"/>
                  </a:cubicBezTo>
                  <a:cubicBezTo>
                    <a:pt x="1304" y="452"/>
                    <a:pt x="1471" y="653"/>
                    <a:pt x="1571" y="903"/>
                  </a:cubicBezTo>
                  <a:cubicBezTo>
                    <a:pt x="1655" y="1070"/>
                    <a:pt x="1655" y="1204"/>
                    <a:pt x="1672" y="1204"/>
                  </a:cubicBezTo>
                  <a:cubicBezTo>
                    <a:pt x="1672" y="1171"/>
                    <a:pt x="1672" y="1137"/>
                    <a:pt x="1672" y="1104"/>
                  </a:cubicBezTo>
                  <a:cubicBezTo>
                    <a:pt x="1655" y="1037"/>
                    <a:pt x="1638" y="953"/>
                    <a:pt x="1622" y="887"/>
                  </a:cubicBezTo>
                  <a:cubicBezTo>
                    <a:pt x="1521" y="636"/>
                    <a:pt x="1354" y="419"/>
                    <a:pt x="1120" y="252"/>
                  </a:cubicBezTo>
                  <a:cubicBezTo>
                    <a:pt x="903" y="101"/>
                    <a:pt x="619" y="1"/>
                    <a:pt x="3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1"/>
            <p:cNvSpPr/>
            <p:nvPr/>
          </p:nvSpPr>
          <p:spPr>
            <a:xfrm>
              <a:off x="1847077" y="4653429"/>
              <a:ext cx="43468" cy="2342"/>
            </a:xfrm>
            <a:custGeom>
              <a:avLst/>
              <a:gdLst/>
              <a:ahLst/>
              <a:cxnLst/>
              <a:rect l="l" t="t" r="r" b="b"/>
              <a:pathLst>
                <a:path w="1355" h="73" extrusionOk="0">
                  <a:moveTo>
                    <a:pt x="1283" y="1"/>
                  </a:moveTo>
                  <a:cubicBezTo>
                    <a:pt x="1172" y="1"/>
                    <a:pt x="946" y="12"/>
                    <a:pt x="686" y="24"/>
                  </a:cubicBezTo>
                  <a:cubicBezTo>
                    <a:pt x="441" y="24"/>
                    <a:pt x="225" y="17"/>
                    <a:pt x="104" y="17"/>
                  </a:cubicBezTo>
                  <a:cubicBezTo>
                    <a:pt x="43" y="17"/>
                    <a:pt x="6" y="19"/>
                    <a:pt x="1" y="24"/>
                  </a:cubicBezTo>
                  <a:cubicBezTo>
                    <a:pt x="214" y="56"/>
                    <a:pt x="427" y="72"/>
                    <a:pt x="640" y="72"/>
                  </a:cubicBezTo>
                  <a:cubicBezTo>
                    <a:pt x="878" y="72"/>
                    <a:pt x="1116" y="52"/>
                    <a:pt x="1354" y="8"/>
                  </a:cubicBezTo>
                  <a:cubicBezTo>
                    <a:pt x="1354" y="3"/>
                    <a:pt x="1328" y="1"/>
                    <a:pt x="12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1"/>
            <p:cNvSpPr/>
            <p:nvPr/>
          </p:nvSpPr>
          <p:spPr>
            <a:xfrm>
              <a:off x="1818141" y="4655129"/>
              <a:ext cx="4844" cy="7667"/>
            </a:xfrm>
            <a:custGeom>
              <a:avLst/>
              <a:gdLst/>
              <a:ahLst/>
              <a:cxnLst/>
              <a:rect l="l" t="t" r="r" b="b"/>
              <a:pathLst>
                <a:path w="151" h="239" extrusionOk="0">
                  <a:moveTo>
                    <a:pt x="13" y="1"/>
                  </a:moveTo>
                  <a:cubicBezTo>
                    <a:pt x="7" y="1"/>
                    <a:pt x="3" y="2"/>
                    <a:pt x="0" y="5"/>
                  </a:cubicBezTo>
                  <a:cubicBezTo>
                    <a:pt x="0" y="5"/>
                    <a:pt x="34" y="55"/>
                    <a:pt x="67" y="122"/>
                  </a:cubicBezTo>
                  <a:cubicBezTo>
                    <a:pt x="101" y="188"/>
                    <a:pt x="117" y="239"/>
                    <a:pt x="134" y="239"/>
                  </a:cubicBezTo>
                  <a:cubicBezTo>
                    <a:pt x="151" y="239"/>
                    <a:pt x="151" y="172"/>
                    <a:pt x="117" y="105"/>
                  </a:cubicBezTo>
                  <a:cubicBezTo>
                    <a:pt x="90" y="35"/>
                    <a:pt x="39" y="1"/>
                    <a:pt x="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1"/>
            <p:cNvSpPr/>
            <p:nvPr/>
          </p:nvSpPr>
          <p:spPr>
            <a:xfrm>
              <a:off x="1806881" y="4642779"/>
              <a:ext cx="6480" cy="5165"/>
            </a:xfrm>
            <a:custGeom>
              <a:avLst/>
              <a:gdLst/>
              <a:ahLst/>
              <a:cxnLst/>
              <a:rect l="l" t="t" r="r" b="b"/>
              <a:pathLst>
                <a:path w="202" h="161" extrusionOk="0">
                  <a:moveTo>
                    <a:pt x="13" y="1"/>
                  </a:moveTo>
                  <a:cubicBezTo>
                    <a:pt x="8" y="1"/>
                    <a:pt x="4" y="2"/>
                    <a:pt x="1" y="5"/>
                  </a:cubicBezTo>
                  <a:cubicBezTo>
                    <a:pt x="1" y="5"/>
                    <a:pt x="34" y="56"/>
                    <a:pt x="84" y="89"/>
                  </a:cubicBezTo>
                  <a:cubicBezTo>
                    <a:pt x="125" y="130"/>
                    <a:pt x="155" y="160"/>
                    <a:pt x="174" y="160"/>
                  </a:cubicBezTo>
                  <a:cubicBezTo>
                    <a:pt x="178" y="160"/>
                    <a:pt x="181" y="159"/>
                    <a:pt x="184" y="156"/>
                  </a:cubicBezTo>
                  <a:cubicBezTo>
                    <a:pt x="201" y="139"/>
                    <a:pt x="168" y="106"/>
                    <a:pt x="118" y="56"/>
                  </a:cubicBezTo>
                  <a:cubicBezTo>
                    <a:pt x="77" y="28"/>
                    <a:pt x="36" y="1"/>
                    <a:pt x="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1"/>
            <p:cNvSpPr/>
            <p:nvPr/>
          </p:nvSpPr>
          <p:spPr>
            <a:xfrm>
              <a:off x="1791354" y="4636587"/>
              <a:ext cx="8597" cy="3304"/>
            </a:xfrm>
            <a:custGeom>
              <a:avLst/>
              <a:gdLst/>
              <a:ahLst/>
              <a:cxnLst/>
              <a:rect l="l" t="t" r="r" b="b"/>
              <a:pathLst>
                <a:path w="268" h="103" extrusionOk="0">
                  <a:moveTo>
                    <a:pt x="79" y="0"/>
                  </a:moveTo>
                  <a:cubicBezTo>
                    <a:pt x="32" y="0"/>
                    <a:pt x="0" y="20"/>
                    <a:pt x="0" y="31"/>
                  </a:cubicBezTo>
                  <a:cubicBezTo>
                    <a:pt x="0" y="31"/>
                    <a:pt x="67" y="31"/>
                    <a:pt x="134" y="65"/>
                  </a:cubicBezTo>
                  <a:cubicBezTo>
                    <a:pt x="188" y="78"/>
                    <a:pt x="231" y="103"/>
                    <a:pt x="254" y="103"/>
                  </a:cubicBezTo>
                  <a:cubicBezTo>
                    <a:pt x="260" y="103"/>
                    <a:pt x="264" y="101"/>
                    <a:pt x="267" y="98"/>
                  </a:cubicBezTo>
                  <a:cubicBezTo>
                    <a:pt x="267" y="81"/>
                    <a:pt x="234" y="31"/>
                    <a:pt x="150" y="15"/>
                  </a:cubicBezTo>
                  <a:cubicBezTo>
                    <a:pt x="125" y="4"/>
                    <a:pt x="100" y="0"/>
                    <a:pt x="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1"/>
            <p:cNvSpPr/>
            <p:nvPr/>
          </p:nvSpPr>
          <p:spPr>
            <a:xfrm>
              <a:off x="1780094" y="4634502"/>
              <a:ext cx="4844" cy="2438"/>
            </a:xfrm>
            <a:custGeom>
              <a:avLst/>
              <a:gdLst/>
              <a:ahLst/>
              <a:cxnLst/>
              <a:rect l="l" t="t" r="r" b="b"/>
              <a:pathLst>
                <a:path w="151" h="76" extrusionOk="0">
                  <a:moveTo>
                    <a:pt x="29" y="0"/>
                  </a:moveTo>
                  <a:cubicBezTo>
                    <a:pt x="13" y="0"/>
                    <a:pt x="0" y="4"/>
                    <a:pt x="0" y="13"/>
                  </a:cubicBezTo>
                  <a:cubicBezTo>
                    <a:pt x="0" y="29"/>
                    <a:pt x="34" y="46"/>
                    <a:pt x="67" y="63"/>
                  </a:cubicBezTo>
                  <a:cubicBezTo>
                    <a:pt x="84" y="71"/>
                    <a:pt x="100" y="75"/>
                    <a:pt x="115" y="75"/>
                  </a:cubicBezTo>
                  <a:cubicBezTo>
                    <a:pt x="130" y="75"/>
                    <a:pt x="142" y="71"/>
                    <a:pt x="151" y="63"/>
                  </a:cubicBezTo>
                  <a:cubicBezTo>
                    <a:pt x="151" y="46"/>
                    <a:pt x="117" y="29"/>
                    <a:pt x="84" y="13"/>
                  </a:cubicBezTo>
                  <a:cubicBezTo>
                    <a:pt x="67" y="4"/>
                    <a:pt x="46" y="0"/>
                    <a:pt x="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1"/>
            <p:cNvSpPr/>
            <p:nvPr/>
          </p:nvSpPr>
          <p:spPr>
            <a:xfrm>
              <a:off x="941234" y="4650766"/>
              <a:ext cx="146894" cy="6673"/>
            </a:xfrm>
            <a:custGeom>
              <a:avLst/>
              <a:gdLst/>
              <a:ahLst/>
              <a:cxnLst/>
              <a:rect l="l" t="t" r="r" b="b"/>
              <a:pathLst>
                <a:path w="4579" h="208" extrusionOk="0">
                  <a:moveTo>
                    <a:pt x="1072" y="0"/>
                  </a:moveTo>
                  <a:cubicBezTo>
                    <a:pt x="926" y="0"/>
                    <a:pt x="791" y="2"/>
                    <a:pt x="669" y="7"/>
                  </a:cubicBezTo>
                  <a:cubicBezTo>
                    <a:pt x="606" y="3"/>
                    <a:pt x="544" y="0"/>
                    <a:pt x="484" y="0"/>
                  </a:cubicBezTo>
                  <a:cubicBezTo>
                    <a:pt x="318" y="0"/>
                    <a:pt x="159" y="16"/>
                    <a:pt x="0" y="40"/>
                  </a:cubicBezTo>
                  <a:cubicBezTo>
                    <a:pt x="217" y="91"/>
                    <a:pt x="435" y="107"/>
                    <a:pt x="669" y="107"/>
                  </a:cubicBezTo>
                  <a:cubicBezTo>
                    <a:pt x="1136" y="124"/>
                    <a:pt x="1688" y="141"/>
                    <a:pt x="2289" y="174"/>
                  </a:cubicBezTo>
                  <a:cubicBezTo>
                    <a:pt x="2924" y="191"/>
                    <a:pt x="3492" y="208"/>
                    <a:pt x="3910" y="208"/>
                  </a:cubicBezTo>
                  <a:cubicBezTo>
                    <a:pt x="4144" y="208"/>
                    <a:pt x="4361" y="191"/>
                    <a:pt x="4578" y="157"/>
                  </a:cubicBezTo>
                  <a:cubicBezTo>
                    <a:pt x="4361" y="107"/>
                    <a:pt x="4144" y="91"/>
                    <a:pt x="3910" y="91"/>
                  </a:cubicBezTo>
                  <a:lnTo>
                    <a:pt x="2289" y="24"/>
                  </a:lnTo>
                  <a:cubicBezTo>
                    <a:pt x="1840" y="12"/>
                    <a:pt x="1425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1"/>
            <p:cNvSpPr/>
            <p:nvPr/>
          </p:nvSpPr>
          <p:spPr>
            <a:xfrm>
              <a:off x="1020023" y="4592028"/>
              <a:ext cx="6993" cy="62203"/>
            </a:xfrm>
            <a:custGeom>
              <a:avLst/>
              <a:gdLst/>
              <a:ahLst/>
              <a:cxnLst/>
              <a:rect l="l" t="t" r="r" b="b"/>
              <a:pathLst>
                <a:path w="218" h="1939" extrusionOk="0">
                  <a:moveTo>
                    <a:pt x="168" y="0"/>
                  </a:moveTo>
                  <a:cubicBezTo>
                    <a:pt x="134" y="0"/>
                    <a:pt x="67" y="435"/>
                    <a:pt x="34" y="969"/>
                  </a:cubicBezTo>
                  <a:cubicBezTo>
                    <a:pt x="0" y="1504"/>
                    <a:pt x="0" y="1938"/>
                    <a:pt x="34" y="1938"/>
                  </a:cubicBezTo>
                  <a:cubicBezTo>
                    <a:pt x="84" y="1938"/>
                    <a:pt x="134" y="1521"/>
                    <a:pt x="184" y="969"/>
                  </a:cubicBezTo>
                  <a:cubicBezTo>
                    <a:pt x="218" y="435"/>
                    <a:pt x="218" y="0"/>
                    <a:pt x="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1"/>
            <p:cNvSpPr/>
            <p:nvPr/>
          </p:nvSpPr>
          <p:spPr>
            <a:xfrm>
              <a:off x="809899" y="2037947"/>
              <a:ext cx="472250" cy="454349"/>
            </a:xfrm>
            <a:custGeom>
              <a:avLst/>
              <a:gdLst/>
              <a:ahLst/>
              <a:cxnLst/>
              <a:rect l="l" t="t" r="r" b="b"/>
              <a:pathLst>
                <a:path w="14721" h="14163" extrusionOk="0">
                  <a:moveTo>
                    <a:pt x="7636" y="0"/>
                  </a:moveTo>
                  <a:cubicBezTo>
                    <a:pt x="4779" y="0"/>
                    <a:pt x="2189" y="1721"/>
                    <a:pt x="1087" y="4361"/>
                  </a:cubicBezTo>
                  <a:cubicBezTo>
                    <a:pt x="1" y="7018"/>
                    <a:pt x="602" y="10059"/>
                    <a:pt x="2624" y="12081"/>
                  </a:cubicBezTo>
                  <a:cubicBezTo>
                    <a:pt x="3985" y="13442"/>
                    <a:pt x="5794" y="14162"/>
                    <a:pt x="7631" y="14162"/>
                  </a:cubicBezTo>
                  <a:cubicBezTo>
                    <a:pt x="8545" y="14162"/>
                    <a:pt x="9466" y="13984"/>
                    <a:pt x="10343" y="13618"/>
                  </a:cubicBezTo>
                  <a:cubicBezTo>
                    <a:pt x="13000" y="12532"/>
                    <a:pt x="14721" y="9942"/>
                    <a:pt x="14721" y="7085"/>
                  </a:cubicBezTo>
                  <a:cubicBezTo>
                    <a:pt x="14721" y="3158"/>
                    <a:pt x="11546" y="0"/>
                    <a:pt x="76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1"/>
            <p:cNvSpPr/>
            <p:nvPr/>
          </p:nvSpPr>
          <p:spPr>
            <a:xfrm>
              <a:off x="1156716" y="2362757"/>
              <a:ext cx="156005" cy="129218"/>
            </a:xfrm>
            <a:custGeom>
              <a:avLst/>
              <a:gdLst/>
              <a:ahLst/>
              <a:cxnLst/>
              <a:rect l="l" t="t" r="r" b="b"/>
              <a:pathLst>
                <a:path w="4863" h="4028" extrusionOk="0">
                  <a:moveTo>
                    <a:pt x="2573" y="1"/>
                  </a:moveTo>
                  <a:lnTo>
                    <a:pt x="0" y="2791"/>
                  </a:lnTo>
                  <a:lnTo>
                    <a:pt x="4862" y="4027"/>
                  </a:lnTo>
                  <a:lnTo>
                    <a:pt x="25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1"/>
            <p:cNvSpPr/>
            <p:nvPr/>
          </p:nvSpPr>
          <p:spPr>
            <a:xfrm>
              <a:off x="961060" y="2201972"/>
              <a:ext cx="209065" cy="154401"/>
            </a:xfrm>
            <a:custGeom>
              <a:avLst/>
              <a:gdLst/>
              <a:ahLst/>
              <a:cxnLst/>
              <a:rect l="l" t="t" r="r" b="b"/>
              <a:pathLst>
                <a:path w="6517" h="4813" extrusionOk="0">
                  <a:moveTo>
                    <a:pt x="5381" y="0"/>
                  </a:moveTo>
                  <a:lnTo>
                    <a:pt x="2574" y="2707"/>
                  </a:lnTo>
                  <a:lnTo>
                    <a:pt x="1036" y="1387"/>
                  </a:lnTo>
                  <a:lnTo>
                    <a:pt x="0" y="2607"/>
                  </a:lnTo>
                  <a:lnTo>
                    <a:pt x="2657" y="4812"/>
                  </a:lnTo>
                  <a:lnTo>
                    <a:pt x="6517" y="986"/>
                  </a:lnTo>
                  <a:lnTo>
                    <a:pt x="53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4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</a:t>
            </a:r>
            <a:endParaRPr dirty="0"/>
          </a:p>
        </p:txBody>
      </p:sp>
      <p:sp>
        <p:nvSpPr>
          <p:cNvPr id="1889" name="Google Shape;1889;p42"/>
          <p:cNvSpPr txBox="1">
            <a:spLocks noGrp="1"/>
          </p:cNvSpPr>
          <p:nvPr>
            <p:ph type="body" idx="4294967295"/>
          </p:nvPr>
        </p:nvSpPr>
        <p:spPr>
          <a:xfrm>
            <a:off x="720000" y="1430875"/>
            <a:ext cx="4536441" cy="31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69999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 dirty="0"/>
              <a:t>20 Features</a:t>
            </a:r>
            <a:r>
              <a:rPr lang="en" sz="1200" dirty="0"/>
              <a:t>:</a:t>
            </a:r>
            <a:endParaRPr sz="1200" dirty="0"/>
          </a:p>
          <a:p>
            <a: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/>
              <a:t>10 Numerical Features</a:t>
            </a:r>
            <a:endParaRPr sz="1200" dirty="0"/>
          </a:p>
          <a:p>
            <a: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/>
              <a:t>10 Categorical Features</a:t>
            </a:r>
          </a:p>
          <a:p>
            <a: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endParaRPr lang="en" sz="1200" dirty="0"/>
          </a:p>
          <a:p>
            <a:pPr marL="269999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 dirty="0"/>
              <a:t>41188 records:</a:t>
            </a:r>
          </a:p>
          <a:p>
            <a:pPr lvl="1" indent="-304800">
              <a:lnSpc>
                <a:spcPct val="100000"/>
              </a:lnSpc>
              <a:spcBef>
                <a:spcPts val="0"/>
              </a:spcBef>
              <a:buSzPts val="1200"/>
            </a:pPr>
            <a:r>
              <a:rPr lang="en-US" sz="1200" dirty="0"/>
              <a:t>Imbalanced dataset (11% Target rate)</a:t>
            </a:r>
          </a:p>
          <a:p>
            <a:pPr lvl="2" indent="-304800">
              <a:lnSpc>
                <a:spcPct val="100000"/>
              </a:lnSpc>
              <a:spcBef>
                <a:spcPts val="0"/>
              </a:spcBef>
              <a:buSzPts val="1200"/>
            </a:pPr>
            <a:r>
              <a:rPr lang="en-US" sz="1200" dirty="0"/>
              <a:t>88.7% not subscribed</a:t>
            </a:r>
          </a:p>
          <a:p>
            <a:pPr lvl="2" indent="-304800">
              <a:lnSpc>
                <a:spcPct val="100000"/>
              </a:lnSpc>
              <a:spcBef>
                <a:spcPts val="0"/>
              </a:spcBef>
              <a:buSzPts val="1200"/>
            </a:pPr>
            <a:r>
              <a:rPr lang="en-US" sz="1200" dirty="0"/>
              <a:t>11.3% subscribed</a:t>
            </a:r>
          </a:p>
          <a:p>
            <a:pPr lvl="1" indent="-304800">
              <a:lnSpc>
                <a:spcPct val="100000"/>
              </a:lnSpc>
              <a:spcBef>
                <a:spcPts val="0"/>
              </a:spcBef>
              <a:buSzPts val="1200"/>
            </a:pPr>
            <a:r>
              <a:rPr lang="en-US" sz="1200" dirty="0"/>
              <a:t>Each row corresponds to each client</a:t>
            </a:r>
          </a:p>
          <a:p>
            <a:pPr lvl="1" indent="-304800">
              <a:lnSpc>
                <a:spcPct val="100000"/>
              </a:lnSpc>
              <a:spcBef>
                <a:spcPts val="0"/>
              </a:spcBef>
              <a:buSzPts val="1200"/>
            </a:pPr>
            <a:endParaRPr lang="en-US" sz="1200" dirty="0"/>
          </a:p>
          <a:p>
            <a:pPr marL="269999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 b="1" dirty="0"/>
              <a:t>Target Column</a:t>
            </a:r>
            <a:r>
              <a:rPr lang="en-US" sz="1200" dirty="0"/>
              <a:t>:</a:t>
            </a:r>
          </a:p>
          <a:p>
            <a: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/>
              <a:t>“Yes” -&gt; Subscribed (1)</a:t>
            </a:r>
          </a:p>
          <a:p>
            <a: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dirty="0"/>
              <a:t>“No” -&gt; Not Subscribed (0)</a:t>
            </a:r>
            <a:endParaRPr lang="en" sz="1200" b="1" dirty="0"/>
          </a:p>
          <a:p>
            <a:pPr lvl="1" indent="-304800">
              <a:lnSpc>
                <a:spcPct val="100000"/>
              </a:lnSpc>
              <a:spcBef>
                <a:spcPts val="0"/>
              </a:spcBef>
              <a:buSzPts val="1200"/>
            </a:pPr>
            <a:endParaRPr lang="en-US" sz="1200" dirty="0"/>
          </a:p>
          <a:p>
            <a:pPr marL="269999" lvl="0" indent="-257175">
              <a:lnSpc>
                <a:spcPct val="100000"/>
              </a:lnSpc>
              <a:buClr>
                <a:schemeClr val="dk1"/>
              </a:buClr>
              <a:buSzPts val="1200"/>
            </a:pPr>
            <a:r>
              <a:rPr lang="en-US" sz="1200" b="1" dirty="0"/>
              <a:t>Model Performance:</a:t>
            </a:r>
            <a:endParaRPr lang="en-US" sz="1200" dirty="0"/>
          </a:p>
          <a:p>
            <a:pPr lvl="1" indent="-304800">
              <a:lnSpc>
                <a:spcPct val="100000"/>
              </a:lnSpc>
              <a:spcBef>
                <a:spcPts val="0"/>
              </a:spcBef>
              <a:buSzPts val="1200"/>
            </a:pPr>
            <a:r>
              <a:rPr lang="en" sz="1200" dirty="0"/>
              <a:t>Probability of subscribing based on current model</a:t>
            </a:r>
          </a:p>
          <a:p>
            <a:pPr marL="6096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" sz="1200" b="1" dirty="0"/>
          </a:p>
        </p:txBody>
      </p:sp>
      <p:sp>
        <p:nvSpPr>
          <p:cNvPr id="1890" name="Google Shape;1890;p42"/>
          <p:cNvSpPr txBox="1">
            <a:spLocks noGrp="1"/>
          </p:cNvSpPr>
          <p:nvPr>
            <p:ph type="subTitle" idx="4294967295"/>
          </p:nvPr>
        </p:nvSpPr>
        <p:spPr>
          <a:xfrm>
            <a:off x="720000" y="1034875"/>
            <a:ext cx="4241400" cy="3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rPr>
              <a:t>One Data File (20 features and 41188 records)</a:t>
            </a:r>
            <a:endParaRPr sz="1600" dirty="0">
              <a:solidFill>
                <a:schemeClr val="dk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3BE6F46D-D20B-4354-B570-C4BB2E7C9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382" y="1291054"/>
            <a:ext cx="4099618" cy="34350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4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grpSp>
        <p:nvGrpSpPr>
          <p:cNvPr id="2007" name="Google Shape;2007;p43"/>
          <p:cNvGrpSpPr/>
          <p:nvPr/>
        </p:nvGrpSpPr>
        <p:grpSpPr>
          <a:xfrm>
            <a:off x="1507145" y="4387536"/>
            <a:ext cx="576726" cy="283581"/>
            <a:chOff x="6546428" y="4405392"/>
            <a:chExt cx="521830" cy="256588"/>
          </a:xfrm>
        </p:grpSpPr>
        <p:sp>
          <p:nvSpPr>
            <p:cNvPr id="2008" name="Google Shape;2008;p43"/>
            <p:cNvSpPr/>
            <p:nvPr/>
          </p:nvSpPr>
          <p:spPr>
            <a:xfrm>
              <a:off x="6564492" y="4539811"/>
              <a:ext cx="503766" cy="122169"/>
            </a:xfrm>
            <a:custGeom>
              <a:avLst/>
              <a:gdLst/>
              <a:ahLst/>
              <a:cxnLst/>
              <a:rect l="l" t="t" r="r" b="b"/>
              <a:pathLst>
                <a:path w="11183" h="2712" extrusionOk="0">
                  <a:moveTo>
                    <a:pt x="1" y="0"/>
                  </a:moveTo>
                  <a:lnTo>
                    <a:pt x="241" y="2712"/>
                  </a:lnTo>
                  <a:lnTo>
                    <a:pt x="11183" y="2712"/>
                  </a:lnTo>
                  <a:lnTo>
                    <a:pt x="11183" y="8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43"/>
            <p:cNvSpPr/>
            <p:nvPr/>
          </p:nvSpPr>
          <p:spPr>
            <a:xfrm>
              <a:off x="6592691" y="4470439"/>
              <a:ext cx="468359" cy="105546"/>
            </a:xfrm>
            <a:custGeom>
              <a:avLst/>
              <a:gdLst/>
              <a:ahLst/>
              <a:cxnLst/>
              <a:rect l="l" t="t" r="r" b="b"/>
              <a:pathLst>
                <a:path w="10397" h="2343" extrusionOk="0">
                  <a:moveTo>
                    <a:pt x="0" y="0"/>
                  </a:moveTo>
                  <a:lnTo>
                    <a:pt x="0" y="1589"/>
                  </a:lnTo>
                  <a:lnTo>
                    <a:pt x="10188" y="2343"/>
                  </a:lnTo>
                  <a:lnTo>
                    <a:pt x="103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43"/>
            <p:cNvSpPr/>
            <p:nvPr/>
          </p:nvSpPr>
          <p:spPr>
            <a:xfrm>
              <a:off x="6546428" y="4405392"/>
              <a:ext cx="471963" cy="65094"/>
            </a:xfrm>
            <a:custGeom>
              <a:avLst/>
              <a:gdLst/>
              <a:ahLst/>
              <a:cxnLst/>
              <a:rect l="l" t="t" r="r" b="b"/>
              <a:pathLst>
                <a:path w="10477" h="1445" extrusionOk="0">
                  <a:moveTo>
                    <a:pt x="1" y="0"/>
                  </a:moveTo>
                  <a:lnTo>
                    <a:pt x="209" y="1444"/>
                  </a:lnTo>
                  <a:lnTo>
                    <a:pt x="10477" y="1444"/>
                  </a:lnTo>
                  <a:lnTo>
                    <a:pt x="10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43"/>
            <p:cNvSpPr/>
            <p:nvPr/>
          </p:nvSpPr>
          <p:spPr>
            <a:xfrm>
              <a:off x="6592691" y="4470439"/>
              <a:ext cx="452457" cy="15947"/>
            </a:xfrm>
            <a:custGeom>
              <a:avLst/>
              <a:gdLst/>
              <a:ahLst/>
              <a:cxnLst/>
              <a:rect l="l" t="t" r="r" b="b"/>
              <a:pathLst>
                <a:path w="10044" h="354" extrusionOk="0">
                  <a:moveTo>
                    <a:pt x="0" y="0"/>
                  </a:moveTo>
                  <a:lnTo>
                    <a:pt x="0" y="353"/>
                  </a:lnTo>
                  <a:lnTo>
                    <a:pt x="100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43"/>
            <p:cNvSpPr/>
            <p:nvPr/>
          </p:nvSpPr>
          <p:spPr>
            <a:xfrm>
              <a:off x="6592691" y="4541973"/>
              <a:ext cx="460385" cy="34011"/>
            </a:xfrm>
            <a:custGeom>
              <a:avLst/>
              <a:gdLst/>
              <a:ahLst/>
              <a:cxnLst/>
              <a:rect l="l" t="t" r="r" b="b"/>
              <a:pathLst>
                <a:path w="10220" h="755" extrusionOk="0">
                  <a:moveTo>
                    <a:pt x="0" y="1"/>
                  </a:moveTo>
                  <a:lnTo>
                    <a:pt x="10188" y="755"/>
                  </a:lnTo>
                  <a:lnTo>
                    <a:pt x="10220" y="3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43"/>
            <p:cNvSpPr/>
            <p:nvPr/>
          </p:nvSpPr>
          <p:spPr>
            <a:xfrm>
              <a:off x="6844906" y="4504404"/>
              <a:ext cx="200236" cy="10136"/>
            </a:xfrm>
            <a:custGeom>
              <a:avLst/>
              <a:gdLst/>
              <a:ahLst/>
              <a:cxnLst/>
              <a:rect l="l" t="t" r="r" b="b"/>
              <a:pathLst>
                <a:path w="4445" h="225" extrusionOk="0">
                  <a:moveTo>
                    <a:pt x="1765" y="0"/>
                  </a:moveTo>
                  <a:lnTo>
                    <a:pt x="1" y="225"/>
                  </a:lnTo>
                  <a:lnTo>
                    <a:pt x="4445" y="225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43"/>
            <p:cNvSpPr/>
            <p:nvPr/>
          </p:nvSpPr>
          <p:spPr>
            <a:xfrm>
              <a:off x="6571023" y="4611345"/>
              <a:ext cx="149648" cy="10901"/>
            </a:xfrm>
            <a:custGeom>
              <a:avLst/>
              <a:gdLst/>
              <a:ahLst/>
              <a:cxnLst/>
              <a:rect l="l" t="t" r="r" b="b"/>
              <a:pathLst>
                <a:path w="3322" h="242" extrusionOk="0">
                  <a:moveTo>
                    <a:pt x="0" y="1"/>
                  </a:moveTo>
                  <a:lnTo>
                    <a:pt x="16" y="241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43"/>
            <p:cNvSpPr/>
            <p:nvPr/>
          </p:nvSpPr>
          <p:spPr>
            <a:xfrm>
              <a:off x="6710487" y="4428501"/>
              <a:ext cx="308620" cy="9460"/>
            </a:xfrm>
            <a:custGeom>
              <a:avLst/>
              <a:gdLst/>
              <a:ahLst/>
              <a:cxnLst/>
              <a:rect l="l" t="t" r="r" b="b"/>
              <a:pathLst>
                <a:path w="6851" h="210" extrusionOk="0">
                  <a:moveTo>
                    <a:pt x="6835" y="1"/>
                  </a:moveTo>
                  <a:lnTo>
                    <a:pt x="0" y="209"/>
                  </a:lnTo>
                  <a:cubicBezTo>
                    <a:pt x="0" y="209"/>
                    <a:pt x="6851" y="161"/>
                    <a:pt x="68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6" name="Google Shape;2016;p43"/>
          <p:cNvGrpSpPr/>
          <p:nvPr/>
        </p:nvGrpSpPr>
        <p:grpSpPr>
          <a:xfrm>
            <a:off x="2174808" y="4159917"/>
            <a:ext cx="589572" cy="505624"/>
            <a:chOff x="5954517" y="4199439"/>
            <a:chExt cx="533452" cy="457495"/>
          </a:xfrm>
        </p:grpSpPr>
        <p:sp>
          <p:nvSpPr>
            <p:cNvPr id="2017" name="Google Shape;2017;p43"/>
            <p:cNvSpPr/>
            <p:nvPr/>
          </p:nvSpPr>
          <p:spPr>
            <a:xfrm>
              <a:off x="5956724" y="4199439"/>
              <a:ext cx="526876" cy="70860"/>
            </a:xfrm>
            <a:custGeom>
              <a:avLst/>
              <a:gdLst/>
              <a:ahLst/>
              <a:cxnLst/>
              <a:rect l="l" t="t" r="r" b="b"/>
              <a:pathLst>
                <a:path w="11696" h="1573" extrusionOk="0">
                  <a:moveTo>
                    <a:pt x="0" y="0"/>
                  </a:moveTo>
                  <a:lnTo>
                    <a:pt x="0" y="1572"/>
                  </a:lnTo>
                  <a:lnTo>
                    <a:pt x="11696" y="1572"/>
                  </a:lnTo>
                  <a:lnTo>
                    <a:pt x="1169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43"/>
            <p:cNvSpPr/>
            <p:nvPr/>
          </p:nvSpPr>
          <p:spPr>
            <a:xfrm>
              <a:off x="6025375" y="4202322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4" y="0"/>
                  </a:moveTo>
                  <a:cubicBezTo>
                    <a:pt x="32" y="0"/>
                    <a:pt x="0" y="337"/>
                    <a:pt x="0" y="738"/>
                  </a:cubicBezTo>
                  <a:cubicBezTo>
                    <a:pt x="0" y="1139"/>
                    <a:pt x="32" y="1476"/>
                    <a:pt x="64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43"/>
            <p:cNvSpPr/>
            <p:nvPr/>
          </p:nvSpPr>
          <p:spPr>
            <a:xfrm>
              <a:off x="6013798" y="4200881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5" y="0"/>
                  </a:moveTo>
                  <a:cubicBezTo>
                    <a:pt x="33" y="0"/>
                    <a:pt x="1" y="337"/>
                    <a:pt x="1" y="738"/>
                  </a:cubicBezTo>
                  <a:cubicBezTo>
                    <a:pt x="1" y="1139"/>
                    <a:pt x="33" y="1476"/>
                    <a:pt x="65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43"/>
            <p:cNvSpPr/>
            <p:nvPr/>
          </p:nvSpPr>
          <p:spPr>
            <a:xfrm>
              <a:off x="6439487" y="4202322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4" y="0"/>
                  </a:moveTo>
                  <a:cubicBezTo>
                    <a:pt x="32" y="0"/>
                    <a:pt x="0" y="337"/>
                    <a:pt x="0" y="738"/>
                  </a:cubicBezTo>
                  <a:cubicBezTo>
                    <a:pt x="0" y="1139"/>
                    <a:pt x="32" y="1476"/>
                    <a:pt x="64" y="1476"/>
                  </a:cubicBezTo>
                  <a:cubicBezTo>
                    <a:pt x="112" y="1476"/>
                    <a:pt x="145" y="1139"/>
                    <a:pt x="145" y="738"/>
                  </a:cubicBezTo>
                  <a:cubicBezTo>
                    <a:pt x="145" y="337"/>
                    <a:pt x="112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43"/>
            <p:cNvSpPr/>
            <p:nvPr/>
          </p:nvSpPr>
          <p:spPr>
            <a:xfrm>
              <a:off x="6427910" y="4200881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81" y="0"/>
                  </a:moveTo>
                  <a:cubicBezTo>
                    <a:pt x="33" y="0"/>
                    <a:pt x="0" y="337"/>
                    <a:pt x="0" y="738"/>
                  </a:cubicBezTo>
                  <a:cubicBezTo>
                    <a:pt x="0" y="1139"/>
                    <a:pt x="33" y="1476"/>
                    <a:pt x="81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43"/>
            <p:cNvSpPr/>
            <p:nvPr/>
          </p:nvSpPr>
          <p:spPr>
            <a:xfrm>
              <a:off x="6093305" y="4233404"/>
              <a:ext cx="268889" cy="6532"/>
            </a:xfrm>
            <a:custGeom>
              <a:avLst/>
              <a:gdLst/>
              <a:ahLst/>
              <a:cxnLst/>
              <a:rect l="l" t="t" r="r" b="b"/>
              <a:pathLst>
                <a:path w="5969" h="145" extrusionOk="0">
                  <a:moveTo>
                    <a:pt x="2984" y="0"/>
                  </a:moveTo>
                  <a:cubicBezTo>
                    <a:pt x="1332" y="0"/>
                    <a:pt x="0" y="32"/>
                    <a:pt x="0" y="80"/>
                  </a:cubicBezTo>
                  <a:cubicBezTo>
                    <a:pt x="0" y="112"/>
                    <a:pt x="1332" y="144"/>
                    <a:pt x="2984" y="144"/>
                  </a:cubicBezTo>
                  <a:cubicBezTo>
                    <a:pt x="4637" y="144"/>
                    <a:pt x="5968" y="112"/>
                    <a:pt x="5968" y="80"/>
                  </a:cubicBezTo>
                  <a:cubicBezTo>
                    <a:pt x="5968" y="32"/>
                    <a:pt x="4637" y="0"/>
                    <a:pt x="29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43"/>
            <p:cNvSpPr/>
            <p:nvPr/>
          </p:nvSpPr>
          <p:spPr>
            <a:xfrm>
              <a:off x="5954517" y="4516702"/>
              <a:ext cx="526921" cy="140233"/>
            </a:xfrm>
            <a:custGeom>
              <a:avLst/>
              <a:gdLst/>
              <a:ahLst/>
              <a:cxnLst/>
              <a:rect l="l" t="t" r="r" b="b"/>
              <a:pathLst>
                <a:path w="11697" h="3113" extrusionOk="0">
                  <a:moveTo>
                    <a:pt x="1" y="0"/>
                  </a:moveTo>
                  <a:lnTo>
                    <a:pt x="1" y="3112"/>
                  </a:lnTo>
                  <a:lnTo>
                    <a:pt x="11697" y="3112"/>
                  </a:lnTo>
                  <a:lnTo>
                    <a:pt x="116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43"/>
            <p:cNvSpPr/>
            <p:nvPr/>
          </p:nvSpPr>
          <p:spPr>
            <a:xfrm>
              <a:off x="5956003" y="4528234"/>
              <a:ext cx="531966" cy="122259"/>
            </a:xfrm>
            <a:custGeom>
              <a:avLst/>
              <a:gdLst/>
              <a:ahLst/>
              <a:cxnLst/>
              <a:rect l="l" t="t" r="r" b="b"/>
              <a:pathLst>
                <a:path w="11809" h="2714" extrusionOk="0">
                  <a:moveTo>
                    <a:pt x="6494" y="154"/>
                  </a:moveTo>
                  <a:cubicBezTo>
                    <a:pt x="6583" y="154"/>
                    <a:pt x="6674" y="183"/>
                    <a:pt x="6754" y="241"/>
                  </a:cubicBezTo>
                  <a:cubicBezTo>
                    <a:pt x="6947" y="354"/>
                    <a:pt x="7075" y="546"/>
                    <a:pt x="7123" y="771"/>
                  </a:cubicBezTo>
                  <a:cubicBezTo>
                    <a:pt x="7198" y="1203"/>
                    <a:pt x="7078" y="1636"/>
                    <a:pt x="6778" y="1940"/>
                  </a:cubicBezTo>
                  <a:lnTo>
                    <a:pt x="6778" y="1940"/>
                  </a:lnTo>
                  <a:cubicBezTo>
                    <a:pt x="6568" y="1811"/>
                    <a:pt x="6381" y="1646"/>
                    <a:pt x="6225" y="1445"/>
                  </a:cubicBezTo>
                  <a:cubicBezTo>
                    <a:pt x="6081" y="1284"/>
                    <a:pt x="6000" y="1076"/>
                    <a:pt x="5984" y="851"/>
                  </a:cubicBezTo>
                  <a:cubicBezTo>
                    <a:pt x="5968" y="643"/>
                    <a:pt x="6032" y="418"/>
                    <a:pt x="6193" y="274"/>
                  </a:cubicBezTo>
                  <a:cubicBezTo>
                    <a:pt x="6280" y="195"/>
                    <a:pt x="6386" y="154"/>
                    <a:pt x="6494" y="154"/>
                  </a:cubicBezTo>
                  <a:close/>
                  <a:moveTo>
                    <a:pt x="9312" y="127"/>
                  </a:moveTo>
                  <a:cubicBezTo>
                    <a:pt x="9326" y="127"/>
                    <a:pt x="9340" y="128"/>
                    <a:pt x="9353" y="129"/>
                  </a:cubicBezTo>
                  <a:cubicBezTo>
                    <a:pt x="9658" y="145"/>
                    <a:pt x="9931" y="482"/>
                    <a:pt x="9963" y="819"/>
                  </a:cubicBezTo>
                  <a:cubicBezTo>
                    <a:pt x="9979" y="1204"/>
                    <a:pt x="9851" y="1557"/>
                    <a:pt x="9578" y="1830"/>
                  </a:cubicBezTo>
                  <a:cubicBezTo>
                    <a:pt x="9517" y="1894"/>
                    <a:pt x="9451" y="1953"/>
                    <a:pt x="9381" y="2006"/>
                  </a:cubicBezTo>
                  <a:lnTo>
                    <a:pt x="9381" y="2006"/>
                  </a:lnTo>
                  <a:cubicBezTo>
                    <a:pt x="9201" y="1884"/>
                    <a:pt x="9053" y="1726"/>
                    <a:pt x="8936" y="1557"/>
                  </a:cubicBezTo>
                  <a:cubicBezTo>
                    <a:pt x="8776" y="1300"/>
                    <a:pt x="8712" y="1012"/>
                    <a:pt x="8744" y="723"/>
                  </a:cubicBezTo>
                  <a:cubicBezTo>
                    <a:pt x="8776" y="562"/>
                    <a:pt x="8840" y="418"/>
                    <a:pt x="8936" y="306"/>
                  </a:cubicBezTo>
                  <a:cubicBezTo>
                    <a:pt x="9039" y="203"/>
                    <a:pt x="9168" y="127"/>
                    <a:pt x="9312" y="127"/>
                  </a:cubicBezTo>
                  <a:close/>
                  <a:moveTo>
                    <a:pt x="3584" y="182"/>
                  </a:moveTo>
                  <a:cubicBezTo>
                    <a:pt x="3710" y="182"/>
                    <a:pt x="3837" y="221"/>
                    <a:pt x="3947" y="306"/>
                  </a:cubicBezTo>
                  <a:cubicBezTo>
                    <a:pt x="4203" y="530"/>
                    <a:pt x="4300" y="899"/>
                    <a:pt x="4187" y="1236"/>
                  </a:cubicBezTo>
                  <a:cubicBezTo>
                    <a:pt x="4091" y="1541"/>
                    <a:pt x="3899" y="1814"/>
                    <a:pt x="3642" y="2006"/>
                  </a:cubicBezTo>
                  <a:cubicBezTo>
                    <a:pt x="3620" y="2024"/>
                    <a:pt x="3599" y="2042"/>
                    <a:pt x="3577" y="2060"/>
                  </a:cubicBezTo>
                  <a:lnTo>
                    <a:pt x="3577" y="2060"/>
                  </a:lnTo>
                  <a:cubicBezTo>
                    <a:pt x="3434" y="1939"/>
                    <a:pt x="3310" y="1796"/>
                    <a:pt x="3209" y="1637"/>
                  </a:cubicBezTo>
                  <a:cubicBezTo>
                    <a:pt x="2984" y="1316"/>
                    <a:pt x="2936" y="899"/>
                    <a:pt x="3080" y="530"/>
                  </a:cubicBezTo>
                  <a:cubicBezTo>
                    <a:pt x="3145" y="354"/>
                    <a:pt x="3289" y="225"/>
                    <a:pt x="3465" y="193"/>
                  </a:cubicBezTo>
                  <a:cubicBezTo>
                    <a:pt x="3504" y="186"/>
                    <a:pt x="3544" y="182"/>
                    <a:pt x="3584" y="182"/>
                  </a:cubicBezTo>
                  <a:close/>
                  <a:moveTo>
                    <a:pt x="6450" y="1"/>
                  </a:moveTo>
                  <a:cubicBezTo>
                    <a:pt x="6321" y="17"/>
                    <a:pt x="6193" y="65"/>
                    <a:pt x="6097" y="161"/>
                  </a:cubicBezTo>
                  <a:cubicBezTo>
                    <a:pt x="5904" y="354"/>
                    <a:pt x="5808" y="610"/>
                    <a:pt x="5840" y="867"/>
                  </a:cubicBezTo>
                  <a:cubicBezTo>
                    <a:pt x="5856" y="1108"/>
                    <a:pt x="5952" y="1348"/>
                    <a:pt x="6113" y="1541"/>
                  </a:cubicBezTo>
                  <a:cubicBezTo>
                    <a:pt x="6269" y="1732"/>
                    <a:pt x="6458" y="1899"/>
                    <a:pt x="6670" y="2036"/>
                  </a:cubicBezTo>
                  <a:lnTo>
                    <a:pt x="6670" y="2036"/>
                  </a:lnTo>
                  <a:cubicBezTo>
                    <a:pt x="6323" y="2307"/>
                    <a:pt x="5905" y="2473"/>
                    <a:pt x="5471" y="2504"/>
                  </a:cubicBezTo>
                  <a:cubicBezTo>
                    <a:pt x="5342" y="2523"/>
                    <a:pt x="5211" y="2532"/>
                    <a:pt x="5080" y="2532"/>
                  </a:cubicBezTo>
                  <a:cubicBezTo>
                    <a:pt x="4772" y="2532"/>
                    <a:pt x="4464" y="2481"/>
                    <a:pt x="4171" y="2391"/>
                  </a:cubicBezTo>
                  <a:cubicBezTo>
                    <a:pt x="3985" y="2332"/>
                    <a:pt x="3813" y="2241"/>
                    <a:pt x="3659" y="2126"/>
                  </a:cubicBezTo>
                  <a:lnTo>
                    <a:pt x="3659" y="2126"/>
                  </a:lnTo>
                  <a:cubicBezTo>
                    <a:pt x="3675" y="2113"/>
                    <a:pt x="3691" y="2100"/>
                    <a:pt x="3706" y="2086"/>
                  </a:cubicBezTo>
                  <a:cubicBezTo>
                    <a:pt x="3979" y="1878"/>
                    <a:pt x="4187" y="1589"/>
                    <a:pt x="4300" y="1268"/>
                  </a:cubicBezTo>
                  <a:cubicBezTo>
                    <a:pt x="4428" y="883"/>
                    <a:pt x="4316" y="466"/>
                    <a:pt x="4027" y="209"/>
                  </a:cubicBezTo>
                  <a:cubicBezTo>
                    <a:pt x="3886" y="107"/>
                    <a:pt x="3724" y="55"/>
                    <a:pt x="3558" y="55"/>
                  </a:cubicBezTo>
                  <a:cubicBezTo>
                    <a:pt x="3517" y="55"/>
                    <a:pt x="3475" y="59"/>
                    <a:pt x="3433" y="65"/>
                  </a:cubicBezTo>
                  <a:cubicBezTo>
                    <a:pt x="3225" y="113"/>
                    <a:pt x="3032" y="257"/>
                    <a:pt x="2952" y="466"/>
                  </a:cubicBezTo>
                  <a:cubicBezTo>
                    <a:pt x="2808" y="883"/>
                    <a:pt x="2856" y="1348"/>
                    <a:pt x="3080" y="1717"/>
                  </a:cubicBezTo>
                  <a:cubicBezTo>
                    <a:pt x="3184" y="1883"/>
                    <a:pt x="3311" y="2028"/>
                    <a:pt x="3457" y="2151"/>
                  </a:cubicBezTo>
                  <a:lnTo>
                    <a:pt x="3457" y="2151"/>
                  </a:lnTo>
                  <a:cubicBezTo>
                    <a:pt x="3062" y="2434"/>
                    <a:pt x="2600" y="2604"/>
                    <a:pt x="2102" y="2632"/>
                  </a:cubicBezTo>
                  <a:cubicBezTo>
                    <a:pt x="2066" y="2633"/>
                    <a:pt x="2030" y="2634"/>
                    <a:pt x="1995" y="2634"/>
                  </a:cubicBezTo>
                  <a:cubicBezTo>
                    <a:pt x="1600" y="2634"/>
                    <a:pt x="1220" y="2552"/>
                    <a:pt x="866" y="2375"/>
                  </a:cubicBezTo>
                  <a:cubicBezTo>
                    <a:pt x="529" y="2215"/>
                    <a:pt x="241" y="1990"/>
                    <a:pt x="0" y="1717"/>
                  </a:cubicBezTo>
                  <a:lnTo>
                    <a:pt x="0" y="1717"/>
                  </a:lnTo>
                  <a:cubicBezTo>
                    <a:pt x="0" y="1733"/>
                    <a:pt x="16" y="1750"/>
                    <a:pt x="32" y="1766"/>
                  </a:cubicBezTo>
                  <a:cubicBezTo>
                    <a:pt x="80" y="1830"/>
                    <a:pt x="128" y="1878"/>
                    <a:pt x="177" y="1926"/>
                  </a:cubicBezTo>
                  <a:cubicBezTo>
                    <a:pt x="369" y="2135"/>
                    <a:pt x="594" y="2295"/>
                    <a:pt x="834" y="2423"/>
                  </a:cubicBezTo>
                  <a:cubicBezTo>
                    <a:pt x="1207" y="2617"/>
                    <a:pt x="1607" y="2714"/>
                    <a:pt x="2009" y="2714"/>
                  </a:cubicBezTo>
                  <a:cubicBezTo>
                    <a:pt x="2040" y="2714"/>
                    <a:pt x="2071" y="2713"/>
                    <a:pt x="2102" y="2712"/>
                  </a:cubicBezTo>
                  <a:cubicBezTo>
                    <a:pt x="2625" y="2698"/>
                    <a:pt x="3123" y="2522"/>
                    <a:pt x="3541" y="2217"/>
                  </a:cubicBezTo>
                  <a:lnTo>
                    <a:pt x="3541" y="2217"/>
                  </a:lnTo>
                  <a:cubicBezTo>
                    <a:pt x="3715" y="2347"/>
                    <a:pt x="3911" y="2449"/>
                    <a:pt x="4123" y="2520"/>
                  </a:cubicBezTo>
                  <a:cubicBezTo>
                    <a:pt x="4441" y="2622"/>
                    <a:pt x="4768" y="2676"/>
                    <a:pt x="5090" y="2676"/>
                  </a:cubicBezTo>
                  <a:cubicBezTo>
                    <a:pt x="5223" y="2676"/>
                    <a:pt x="5356" y="2667"/>
                    <a:pt x="5487" y="2648"/>
                  </a:cubicBezTo>
                  <a:cubicBezTo>
                    <a:pt x="5968" y="2616"/>
                    <a:pt x="6433" y="2423"/>
                    <a:pt x="6802" y="2119"/>
                  </a:cubicBezTo>
                  <a:cubicBezTo>
                    <a:pt x="6803" y="2118"/>
                    <a:pt x="6804" y="2117"/>
                    <a:pt x="6805" y="2117"/>
                  </a:cubicBezTo>
                  <a:lnTo>
                    <a:pt x="6805" y="2117"/>
                  </a:lnTo>
                  <a:cubicBezTo>
                    <a:pt x="6946" y="2195"/>
                    <a:pt x="7096" y="2261"/>
                    <a:pt x="7252" y="2311"/>
                  </a:cubicBezTo>
                  <a:cubicBezTo>
                    <a:pt x="7587" y="2427"/>
                    <a:pt x="7933" y="2481"/>
                    <a:pt x="8289" y="2481"/>
                  </a:cubicBezTo>
                  <a:cubicBezTo>
                    <a:pt x="8376" y="2481"/>
                    <a:pt x="8463" y="2478"/>
                    <a:pt x="8551" y="2471"/>
                  </a:cubicBezTo>
                  <a:cubicBezTo>
                    <a:pt x="8873" y="2436"/>
                    <a:pt x="9177" y="2320"/>
                    <a:pt x="9431" y="2131"/>
                  </a:cubicBezTo>
                  <a:lnTo>
                    <a:pt x="9431" y="2131"/>
                  </a:lnTo>
                  <a:cubicBezTo>
                    <a:pt x="9442" y="2138"/>
                    <a:pt x="9454" y="2144"/>
                    <a:pt x="9466" y="2151"/>
                  </a:cubicBezTo>
                  <a:cubicBezTo>
                    <a:pt x="9767" y="2295"/>
                    <a:pt x="10094" y="2367"/>
                    <a:pt x="10422" y="2367"/>
                  </a:cubicBezTo>
                  <a:cubicBezTo>
                    <a:pt x="10532" y="2367"/>
                    <a:pt x="10641" y="2359"/>
                    <a:pt x="10749" y="2343"/>
                  </a:cubicBezTo>
                  <a:cubicBezTo>
                    <a:pt x="11022" y="2295"/>
                    <a:pt x="11295" y="2215"/>
                    <a:pt x="11551" y="2102"/>
                  </a:cubicBezTo>
                  <a:cubicBezTo>
                    <a:pt x="11632" y="2070"/>
                    <a:pt x="11696" y="2038"/>
                    <a:pt x="11744" y="2022"/>
                  </a:cubicBezTo>
                  <a:cubicBezTo>
                    <a:pt x="11760" y="2006"/>
                    <a:pt x="11792" y="2006"/>
                    <a:pt x="11808" y="1990"/>
                  </a:cubicBezTo>
                  <a:cubicBezTo>
                    <a:pt x="11808" y="1988"/>
                    <a:pt x="11806" y="1987"/>
                    <a:pt x="11803" y="1987"/>
                  </a:cubicBezTo>
                  <a:cubicBezTo>
                    <a:pt x="11781" y="1987"/>
                    <a:pt x="11689" y="2031"/>
                    <a:pt x="11535" y="2086"/>
                  </a:cubicBezTo>
                  <a:cubicBezTo>
                    <a:pt x="11279" y="2183"/>
                    <a:pt x="11022" y="2247"/>
                    <a:pt x="10749" y="2279"/>
                  </a:cubicBezTo>
                  <a:cubicBezTo>
                    <a:pt x="10645" y="2295"/>
                    <a:pt x="10540" y="2303"/>
                    <a:pt x="10434" y="2303"/>
                  </a:cubicBezTo>
                  <a:cubicBezTo>
                    <a:pt x="10118" y="2303"/>
                    <a:pt x="9803" y="2231"/>
                    <a:pt x="9514" y="2086"/>
                  </a:cubicBezTo>
                  <a:cubicBezTo>
                    <a:pt x="9509" y="2084"/>
                    <a:pt x="9504" y="2081"/>
                    <a:pt x="9499" y="2078"/>
                  </a:cubicBezTo>
                  <a:lnTo>
                    <a:pt x="9499" y="2078"/>
                  </a:lnTo>
                  <a:cubicBezTo>
                    <a:pt x="9561" y="2027"/>
                    <a:pt x="9620" y="1971"/>
                    <a:pt x="9674" y="1910"/>
                  </a:cubicBezTo>
                  <a:cubicBezTo>
                    <a:pt x="9963" y="1621"/>
                    <a:pt x="10107" y="1220"/>
                    <a:pt x="10075" y="803"/>
                  </a:cubicBezTo>
                  <a:cubicBezTo>
                    <a:pt x="10059" y="610"/>
                    <a:pt x="9979" y="434"/>
                    <a:pt x="9851" y="274"/>
                  </a:cubicBezTo>
                  <a:cubicBezTo>
                    <a:pt x="9722" y="129"/>
                    <a:pt x="9546" y="33"/>
                    <a:pt x="9353" y="17"/>
                  </a:cubicBezTo>
                  <a:cubicBezTo>
                    <a:pt x="9337" y="15"/>
                    <a:pt x="9321" y="15"/>
                    <a:pt x="9305" y="15"/>
                  </a:cubicBezTo>
                  <a:cubicBezTo>
                    <a:pt x="9132" y="15"/>
                    <a:pt x="8974" y="94"/>
                    <a:pt x="8856" y="241"/>
                  </a:cubicBezTo>
                  <a:cubicBezTo>
                    <a:pt x="8744" y="370"/>
                    <a:pt x="8680" y="530"/>
                    <a:pt x="8647" y="707"/>
                  </a:cubicBezTo>
                  <a:cubicBezTo>
                    <a:pt x="8599" y="1012"/>
                    <a:pt x="8680" y="1332"/>
                    <a:pt x="8856" y="1605"/>
                  </a:cubicBezTo>
                  <a:cubicBezTo>
                    <a:pt x="8981" y="1780"/>
                    <a:pt x="9135" y="1936"/>
                    <a:pt x="9311" y="2057"/>
                  </a:cubicBezTo>
                  <a:lnTo>
                    <a:pt x="9311" y="2057"/>
                  </a:lnTo>
                  <a:cubicBezTo>
                    <a:pt x="9083" y="2211"/>
                    <a:pt x="8817" y="2305"/>
                    <a:pt x="8535" y="2327"/>
                  </a:cubicBezTo>
                  <a:cubicBezTo>
                    <a:pt x="8443" y="2338"/>
                    <a:pt x="8350" y="2343"/>
                    <a:pt x="8256" y="2343"/>
                  </a:cubicBezTo>
                  <a:cubicBezTo>
                    <a:pt x="7928" y="2343"/>
                    <a:pt x="7596" y="2279"/>
                    <a:pt x="7284" y="2167"/>
                  </a:cubicBezTo>
                  <a:cubicBezTo>
                    <a:pt x="7153" y="2126"/>
                    <a:pt x="7027" y="2075"/>
                    <a:pt x="6907" y="2013"/>
                  </a:cubicBezTo>
                  <a:lnTo>
                    <a:pt x="6907" y="2013"/>
                  </a:lnTo>
                  <a:cubicBezTo>
                    <a:pt x="7219" y="1667"/>
                    <a:pt x="7355" y="1203"/>
                    <a:pt x="7268" y="739"/>
                  </a:cubicBezTo>
                  <a:cubicBezTo>
                    <a:pt x="7220" y="482"/>
                    <a:pt x="7059" y="257"/>
                    <a:pt x="6835" y="113"/>
                  </a:cubicBezTo>
                  <a:cubicBezTo>
                    <a:pt x="6722" y="33"/>
                    <a:pt x="6594" y="1"/>
                    <a:pt x="6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43"/>
            <p:cNvSpPr/>
            <p:nvPr/>
          </p:nvSpPr>
          <p:spPr>
            <a:xfrm>
              <a:off x="5989034" y="4271694"/>
              <a:ext cx="479936" cy="244338"/>
            </a:xfrm>
            <a:custGeom>
              <a:avLst/>
              <a:gdLst/>
              <a:ahLst/>
              <a:cxnLst/>
              <a:rect l="l" t="t" r="r" b="b"/>
              <a:pathLst>
                <a:path w="10654" h="5424" extrusionOk="0">
                  <a:moveTo>
                    <a:pt x="1" y="0"/>
                  </a:moveTo>
                  <a:lnTo>
                    <a:pt x="1" y="5423"/>
                  </a:lnTo>
                  <a:lnTo>
                    <a:pt x="10654" y="5423"/>
                  </a:lnTo>
                  <a:lnTo>
                    <a:pt x="10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43"/>
            <p:cNvSpPr/>
            <p:nvPr/>
          </p:nvSpPr>
          <p:spPr>
            <a:xfrm>
              <a:off x="6065658" y="4280343"/>
              <a:ext cx="6532" cy="236409"/>
            </a:xfrm>
            <a:custGeom>
              <a:avLst/>
              <a:gdLst/>
              <a:ahLst/>
              <a:cxnLst/>
              <a:rect l="l" t="t" r="r" b="b"/>
              <a:pathLst>
                <a:path w="145" h="5248" extrusionOk="0">
                  <a:moveTo>
                    <a:pt x="65" y="1"/>
                  </a:moveTo>
                  <a:cubicBezTo>
                    <a:pt x="32" y="1"/>
                    <a:pt x="0" y="1172"/>
                    <a:pt x="0" y="2632"/>
                  </a:cubicBezTo>
                  <a:cubicBezTo>
                    <a:pt x="0" y="4076"/>
                    <a:pt x="32" y="5247"/>
                    <a:pt x="65" y="5247"/>
                  </a:cubicBezTo>
                  <a:cubicBezTo>
                    <a:pt x="113" y="5247"/>
                    <a:pt x="145" y="4076"/>
                    <a:pt x="145" y="2632"/>
                  </a:cubicBezTo>
                  <a:cubicBezTo>
                    <a:pt x="145" y="1172"/>
                    <a:pt x="113" y="1"/>
                    <a:pt x="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43"/>
            <p:cNvSpPr/>
            <p:nvPr/>
          </p:nvSpPr>
          <p:spPr>
            <a:xfrm>
              <a:off x="6101786" y="4277460"/>
              <a:ext cx="6532" cy="233481"/>
            </a:xfrm>
            <a:custGeom>
              <a:avLst/>
              <a:gdLst/>
              <a:ahLst/>
              <a:cxnLst/>
              <a:rect l="l" t="t" r="r" b="b"/>
              <a:pathLst>
                <a:path w="145" h="5183" extrusionOk="0">
                  <a:moveTo>
                    <a:pt x="81" y="1"/>
                  </a:moveTo>
                  <a:cubicBezTo>
                    <a:pt x="33" y="1"/>
                    <a:pt x="1" y="1156"/>
                    <a:pt x="1" y="2584"/>
                  </a:cubicBezTo>
                  <a:cubicBezTo>
                    <a:pt x="1" y="4012"/>
                    <a:pt x="33" y="5183"/>
                    <a:pt x="81" y="5183"/>
                  </a:cubicBezTo>
                  <a:cubicBezTo>
                    <a:pt x="113" y="5183"/>
                    <a:pt x="145" y="4012"/>
                    <a:pt x="145" y="2584"/>
                  </a:cubicBezTo>
                  <a:cubicBezTo>
                    <a:pt x="145" y="1156"/>
                    <a:pt x="113" y="1"/>
                    <a:pt x="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43"/>
            <p:cNvSpPr/>
            <p:nvPr/>
          </p:nvSpPr>
          <p:spPr>
            <a:xfrm>
              <a:off x="6411120" y="4269532"/>
              <a:ext cx="6532" cy="245734"/>
            </a:xfrm>
            <a:custGeom>
              <a:avLst/>
              <a:gdLst/>
              <a:ahLst/>
              <a:cxnLst/>
              <a:rect l="l" t="t" r="r" b="b"/>
              <a:pathLst>
                <a:path w="145" h="5455" extrusionOk="0">
                  <a:moveTo>
                    <a:pt x="80" y="0"/>
                  </a:moveTo>
                  <a:cubicBezTo>
                    <a:pt x="32" y="0"/>
                    <a:pt x="0" y="1220"/>
                    <a:pt x="0" y="2728"/>
                  </a:cubicBezTo>
                  <a:cubicBezTo>
                    <a:pt x="0" y="4236"/>
                    <a:pt x="32" y="5455"/>
                    <a:pt x="80" y="5455"/>
                  </a:cubicBezTo>
                  <a:cubicBezTo>
                    <a:pt x="112" y="5455"/>
                    <a:pt x="145" y="4236"/>
                    <a:pt x="145" y="2728"/>
                  </a:cubicBezTo>
                  <a:cubicBezTo>
                    <a:pt x="145" y="1220"/>
                    <a:pt x="112" y="0"/>
                    <a:pt x="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43"/>
            <p:cNvSpPr/>
            <p:nvPr/>
          </p:nvSpPr>
          <p:spPr>
            <a:xfrm>
              <a:off x="6368461" y="4273135"/>
              <a:ext cx="6532" cy="239247"/>
            </a:xfrm>
            <a:custGeom>
              <a:avLst/>
              <a:gdLst/>
              <a:ahLst/>
              <a:cxnLst/>
              <a:rect l="l" t="t" r="r" b="b"/>
              <a:pathLst>
                <a:path w="145" h="5311" extrusionOk="0">
                  <a:moveTo>
                    <a:pt x="65" y="0"/>
                  </a:moveTo>
                  <a:cubicBezTo>
                    <a:pt x="33" y="0"/>
                    <a:pt x="1" y="1188"/>
                    <a:pt x="1" y="2648"/>
                  </a:cubicBezTo>
                  <a:cubicBezTo>
                    <a:pt x="1" y="4124"/>
                    <a:pt x="33" y="5311"/>
                    <a:pt x="65" y="5311"/>
                  </a:cubicBezTo>
                  <a:cubicBezTo>
                    <a:pt x="113" y="5311"/>
                    <a:pt x="145" y="4124"/>
                    <a:pt x="145" y="2648"/>
                  </a:cubicBezTo>
                  <a:cubicBezTo>
                    <a:pt x="145" y="1188"/>
                    <a:pt x="113" y="0"/>
                    <a:pt x="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2" name="Google Shape;2032;p43"/>
          <p:cNvGrpSpPr/>
          <p:nvPr/>
        </p:nvGrpSpPr>
        <p:grpSpPr>
          <a:xfrm>
            <a:off x="6607968" y="1160114"/>
            <a:ext cx="2429925" cy="2787333"/>
            <a:chOff x="5882689" y="2014348"/>
            <a:chExt cx="2294716" cy="2635055"/>
          </a:xfrm>
        </p:grpSpPr>
        <p:sp>
          <p:nvSpPr>
            <p:cNvPr id="2033" name="Google Shape;2033;p43"/>
            <p:cNvSpPr/>
            <p:nvPr/>
          </p:nvSpPr>
          <p:spPr>
            <a:xfrm>
              <a:off x="5882689" y="2014348"/>
              <a:ext cx="2294716" cy="2635055"/>
            </a:xfrm>
            <a:custGeom>
              <a:avLst/>
              <a:gdLst/>
              <a:ahLst/>
              <a:cxnLst/>
              <a:rect l="l" t="t" r="r" b="b"/>
              <a:pathLst>
                <a:path w="71598" h="82217" extrusionOk="0">
                  <a:moveTo>
                    <a:pt x="16257" y="1"/>
                  </a:moveTo>
                  <a:cubicBezTo>
                    <a:pt x="14893" y="1"/>
                    <a:pt x="13664" y="957"/>
                    <a:pt x="13384" y="2343"/>
                  </a:cubicBezTo>
                  <a:cubicBezTo>
                    <a:pt x="11045" y="13922"/>
                    <a:pt x="2574" y="57447"/>
                    <a:pt x="302" y="69060"/>
                  </a:cubicBezTo>
                  <a:cubicBezTo>
                    <a:pt x="1" y="70647"/>
                    <a:pt x="1020" y="72184"/>
                    <a:pt x="2607" y="72502"/>
                  </a:cubicBezTo>
                  <a:lnTo>
                    <a:pt x="50260" y="82159"/>
                  </a:lnTo>
                  <a:cubicBezTo>
                    <a:pt x="50455" y="82198"/>
                    <a:pt x="50649" y="82216"/>
                    <a:pt x="50841" y="82216"/>
                  </a:cubicBezTo>
                  <a:cubicBezTo>
                    <a:pt x="52224" y="82216"/>
                    <a:pt x="53457" y="81246"/>
                    <a:pt x="53736" y="79837"/>
                  </a:cubicBezTo>
                  <a:lnTo>
                    <a:pt x="60252" y="46186"/>
                  </a:lnTo>
                  <a:lnTo>
                    <a:pt x="64312" y="46804"/>
                  </a:lnTo>
                  <a:cubicBezTo>
                    <a:pt x="64414" y="46821"/>
                    <a:pt x="64515" y="46829"/>
                    <a:pt x="64614" y="46829"/>
                  </a:cubicBezTo>
                  <a:cubicBezTo>
                    <a:pt x="65497" y="46829"/>
                    <a:pt x="66269" y="46186"/>
                    <a:pt x="66434" y="45300"/>
                  </a:cubicBezTo>
                  <a:lnTo>
                    <a:pt x="71413" y="18132"/>
                  </a:lnTo>
                  <a:cubicBezTo>
                    <a:pt x="71597" y="17113"/>
                    <a:pt x="70929" y="16144"/>
                    <a:pt x="69909" y="15960"/>
                  </a:cubicBezTo>
                  <a:lnTo>
                    <a:pt x="66250" y="15275"/>
                  </a:lnTo>
                  <a:lnTo>
                    <a:pt x="66735" y="12652"/>
                  </a:lnTo>
                  <a:cubicBezTo>
                    <a:pt x="67019" y="11064"/>
                    <a:pt x="65983" y="9561"/>
                    <a:pt x="64412" y="9260"/>
                  </a:cubicBezTo>
                  <a:lnTo>
                    <a:pt x="16810" y="53"/>
                  </a:lnTo>
                  <a:cubicBezTo>
                    <a:pt x="16624" y="18"/>
                    <a:pt x="16440" y="1"/>
                    <a:pt x="162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43"/>
            <p:cNvSpPr/>
            <p:nvPr/>
          </p:nvSpPr>
          <p:spPr>
            <a:xfrm>
              <a:off x="5921245" y="2125305"/>
              <a:ext cx="2060687" cy="2492817"/>
            </a:xfrm>
            <a:custGeom>
              <a:avLst/>
              <a:gdLst/>
              <a:ahLst/>
              <a:cxnLst/>
              <a:rect l="l" t="t" r="r" b="b"/>
              <a:pathLst>
                <a:path w="64296" h="77779" extrusionOk="0">
                  <a:moveTo>
                    <a:pt x="15740" y="0"/>
                  </a:moveTo>
                  <a:lnTo>
                    <a:pt x="1" y="66583"/>
                  </a:lnTo>
                  <a:lnTo>
                    <a:pt x="48890" y="77778"/>
                  </a:lnTo>
                  <a:lnTo>
                    <a:pt x="64295" y="11679"/>
                  </a:lnTo>
                  <a:lnTo>
                    <a:pt x="1574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43"/>
            <p:cNvSpPr/>
            <p:nvPr/>
          </p:nvSpPr>
          <p:spPr>
            <a:xfrm>
              <a:off x="5884292" y="2046045"/>
              <a:ext cx="1936974" cy="2415705"/>
            </a:xfrm>
            <a:custGeom>
              <a:avLst/>
              <a:gdLst/>
              <a:ahLst/>
              <a:cxnLst/>
              <a:rect l="l" t="t" r="r" b="b"/>
              <a:pathLst>
                <a:path w="60436" h="75373" extrusionOk="0">
                  <a:moveTo>
                    <a:pt x="11212" y="0"/>
                  </a:moveTo>
                  <a:lnTo>
                    <a:pt x="1" y="67486"/>
                  </a:lnTo>
                  <a:lnTo>
                    <a:pt x="49542" y="75372"/>
                  </a:lnTo>
                  <a:lnTo>
                    <a:pt x="60436" y="8371"/>
                  </a:lnTo>
                  <a:lnTo>
                    <a:pt x="112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43"/>
            <p:cNvSpPr/>
            <p:nvPr/>
          </p:nvSpPr>
          <p:spPr>
            <a:xfrm>
              <a:off x="5943488" y="2046045"/>
              <a:ext cx="1666536" cy="2322519"/>
            </a:xfrm>
            <a:custGeom>
              <a:avLst/>
              <a:gdLst/>
              <a:ahLst/>
              <a:cxnLst/>
              <a:rect l="l" t="t" r="r" b="b"/>
              <a:pathLst>
                <a:path w="51998" h="69558" extrusionOk="0">
                  <a:moveTo>
                    <a:pt x="2089" y="0"/>
                  </a:moveTo>
                  <a:lnTo>
                    <a:pt x="1" y="68372"/>
                  </a:lnTo>
                  <a:lnTo>
                    <a:pt x="50126" y="69558"/>
                  </a:lnTo>
                  <a:lnTo>
                    <a:pt x="51998" y="1705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 dirty="0"/>
                <a:t>Admin</a:t>
              </a:r>
              <a:r>
                <a:rPr lang="en" sz="1300" dirty="0"/>
                <a:t>, </a:t>
              </a:r>
              <a:r>
                <a:rPr lang="en" sz="1300" b="1" dirty="0"/>
                <a:t>Blue-collar</a:t>
              </a:r>
              <a:r>
                <a:rPr lang="en" sz="1300" dirty="0"/>
                <a:t> and </a:t>
              </a:r>
              <a:r>
                <a:rPr lang="en" sz="1300" b="1" dirty="0"/>
                <a:t>Technician</a:t>
              </a:r>
              <a:r>
                <a:rPr lang="en" sz="1300" dirty="0"/>
                <a:t> jobs form the bulk of the data.</a:t>
              </a:r>
              <a:endParaRPr sz="1300" dirty="0"/>
            </a:p>
          </p:txBody>
        </p:sp>
        <p:sp>
          <p:nvSpPr>
            <p:cNvPr id="2037" name="Google Shape;2037;p43"/>
            <p:cNvSpPr/>
            <p:nvPr/>
          </p:nvSpPr>
          <p:spPr>
            <a:xfrm>
              <a:off x="5941084" y="2159566"/>
              <a:ext cx="1671343" cy="2232026"/>
            </a:xfrm>
            <a:custGeom>
              <a:avLst/>
              <a:gdLst/>
              <a:ahLst/>
              <a:cxnLst/>
              <a:rect l="l" t="t" r="r" b="b"/>
              <a:pathLst>
                <a:path w="52148" h="69642" extrusionOk="0">
                  <a:moveTo>
                    <a:pt x="2172" y="0"/>
                  </a:moveTo>
                  <a:lnTo>
                    <a:pt x="52012" y="1769"/>
                  </a:lnTo>
                  <a:lnTo>
                    <a:pt x="52012" y="1769"/>
                  </a:lnTo>
                  <a:cubicBezTo>
                    <a:pt x="51478" y="20804"/>
                    <a:pt x="50845" y="44213"/>
                    <a:pt x="50144" y="69487"/>
                  </a:cubicBezTo>
                  <a:lnTo>
                    <a:pt x="50144" y="69487"/>
                  </a:lnTo>
                  <a:lnTo>
                    <a:pt x="49858" y="69474"/>
                  </a:lnTo>
                  <a:cubicBezTo>
                    <a:pt x="32024" y="69057"/>
                    <a:pt x="15123" y="68657"/>
                    <a:pt x="152" y="68306"/>
                  </a:cubicBezTo>
                  <a:lnTo>
                    <a:pt x="152" y="68306"/>
                  </a:lnTo>
                  <a:cubicBezTo>
                    <a:pt x="1354" y="27904"/>
                    <a:pt x="2155" y="635"/>
                    <a:pt x="2172" y="1"/>
                  </a:cubicBezTo>
                  <a:lnTo>
                    <a:pt x="2172" y="1"/>
                  </a:lnTo>
                  <a:cubicBezTo>
                    <a:pt x="2155" y="636"/>
                    <a:pt x="1286" y="27933"/>
                    <a:pt x="17" y="68372"/>
                  </a:cubicBezTo>
                  <a:lnTo>
                    <a:pt x="0" y="68438"/>
                  </a:lnTo>
                  <a:lnTo>
                    <a:pt x="84" y="68438"/>
                  </a:lnTo>
                  <a:cubicBezTo>
                    <a:pt x="15071" y="68806"/>
                    <a:pt x="31997" y="69207"/>
                    <a:pt x="49842" y="69641"/>
                  </a:cubicBezTo>
                  <a:lnTo>
                    <a:pt x="50293" y="69641"/>
                  </a:lnTo>
                  <a:lnTo>
                    <a:pt x="50293" y="69558"/>
                  </a:lnTo>
                  <a:cubicBezTo>
                    <a:pt x="50978" y="44228"/>
                    <a:pt x="51630" y="20786"/>
                    <a:pt x="52148" y="1721"/>
                  </a:cubicBezTo>
                  <a:lnTo>
                    <a:pt x="52148" y="1655"/>
                  </a:lnTo>
                  <a:lnTo>
                    <a:pt x="52081" y="1655"/>
                  </a:lnTo>
                  <a:lnTo>
                    <a:pt x="21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43"/>
            <p:cNvSpPr/>
            <p:nvPr/>
          </p:nvSpPr>
          <p:spPr>
            <a:xfrm>
              <a:off x="6159561" y="2538854"/>
              <a:ext cx="1234919" cy="22756"/>
            </a:xfrm>
            <a:custGeom>
              <a:avLst/>
              <a:gdLst/>
              <a:ahLst/>
              <a:cxnLst/>
              <a:rect l="l" t="t" r="r" b="b"/>
              <a:pathLst>
                <a:path w="38531" h="710" extrusionOk="0">
                  <a:moveTo>
                    <a:pt x="5008" y="0"/>
                  </a:moveTo>
                  <a:cubicBezTo>
                    <a:pt x="1898" y="0"/>
                    <a:pt x="1" y="29"/>
                    <a:pt x="1" y="84"/>
                  </a:cubicBezTo>
                  <a:cubicBezTo>
                    <a:pt x="1" y="218"/>
                    <a:pt x="8623" y="435"/>
                    <a:pt x="19266" y="585"/>
                  </a:cubicBezTo>
                  <a:cubicBezTo>
                    <a:pt x="25047" y="667"/>
                    <a:pt x="30239" y="710"/>
                    <a:pt x="33773" y="710"/>
                  </a:cubicBezTo>
                  <a:cubicBezTo>
                    <a:pt x="36735" y="710"/>
                    <a:pt x="38531" y="680"/>
                    <a:pt x="38531" y="619"/>
                  </a:cubicBezTo>
                  <a:cubicBezTo>
                    <a:pt x="38531" y="485"/>
                    <a:pt x="29909" y="268"/>
                    <a:pt x="19266" y="118"/>
                  </a:cubicBezTo>
                  <a:cubicBezTo>
                    <a:pt x="13619" y="38"/>
                    <a:pt x="8534" y="0"/>
                    <a:pt x="5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43"/>
            <p:cNvSpPr/>
            <p:nvPr/>
          </p:nvSpPr>
          <p:spPr>
            <a:xfrm>
              <a:off x="6156069" y="2713946"/>
              <a:ext cx="1234919" cy="22531"/>
            </a:xfrm>
            <a:custGeom>
              <a:avLst/>
              <a:gdLst/>
              <a:ahLst/>
              <a:cxnLst/>
              <a:rect l="l" t="t" r="r" b="b"/>
              <a:pathLst>
                <a:path w="38531" h="703" extrusionOk="0">
                  <a:moveTo>
                    <a:pt x="5014" y="0"/>
                  </a:moveTo>
                  <a:cubicBezTo>
                    <a:pt x="1906" y="0"/>
                    <a:pt x="8" y="30"/>
                    <a:pt x="0" y="84"/>
                  </a:cubicBezTo>
                  <a:cubicBezTo>
                    <a:pt x="0" y="218"/>
                    <a:pt x="8622" y="435"/>
                    <a:pt x="19265" y="586"/>
                  </a:cubicBezTo>
                  <a:cubicBezTo>
                    <a:pt x="24921" y="666"/>
                    <a:pt x="30005" y="703"/>
                    <a:pt x="33529" y="703"/>
                  </a:cubicBezTo>
                  <a:cubicBezTo>
                    <a:pt x="36637" y="703"/>
                    <a:pt x="38530" y="674"/>
                    <a:pt x="38530" y="619"/>
                  </a:cubicBezTo>
                  <a:cubicBezTo>
                    <a:pt x="38530" y="485"/>
                    <a:pt x="29909" y="268"/>
                    <a:pt x="19265" y="118"/>
                  </a:cubicBezTo>
                  <a:cubicBezTo>
                    <a:pt x="13618" y="38"/>
                    <a:pt x="8538" y="0"/>
                    <a:pt x="50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43"/>
            <p:cNvSpPr/>
            <p:nvPr/>
          </p:nvSpPr>
          <p:spPr>
            <a:xfrm>
              <a:off x="6156332" y="3812673"/>
              <a:ext cx="1234406" cy="22756"/>
            </a:xfrm>
            <a:custGeom>
              <a:avLst/>
              <a:gdLst/>
              <a:ahLst/>
              <a:cxnLst/>
              <a:rect l="l" t="t" r="r" b="b"/>
              <a:pathLst>
                <a:path w="38515" h="710" extrusionOk="0">
                  <a:moveTo>
                    <a:pt x="5002" y="0"/>
                  </a:moveTo>
                  <a:cubicBezTo>
                    <a:pt x="1894" y="0"/>
                    <a:pt x="1" y="29"/>
                    <a:pt x="1" y="84"/>
                  </a:cubicBezTo>
                  <a:cubicBezTo>
                    <a:pt x="1" y="218"/>
                    <a:pt x="8623" y="435"/>
                    <a:pt x="19249" y="585"/>
                  </a:cubicBezTo>
                  <a:cubicBezTo>
                    <a:pt x="25039" y="667"/>
                    <a:pt x="30231" y="709"/>
                    <a:pt x="33762" y="709"/>
                  </a:cubicBezTo>
                  <a:cubicBezTo>
                    <a:pt x="36721" y="709"/>
                    <a:pt x="38514" y="680"/>
                    <a:pt x="38514" y="619"/>
                  </a:cubicBezTo>
                  <a:cubicBezTo>
                    <a:pt x="38514" y="485"/>
                    <a:pt x="29893" y="268"/>
                    <a:pt x="19266" y="118"/>
                  </a:cubicBezTo>
                  <a:cubicBezTo>
                    <a:pt x="13610" y="38"/>
                    <a:pt x="8526" y="0"/>
                    <a:pt x="5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43"/>
            <p:cNvSpPr/>
            <p:nvPr/>
          </p:nvSpPr>
          <p:spPr>
            <a:xfrm>
              <a:off x="6152582" y="4018819"/>
              <a:ext cx="1234919" cy="22788"/>
            </a:xfrm>
            <a:custGeom>
              <a:avLst/>
              <a:gdLst/>
              <a:ahLst/>
              <a:cxnLst/>
              <a:rect l="l" t="t" r="r" b="b"/>
              <a:pathLst>
                <a:path w="38531" h="711" extrusionOk="0">
                  <a:moveTo>
                    <a:pt x="5002" y="1"/>
                  </a:moveTo>
                  <a:cubicBezTo>
                    <a:pt x="1894" y="1"/>
                    <a:pt x="1" y="30"/>
                    <a:pt x="1" y="85"/>
                  </a:cubicBezTo>
                  <a:cubicBezTo>
                    <a:pt x="1" y="219"/>
                    <a:pt x="8623" y="452"/>
                    <a:pt x="19266" y="586"/>
                  </a:cubicBezTo>
                  <a:cubicBezTo>
                    <a:pt x="25047" y="668"/>
                    <a:pt x="30234" y="710"/>
                    <a:pt x="33763" y="710"/>
                  </a:cubicBezTo>
                  <a:cubicBezTo>
                    <a:pt x="36721" y="710"/>
                    <a:pt x="38514" y="681"/>
                    <a:pt x="38514" y="620"/>
                  </a:cubicBezTo>
                  <a:lnTo>
                    <a:pt x="38531" y="620"/>
                  </a:lnTo>
                  <a:cubicBezTo>
                    <a:pt x="38531" y="486"/>
                    <a:pt x="29909" y="269"/>
                    <a:pt x="19266" y="118"/>
                  </a:cubicBezTo>
                  <a:cubicBezTo>
                    <a:pt x="13610" y="38"/>
                    <a:pt x="8526" y="1"/>
                    <a:pt x="5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43"/>
            <p:cNvSpPr/>
            <p:nvPr/>
          </p:nvSpPr>
          <p:spPr>
            <a:xfrm>
              <a:off x="6159560" y="3606788"/>
              <a:ext cx="1234919" cy="22499"/>
            </a:xfrm>
            <a:custGeom>
              <a:avLst/>
              <a:gdLst/>
              <a:ahLst/>
              <a:cxnLst/>
              <a:rect l="l" t="t" r="r" b="b"/>
              <a:pathLst>
                <a:path w="38531" h="702" extrusionOk="0">
                  <a:moveTo>
                    <a:pt x="5022" y="1"/>
                  </a:moveTo>
                  <a:cubicBezTo>
                    <a:pt x="1913" y="1"/>
                    <a:pt x="18" y="30"/>
                    <a:pt x="18" y="93"/>
                  </a:cubicBezTo>
                  <a:cubicBezTo>
                    <a:pt x="1" y="210"/>
                    <a:pt x="8623" y="444"/>
                    <a:pt x="19266" y="577"/>
                  </a:cubicBezTo>
                  <a:cubicBezTo>
                    <a:pt x="25056" y="659"/>
                    <a:pt x="30248" y="701"/>
                    <a:pt x="33779" y="701"/>
                  </a:cubicBezTo>
                  <a:cubicBezTo>
                    <a:pt x="36738" y="701"/>
                    <a:pt x="38531" y="672"/>
                    <a:pt x="38531" y="611"/>
                  </a:cubicBezTo>
                  <a:cubicBezTo>
                    <a:pt x="38531" y="477"/>
                    <a:pt x="29909" y="260"/>
                    <a:pt x="19266" y="110"/>
                  </a:cubicBezTo>
                  <a:cubicBezTo>
                    <a:pt x="13622" y="39"/>
                    <a:pt x="8543" y="1"/>
                    <a:pt x="50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4" name="Google Shape;2044;p43"/>
          <p:cNvSpPr txBox="1"/>
          <p:nvPr/>
        </p:nvSpPr>
        <p:spPr>
          <a:xfrm>
            <a:off x="6761370" y="1416796"/>
            <a:ext cx="1436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Josefin Sans"/>
                <a:ea typeface="Josefin Sans"/>
                <a:cs typeface="Josefin Sans"/>
                <a:sym typeface="Josefin Sans"/>
              </a:rPr>
              <a:t>Take Away:</a:t>
            </a:r>
            <a:endParaRPr b="1" dirty="0"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2B35CDF7-E650-422E-91AB-E9AE5FFC4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5" y="1416796"/>
            <a:ext cx="6415768" cy="26310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grpSp>
        <p:nvGrpSpPr>
          <p:cNvPr id="2052" name="Google Shape;2052;p44"/>
          <p:cNvGrpSpPr/>
          <p:nvPr/>
        </p:nvGrpSpPr>
        <p:grpSpPr>
          <a:xfrm>
            <a:off x="6572860" y="1121293"/>
            <a:ext cx="2499704" cy="2993508"/>
            <a:chOff x="5882689" y="2014348"/>
            <a:chExt cx="2294716" cy="2635055"/>
          </a:xfrm>
        </p:grpSpPr>
        <p:sp>
          <p:nvSpPr>
            <p:cNvPr id="2053" name="Google Shape;2053;p44"/>
            <p:cNvSpPr/>
            <p:nvPr/>
          </p:nvSpPr>
          <p:spPr>
            <a:xfrm>
              <a:off x="5882689" y="2014348"/>
              <a:ext cx="2294716" cy="2635055"/>
            </a:xfrm>
            <a:custGeom>
              <a:avLst/>
              <a:gdLst/>
              <a:ahLst/>
              <a:cxnLst/>
              <a:rect l="l" t="t" r="r" b="b"/>
              <a:pathLst>
                <a:path w="71598" h="82217" extrusionOk="0">
                  <a:moveTo>
                    <a:pt x="16257" y="1"/>
                  </a:moveTo>
                  <a:cubicBezTo>
                    <a:pt x="14893" y="1"/>
                    <a:pt x="13664" y="957"/>
                    <a:pt x="13384" y="2343"/>
                  </a:cubicBezTo>
                  <a:cubicBezTo>
                    <a:pt x="11045" y="13922"/>
                    <a:pt x="2574" y="57447"/>
                    <a:pt x="302" y="69060"/>
                  </a:cubicBezTo>
                  <a:cubicBezTo>
                    <a:pt x="1" y="70647"/>
                    <a:pt x="1020" y="72184"/>
                    <a:pt x="2607" y="72502"/>
                  </a:cubicBezTo>
                  <a:lnTo>
                    <a:pt x="50260" y="82159"/>
                  </a:lnTo>
                  <a:cubicBezTo>
                    <a:pt x="50455" y="82198"/>
                    <a:pt x="50649" y="82216"/>
                    <a:pt x="50841" y="82216"/>
                  </a:cubicBezTo>
                  <a:cubicBezTo>
                    <a:pt x="52224" y="82216"/>
                    <a:pt x="53457" y="81246"/>
                    <a:pt x="53736" y="79837"/>
                  </a:cubicBezTo>
                  <a:lnTo>
                    <a:pt x="60252" y="46186"/>
                  </a:lnTo>
                  <a:lnTo>
                    <a:pt x="64312" y="46804"/>
                  </a:lnTo>
                  <a:cubicBezTo>
                    <a:pt x="64414" y="46821"/>
                    <a:pt x="64515" y="46829"/>
                    <a:pt x="64614" y="46829"/>
                  </a:cubicBezTo>
                  <a:cubicBezTo>
                    <a:pt x="65497" y="46829"/>
                    <a:pt x="66269" y="46186"/>
                    <a:pt x="66434" y="45300"/>
                  </a:cubicBezTo>
                  <a:lnTo>
                    <a:pt x="71413" y="18132"/>
                  </a:lnTo>
                  <a:cubicBezTo>
                    <a:pt x="71597" y="17113"/>
                    <a:pt x="70929" y="16144"/>
                    <a:pt x="69909" y="15960"/>
                  </a:cubicBezTo>
                  <a:lnTo>
                    <a:pt x="66250" y="15275"/>
                  </a:lnTo>
                  <a:lnTo>
                    <a:pt x="66735" y="12652"/>
                  </a:lnTo>
                  <a:cubicBezTo>
                    <a:pt x="67019" y="11064"/>
                    <a:pt x="65983" y="9561"/>
                    <a:pt x="64412" y="9260"/>
                  </a:cubicBezTo>
                  <a:lnTo>
                    <a:pt x="16810" y="53"/>
                  </a:lnTo>
                  <a:cubicBezTo>
                    <a:pt x="16624" y="18"/>
                    <a:pt x="16440" y="1"/>
                    <a:pt x="162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44"/>
            <p:cNvSpPr/>
            <p:nvPr/>
          </p:nvSpPr>
          <p:spPr>
            <a:xfrm>
              <a:off x="5921245" y="2125305"/>
              <a:ext cx="2060687" cy="2492817"/>
            </a:xfrm>
            <a:custGeom>
              <a:avLst/>
              <a:gdLst/>
              <a:ahLst/>
              <a:cxnLst/>
              <a:rect l="l" t="t" r="r" b="b"/>
              <a:pathLst>
                <a:path w="64296" h="77779" extrusionOk="0">
                  <a:moveTo>
                    <a:pt x="15740" y="0"/>
                  </a:moveTo>
                  <a:lnTo>
                    <a:pt x="1" y="66583"/>
                  </a:lnTo>
                  <a:lnTo>
                    <a:pt x="48890" y="77778"/>
                  </a:lnTo>
                  <a:lnTo>
                    <a:pt x="64295" y="11679"/>
                  </a:lnTo>
                  <a:lnTo>
                    <a:pt x="1574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44"/>
            <p:cNvSpPr/>
            <p:nvPr/>
          </p:nvSpPr>
          <p:spPr>
            <a:xfrm>
              <a:off x="5884292" y="2046045"/>
              <a:ext cx="1936974" cy="2415705"/>
            </a:xfrm>
            <a:custGeom>
              <a:avLst/>
              <a:gdLst/>
              <a:ahLst/>
              <a:cxnLst/>
              <a:rect l="l" t="t" r="r" b="b"/>
              <a:pathLst>
                <a:path w="60436" h="75373" extrusionOk="0">
                  <a:moveTo>
                    <a:pt x="11212" y="0"/>
                  </a:moveTo>
                  <a:lnTo>
                    <a:pt x="1" y="67486"/>
                  </a:lnTo>
                  <a:lnTo>
                    <a:pt x="49542" y="75372"/>
                  </a:lnTo>
                  <a:lnTo>
                    <a:pt x="60436" y="8371"/>
                  </a:lnTo>
                  <a:lnTo>
                    <a:pt x="112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44"/>
            <p:cNvSpPr/>
            <p:nvPr/>
          </p:nvSpPr>
          <p:spPr>
            <a:xfrm>
              <a:off x="5943745" y="2159566"/>
              <a:ext cx="1666536" cy="2229334"/>
            </a:xfrm>
            <a:custGeom>
              <a:avLst/>
              <a:gdLst/>
              <a:ahLst/>
              <a:cxnLst/>
              <a:rect l="l" t="t" r="r" b="b"/>
              <a:pathLst>
                <a:path w="51998" h="69558" extrusionOk="0">
                  <a:moveTo>
                    <a:pt x="2089" y="0"/>
                  </a:moveTo>
                  <a:lnTo>
                    <a:pt x="1" y="68372"/>
                  </a:lnTo>
                  <a:lnTo>
                    <a:pt x="50126" y="69558"/>
                  </a:lnTo>
                  <a:lnTo>
                    <a:pt x="51998" y="1705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dirty="0"/>
                <a:t>More clients who are </a:t>
              </a:r>
              <a:r>
                <a:rPr lang="en" sz="1300" b="1" dirty="0"/>
                <a:t>retired</a:t>
              </a:r>
              <a:r>
                <a:rPr lang="en" sz="1300" dirty="0"/>
                <a:t> or </a:t>
              </a:r>
              <a:r>
                <a:rPr lang="en" sz="1300" b="1" dirty="0"/>
                <a:t>self-employed</a:t>
              </a:r>
              <a:r>
                <a:rPr lang="en" sz="1300" dirty="0"/>
                <a:t> are subscribing.</a:t>
              </a:r>
              <a:endParaRPr sz="1300" dirty="0"/>
            </a:p>
          </p:txBody>
        </p:sp>
        <p:sp>
          <p:nvSpPr>
            <p:cNvPr id="2057" name="Google Shape;2057;p44"/>
            <p:cNvSpPr/>
            <p:nvPr/>
          </p:nvSpPr>
          <p:spPr>
            <a:xfrm>
              <a:off x="5941084" y="2159566"/>
              <a:ext cx="1671343" cy="2232026"/>
            </a:xfrm>
            <a:custGeom>
              <a:avLst/>
              <a:gdLst/>
              <a:ahLst/>
              <a:cxnLst/>
              <a:rect l="l" t="t" r="r" b="b"/>
              <a:pathLst>
                <a:path w="52148" h="69642" extrusionOk="0">
                  <a:moveTo>
                    <a:pt x="2172" y="0"/>
                  </a:moveTo>
                  <a:lnTo>
                    <a:pt x="52012" y="1769"/>
                  </a:lnTo>
                  <a:lnTo>
                    <a:pt x="52012" y="1769"/>
                  </a:lnTo>
                  <a:cubicBezTo>
                    <a:pt x="51478" y="20804"/>
                    <a:pt x="50845" y="44213"/>
                    <a:pt x="50144" y="69487"/>
                  </a:cubicBezTo>
                  <a:lnTo>
                    <a:pt x="50144" y="69487"/>
                  </a:lnTo>
                  <a:lnTo>
                    <a:pt x="49858" y="69474"/>
                  </a:lnTo>
                  <a:cubicBezTo>
                    <a:pt x="32024" y="69057"/>
                    <a:pt x="15123" y="68657"/>
                    <a:pt x="152" y="68306"/>
                  </a:cubicBezTo>
                  <a:lnTo>
                    <a:pt x="152" y="68306"/>
                  </a:lnTo>
                  <a:cubicBezTo>
                    <a:pt x="1354" y="27904"/>
                    <a:pt x="2155" y="635"/>
                    <a:pt x="2172" y="1"/>
                  </a:cubicBezTo>
                  <a:lnTo>
                    <a:pt x="2172" y="1"/>
                  </a:lnTo>
                  <a:cubicBezTo>
                    <a:pt x="2155" y="636"/>
                    <a:pt x="1286" y="27933"/>
                    <a:pt x="17" y="68372"/>
                  </a:cubicBezTo>
                  <a:lnTo>
                    <a:pt x="0" y="68438"/>
                  </a:lnTo>
                  <a:lnTo>
                    <a:pt x="84" y="68438"/>
                  </a:lnTo>
                  <a:cubicBezTo>
                    <a:pt x="15071" y="68806"/>
                    <a:pt x="31997" y="69207"/>
                    <a:pt x="49842" y="69641"/>
                  </a:cubicBezTo>
                  <a:lnTo>
                    <a:pt x="50293" y="69641"/>
                  </a:lnTo>
                  <a:lnTo>
                    <a:pt x="50293" y="69558"/>
                  </a:lnTo>
                  <a:cubicBezTo>
                    <a:pt x="50978" y="44228"/>
                    <a:pt x="51630" y="20786"/>
                    <a:pt x="52148" y="1721"/>
                  </a:cubicBezTo>
                  <a:lnTo>
                    <a:pt x="52148" y="1655"/>
                  </a:lnTo>
                  <a:lnTo>
                    <a:pt x="52081" y="1655"/>
                  </a:lnTo>
                  <a:lnTo>
                    <a:pt x="21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44"/>
            <p:cNvSpPr/>
            <p:nvPr/>
          </p:nvSpPr>
          <p:spPr>
            <a:xfrm>
              <a:off x="6159561" y="2538854"/>
              <a:ext cx="1234919" cy="22756"/>
            </a:xfrm>
            <a:custGeom>
              <a:avLst/>
              <a:gdLst/>
              <a:ahLst/>
              <a:cxnLst/>
              <a:rect l="l" t="t" r="r" b="b"/>
              <a:pathLst>
                <a:path w="38531" h="710" extrusionOk="0">
                  <a:moveTo>
                    <a:pt x="5008" y="0"/>
                  </a:moveTo>
                  <a:cubicBezTo>
                    <a:pt x="1898" y="0"/>
                    <a:pt x="1" y="29"/>
                    <a:pt x="1" y="84"/>
                  </a:cubicBezTo>
                  <a:cubicBezTo>
                    <a:pt x="1" y="218"/>
                    <a:pt x="8623" y="435"/>
                    <a:pt x="19266" y="585"/>
                  </a:cubicBezTo>
                  <a:cubicBezTo>
                    <a:pt x="25047" y="667"/>
                    <a:pt x="30239" y="710"/>
                    <a:pt x="33773" y="710"/>
                  </a:cubicBezTo>
                  <a:cubicBezTo>
                    <a:pt x="36735" y="710"/>
                    <a:pt x="38531" y="680"/>
                    <a:pt x="38531" y="619"/>
                  </a:cubicBezTo>
                  <a:cubicBezTo>
                    <a:pt x="38531" y="485"/>
                    <a:pt x="29909" y="268"/>
                    <a:pt x="19266" y="118"/>
                  </a:cubicBezTo>
                  <a:cubicBezTo>
                    <a:pt x="13619" y="38"/>
                    <a:pt x="8534" y="0"/>
                    <a:pt x="5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44"/>
            <p:cNvSpPr/>
            <p:nvPr/>
          </p:nvSpPr>
          <p:spPr>
            <a:xfrm>
              <a:off x="6156069" y="2713946"/>
              <a:ext cx="1234919" cy="22531"/>
            </a:xfrm>
            <a:custGeom>
              <a:avLst/>
              <a:gdLst/>
              <a:ahLst/>
              <a:cxnLst/>
              <a:rect l="l" t="t" r="r" b="b"/>
              <a:pathLst>
                <a:path w="38531" h="703" extrusionOk="0">
                  <a:moveTo>
                    <a:pt x="5014" y="0"/>
                  </a:moveTo>
                  <a:cubicBezTo>
                    <a:pt x="1906" y="0"/>
                    <a:pt x="8" y="30"/>
                    <a:pt x="0" y="84"/>
                  </a:cubicBezTo>
                  <a:cubicBezTo>
                    <a:pt x="0" y="218"/>
                    <a:pt x="8622" y="435"/>
                    <a:pt x="19265" y="586"/>
                  </a:cubicBezTo>
                  <a:cubicBezTo>
                    <a:pt x="24921" y="666"/>
                    <a:pt x="30005" y="703"/>
                    <a:pt x="33529" y="703"/>
                  </a:cubicBezTo>
                  <a:cubicBezTo>
                    <a:pt x="36637" y="703"/>
                    <a:pt x="38530" y="674"/>
                    <a:pt x="38530" y="619"/>
                  </a:cubicBezTo>
                  <a:cubicBezTo>
                    <a:pt x="38530" y="485"/>
                    <a:pt x="29909" y="268"/>
                    <a:pt x="19265" y="118"/>
                  </a:cubicBezTo>
                  <a:cubicBezTo>
                    <a:pt x="13618" y="38"/>
                    <a:pt x="8538" y="0"/>
                    <a:pt x="50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44"/>
            <p:cNvSpPr/>
            <p:nvPr/>
          </p:nvSpPr>
          <p:spPr>
            <a:xfrm>
              <a:off x="6156332" y="3812673"/>
              <a:ext cx="1234406" cy="22756"/>
            </a:xfrm>
            <a:custGeom>
              <a:avLst/>
              <a:gdLst/>
              <a:ahLst/>
              <a:cxnLst/>
              <a:rect l="l" t="t" r="r" b="b"/>
              <a:pathLst>
                <a:path w="38515" h="710" extrusionOk="0">
                  <a:moveTo>
                    <a:pt x="5002" y="0"/>
                  </a:moveTo>
                  <a:cubicBezTo>
                    <a:pt x="1894" y="0"/>
                    <a:pt x="1" y="29"/>
                    <a:pt x="1" y="84"/>
                  </a:cubicBezTo>
                  <a:cubicBezTo>
                    <a:pt x="1" y="218"/>
                    <a:pt x="8623" y="435"/>
                    <a:pt x="19249" y="585"/>
                  </a:cubicBezTo>
                  <a:cubicBezTo>
                    <a:pt x="25039" y="667"/>
                    <a:pt x="30231" y="709"/>
                    <a:pt x="33762" y="709"/>
                  </a:cubicBezTo>
                  <a:cubicBezTo>
                    <a:pt x="36721" y="709"/>
                    <a:pt x="38514" y="680"/>
                    <a:pt x="38514" y="619"/>
                  </a:cubicBezTo>
                  <a:cubicBezTo>
                    <a:pt x="38514" y="485"/>
                    <a:pt x="29893" y="268"/>
                    <a:pt x="19266" y="118"/>
                  </a:cubicBezTo>
                  <a:cubicBezTo>
                    <a:pt x="13610" y="38"/>
                    <a:pt x="8526" y="0"/>
                    <a:pt x="5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44"/>
            <p:cNvSpPr/>
            <p:nvPr/>
          </p:nvSpPr>
          <p:spPr>
            <a:xfrm>
              <a:off x="6152582" y="4018819"/>
              <a:ext cx="1234919" cy="22788"/>
            </a:xfrm>
            <a:custGeom>
              <a:avLst/>
              <a:gdLst/>
              <a:ahLst/>
              <a:cxnLst/>
              <a:rect l="l" t="t" r="r" b="b"/>
              <a:pathLst>
                <a:path w="38531" h="711" extrusionOk="0">
                  <a:moveTo>
                    <a:pt x="5002" y="1"/>
                  </a:moveTo>
                  <a:cubicBezTo>
                    <a:pt x="1894" y="1"/>
                    <a:pt x="1" y="30"/>
                    <a:pt x="1" y="85"/>
                  </a:cubicBezTo>
                  <a:cubicBezTo>
                    <a:pt x="1" y="219"/>
                    <a:pt x="8623" y="452"/>
                    <a:pt x="19266" y="586"/>
                  </a:cubicBezTo>
                  <a:cubicBezTo>
                    <a:pt x="25047" y="668"/>
                    <a:pt x="30234" y="710"/>
                    <a:pt x="33763" y="710"/>
                  </a:cubicBezTo>
                  <a:cubicBezTo>
                    <a:pt x="36721" y="710"/>
                    <a:pt x="38514" y="681"/>
                    <a:pt x="38514" y="620"/>
                  </a:cubicBezTo>
                  <a:lnTo>
                    <a:pt x="38531" y="620"/>
                  </a:lnTo>
                  <a:cubicBezTo>
                    <a:pt x="38531" y="486"/>
                    <a:pt x="29909" y="269"/>
                    <a:pt x="19266" y="118"/>
                  </a:cubicBezTo>
                  <a:cubicBezTo>
                    <a:pt x="13610" y="38"/>
                    <a:pt x="8526" y="1"/>
                    <a:pt x="5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44"/>
            <p:cNvSpPr/>
            <p:nvPr/>
          </p:nvSpPr>
          <p:spPr>
            <a:xfrm>
              <a:off x="6159560" y="3606788"/>
              <a:ext cx="1234919" cy="22499"/>
            </a:xfrm>
            <a:custGeom>
              <a:avLst/>
              <a:gdLst/>
              <a:ahLst/>
              <a:cxnLst/>
              <a:rect l="l" t="t" r="r" b="b"/>
              <a:pathLst>
                <a:path w="38531" h="702" extrusionOk="0">
                  <a:moveTo>
                    <a:pt x="5022" y="1"/>
                  </a:moveTo>
                  <a:cubicBezTo>
                    <a:pt x="1913" y="1"/>
                    <a:pt x="18" y="30"/>
                    <a:pt x="18" y="93"/>
                  </a:cubicBezTo>
                  <a:cubicBezTo>
                    <a:pt x="1" y="210"/>
                    <a:pt x="8623" y="444"/>
                    <a:pt x="19266" y="577"/>
                  </a:cubicBezTo>
                  <a:cubicBezTo>
                    <a:pt x="25056" y="659"/>
                    <a:pt x="30248" y="701"/>
                    <a:pt x="33779" y="701"/>
                  </a:cubicBezTo>
                  <a:cubicBezTo>
                    <a:pt x="36738" y="701"/>
                    <a:pt x="38531" y="672"/>
                    <a:pt x="38531" y="611"/>
                  </a:cubicBezTo>
                  <a:cubicBezTo>
                    <a:pt x="38531" y="477"/>
                    <a:pt x="29909" y="260"/>
                    <a:pt x="19266" y="110"/>
                  </a:cubicBezTo>
                  <a:cubicBezTo>
                    <a:pt x="13622" y="39"/>
                    <a:pt x="8543" y="1"/>
                    <a:pt x="50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4" name="Google Shape;2064;p44"/>
          <p:cNvSpPr txBox="1"/>
          <p:nvPr/>
        </p:nvSpPr>
        <p:spPr>
          <a:xfrm>
            <a:off x="6899220" y="1442997"/>
            <a:ext cx="1436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Josefin Sans"/>
                <a:ea typeface="Josefin Sans"/>
                <a:cs typeface="Josefin Sans"/>
                <a:sym typeface="Josefin Sans"/>
              </a:rPr>
              <a:t>Take Away:</a:t>
            </a:r>
            <a:endParaRPr b="1" dirty="0"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17084C-1B9D-49D7-970D-FB45D1E99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44" y="1475270"/>
            <a:ext cx="6441315" cy="2585072"/>
          </a:xfrm>
          <a:prstGeom prst="rect">
            <a:avLst/>
          </a:prstGeom>
        </p:spPr>
      </p:pic>
      <p:cxnSp>
        <p:nvCxnSpPr>
          <p:cNvPr id="19" name="Google Shape;2086;p45">
            <a:extLst>
              <a:ext uri="{FF2B5EF4-FFF2-40B4-BE49-F238E27FC236}">
                <a16:creationId xmlns:a16="http://schemas.microsoft.com/office/drawing/2014/main" id="{81EA27F8-1F80-4648-98FB-163C404C21E2}"/>
              </a:ext>
            </a:extLst>
          </p:cNvPr>
          <p:cNvCxnSpPr>
            <a:cxnSpLocks/>
            <a:stCxn id="21" idx="4"/>
          </p:cNvCxnSpPr>
          <p:nvPr/>
        </p:nvCxnSpPr>
        <p:spPr>
          <a:xfrm flipV="1">
            <a:off x="3221728" y="2529461"/>
            <a:ext cx="3480506" cy="42645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2086;p45">
            <a:extLst>
              <a:ext uri="{FF2B5EF4-FFF2-40B4-BE49-F238E27FC236}">
                <a16:creationId xmlns:a16="http://schemas.microsoft.com/office/drawing/2014/main" id="{8332BD16-E417-49C4-A7CA-DD0282671DCB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4627327" y="2663305"/>
            <a:ext cx="2074907" cy="28158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2085;p45">
            <a:extLst>
              <a:ext uri="{FF2B5EF4-FFF2-40B4-BE49-F238E27FC236}">
                <a16:creationId xmlns:a16="http://schemas.microsoft.com/office/drawing/2014/main" id="{DE743E42-4914-47F8-963E-3699E4010EDE}"/>
              </a:ext>
            </a:extLst>
          </p:cNvPr>
          <p:cNvSpPr/>
          <p:nvPr/>
        </p:nvSpPr>
        <p:spPr>
          <a:xfrm flipV="1">
            <a:off x="2948951" y="2955917"/>
            <a:ext cx="545553" cy="1052823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085;p45">
            <a:extLst>
              <a:ext uri="{FF2B5EF4-FFF2-40B4-BE49-F238E27FC236}">
                <a16:creationId xmlns:a16="http://schemas.microsoft.com/office/drawing/2014/main" id="{42421EA2-B66A-4F5E-87F6-0A0808F2AAC3}"/>
              </a:ext>
            </a:extLst>
          </p:cNvPr>
          <p:cNvSpPr/>
          <p:nvPr/>
        </p:nvSpPr>
        <p:spPr>
          <a:xfrm>
            <a:off x="4375473" y="2944887"/>
            <a:ext cx="503707" cy="1134378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4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Exploratory Data Analysis</a:t>
            </a:r>
            <a:endParaRPr dirty="0"/>
          </a:p>
        </p:txBody>
      </p:sp>
      <p:grpSp>
        <p:nvGrpSpPr>
          <p:cNvPr id="2071" name="Google Shape;2071;p45"/>
          <p:cNvGrpSpPr/>
          <p:nvPr/>
        </p:nvGrpSpPr>
        <p:grpSpPr>
          <a:xfrm>
            <a:off x="6241384" y="155465"/>
            <a:ext cx="2187453" cy="2233159"/>
            <a:chOff x="5882689" y="2014348"/>
            <a:chExt cx="2294716" cy="2635055"/>
          </a:xfrm>
        </p:grpSpPr>
        <p:sp>
          <p:nvSpPr>
            <p:cNvPr id="2072" name="Google Shape;2072;p45"/>
            <p:cNvSpPr/>
            <p:nvPr/>
          </p:nvSpPr>
          <p:spPr>
            <a:xfrm>
              <a:off x="5882689" y="2014348"/>
              <a:ext cx="2294716" cy="2635055"/>
            </a:xfrm>
            <a:custGeom>
              <a:avLst/>
              <a:gdLst/>
              <a:ahLst/>
              <a:cxnLst/>
              <a:rect l="l" t="t" r="r" b="b"/>
              <a:pathLst>
                <a:path w="71598" h="82217" extrusionOk="0">
                  <a:moveTo>
                    <a:pt x="16257" y="1"/>
                  </a:moveTo>
                  <a:cubicBezTo>
                    <a:pt x="14893" y="1"/>
                    <a:pt x="13664" y="957"/>
                    <a:pt x="13384" y="2343"/>
                  </a:cubicBezTo>
                  <a:cubicBezTo>
                    <a:pt x="11045" y="13922"/>
                    <a:pt x="2574" y="57447"/>
                    <a:pt x="302" y="69060"/>
                  </a:cubicBezTo>
                  <a:cubicBezTo>
                    <a:pt x="1" y="70647"/>
                    <a:pt x="1020" y="72184"/>
                    <a:pt x="2607" y="72502"/>
                  </a:cubicBezTo>
                  <a:lnTo>
                    <a:pt x="50260" y="82159"/>
                  </a:lnTo>
                  <a:cubicBezTo>
                    <a:pt x="50455" y="82198"/>
                    <a:pt x="50649" y="82216"/>
                    <a:pt x="50841" y="82216"/>
                  </a:cubicBezTo>
                  <a:cubicBezTo>
                    <a:pt x="52224" y="82216"/>
                    <a:pt x="53457" y="81246"/>
                    <a:pt x="53736" y="79837"/>
                  </a:cubicBezTo>
                  <a:lnTo>
                    <a:pt x="60252" y="46186"/>
                  </a:lnTo>
                  <a:lnTo>
                    <a:pt x="64312" y="46804"/>
                  </a:lnTo>
                  <a:cubicBezTo>
                    <a:pt x="64414" y="46821"/>
                    <a:pt x="64515" y="46829"/>
                    <a:pt x="64614" y="46829"/>
                  </a:cubicBezTo>
                  <a:cubicBezTo>
                    <a:pt x="65497" y="46829"/>
                    <a:pt x="66269" y="46186"/>
                    <a:pt x="66434" y="45300"/>
                  </a:cubicBezTo>
                  <a:lnTo>
                    <a:pt x="71413" y="18132"/>
                  </a:lnTo>
                  <a:cubicBezTo>
                    <a:pt x="71597" y="17113"/>
                    <a:pt x="70929" y="16144"/>
                    <a:pt x="69909" y="15960"/>
                  </a:cubicBezTo>
                  <a:lnTo>
                    <a:pt x="66250" y="15275"/>
                  </a:lnTo>
                  <a:lnTo>
                    <a:pt x="66735" y="12652"/>
                  </a:lnTo>
                  <a:cubicBezTo>
                    <a:pt x="67019" y="11064"/>
                    <a:pt x="65983" y="9561"/>
                    <a:pt x="64412" y="9260"/>
                  </a:cubicBezTo>
                  <a:lnTo>
                    <a:pt x="16810" y="53"/>
                  </a:lnTo>
                  <a:cubicBezTo>
                    <a:pt x="16624" y="18"/>
                    <a:pt x="16440" y="1"/>
                    <a:pt x="162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3" name="Google Shape;2073;p45"/>
            <p:cNvSpPr/>
            <p:nvPr/>
          </p:nvSpPr>
          <p:spPr>
            <a:xfrm>
              <a:off x="5921245" y="2125305"/>
              <a:ext cx="2060687" cy="2492817"/>
            </a:xfrm>
            <a:custGeom>
              <a:avLst/>
              <a:gdLst/>
              <a:ahLst/>
              <a:cxnLst/>
              <a:rect l="l" t="t" r="r" b="b"/>
              <a:pathLst>
                <a:path w="64296" h="77779" extrusionOk="0">
                  <a:moveTo>
                    <a:pt x="15740" y="0"/>
                  </a:moveTo>
                  <a:lnTo>
                    <a:pt x="1" y="66583"/>
                  </a:lnTo>
                  <a:lnTo>
                    <a:pt x="48890" y="77778"/>
                  </a:lnTo>
                  <a:lnTo>
                    <a:pt x="64295" y="11679"/>
                  </a:lnTo>
                  <a:lnTo>
                    <a:pt x="1574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45"/>
            <p:cNvSpPr/>
            <p:nvPr/>
          </p:nvSpPr>
          <p:spPr>
            <a:xfrm>
              <a:off x="5884292" y="2046045"/>
              <a:ext cx="1936974" cy="2415705"/>
            </a:xfrm>
            <a:custGeom>
              <a:avLst/>
              <a:gdLst/>
              <a:ahLst/>
              <a:cxnLst/>
              <a:rect l="l" t="t" r="r" b="b"/>
              <a:pathLst>
                <a:path w="60436" h="75373" extrusionOk="0">
                  <a:moveTo>
                    <a:pt x="11212" y="0"/>
                  </a:moveTo>
                  <a:lnTo>
                    <a:pt x="1" y="67486"/>
                  </a:lnTo>
                  <a:lnTo>
                    <a:pt x="49542" y="75372"/>
                  </a:lnTo>
                  <a:lnTo>
                    <a:pt x="60436" y="8371"/>
                  </a:lnTo>
                  <a:lnTo>
                    <a:pt x="112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45"/>
            <p:cNvSpPr/>
            <p:nvPr/>
          </p:nvSpPr>
          <p:spPr>
            <a:xfrm>
              <a:off x="5943745" y="2159566"/>
              <a:ext cx="1666536" cy="2229334"/>
            </a:xfrm>
            <a:custGeom>
              <a:avLst/>
              <a:gdLst/>
              <a:ahLst/>
              <a:cxnLst/>
              <a:rect l="l" t="t" r="r" b="b"/>
              <a:pathLst>
                <a:path w="51998" h="69558" extrusionOk="0">
                  <a:moveTo>
                    <a:pt x="2089" y="0"/>
                  </a:moveTo>
                  <a:lnTo>
                    <a:pt x="1" y="68372"/>
                  </a:lnTo>
                  <a:lnTo>
                    <a:pt x="50126" y="69558"/>
                  </a:lnTo>
                  <a:lnTo>
                    <a:pt x="51998" y="1705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2076" name="Google Shape;2076;p45"/>
            <p:cNvSpPr/>
            <p:nvPr/>
          </p:nvSpPr>
          <p:spPr>
            <a:xfrm>
              <a:off x="5941084" y="2159566"/>
              <a:ext cx="1671343" cy="2232026"/>
            </a:xfrm>
            <a:custGeom>
              <a:avLst/>
              <a:gdLst/>
              <a:ahLst/>
              <a:cxnLst/>
              <a:rect l="l" t="t" r="r" b="b"/>
              <a:pathLst>
                <a:path w="52148" h="69642" extrusionOk="0">
                  <a:moveTo>
                    <a:pt x="2172" y="0"/>
                  </a:moveTo>
                  <a:lnTo>
                    <a:pt x="52012" y="1769"/>
                  </a:lnTo>
                  <a:lnTo>
                    <a:pt x="52012" y="1769"/>
                  </a:lnTo>
                  <a:cubicBezTo>
                    <a:pt x="51478" y="20804"/>
                    <a:pt x="50845" y="44213"/>
                    <a:pt x="50144" y="69487"/>
                  </a:cubicBezTo>
                  <a:lnTo>
                    <a:pt x="50144" y="69487"/>
                  </a:lnTo>
                  <a:lnTo>
                    <a:pt x="49858" y="69474"/>
                  </a:lnTo>
                  <a:cubicBezTo>
                    <a:pt x="32024" y="69057"/>
                    <a:pt x="15123" y="68657"/>
                    <a:pt x="152" y="68306"/>
                  </a:cubicBezTo>
                  <a:lnTo>
                    <a:pt x="152" y="68306"/>
                  </a:lnTo>
                  <a:cubicBezTo>
                    <a:pt x="1354" y="27904"/>
                    <a:pt x="2155" y="635"/>
                    <a:pt x="2172" y="1"/>
                  </a:cubicBezTo>
                  <a:lnTo>
                    <a:pt x="2172" y="1"/>
                  </a:lnTo>
                  <a:cubicBezTo>
                    <a:pt x="2155" y="636"/>
                    <a:pt x="1286" y="27933"/>
                    <a:pt x="17" y="68372"/>
                  </a:cubicBezTo>
                  <a:lnTo>
                    <a:pt x="0" y="68438"/>
                  </a:lnTo>
                  <a:lnTo>
                    <a:pt x="84" y="68438"/>
                  </a:lnTo>
                  <a:cubicBezTo>
                    <a:pt x="15071" y="68806"/>
                    <a:pt x="31997" y="69207"/>
                    <a:pt x="49842" y="69641"/>
                  </a:cubicBezTo>
                  <a:lnTo>
                    <a:pt x="50293" y="69641"/>
                  </a:lnTo>
                  <a:lnTo>
                    <a:pt x="50293" y="69558"/>
                  </a:lnTo>
                  <a:cubicBezTo>
                    <a:pt x="50978" y="44228"/>
                    <a:pt x="51630" y="20786"/>
                    <a:pt x="52148" y="1721"/>
                  </a:cubicBezTo>
                  <a:lnTo>
                    <a:pt x="52148" y="1655"/>
                  </a:lnTo>
                  <a:lnTo>
                    <a:pt x="52081" y="1655"/>
                  </a:lnTo>
                  <a:lnTo>
                    <a:pt x="21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45"/>
            <p:cNvSpPr/>
            <p:nvPr/>
          </p:nvSpPr>
          <p:spPr>
            <a:xfrm>
              <a:off x="6159561" y="2538854"/>
              <a:ext cx="1234919" cy="22756"/>
            </a:xfrm>
            <a:custGeom>
              <a:avLst/>
              <a:gdLst/>
              <a:ahLst/>
              <a:cxnLst/>
              <a:rect l="l" t="t" r="r" b="b"/>
              <a:pathLst>
                <a:path w="38531" h="710" extrusionOk="0">
                  <a:moveTo>
                    <a:pt x="5008" y="0"/>
                  </a:moveTo>
                  <a:cubicBezTo>
                    <a:pt x="1898" y="0"/>
                    <a:pt x="1" y="29"/>
                    <a:pt x="1" y="84"/>
                  </a:cubicBezTo>
                  <a:cubicBezTo>
                    <a:pt x="1" y="218"/>
                    <a:pt x="8623" y="435"/>
                    <a:pt x="19266" y="585"/>
                  </a:cubicBezTo>
                  <a:cubicBezTo>
                    <a:pt x="25047" y="667"/>
                    <a:pt x="30239" y="710"/>
                    <a:pt x="33773" y="710"/>
                  </a:cubicBezTo>
                  <a:cubicBezTo>
                    <a:pt x="36735" y="710"/>
                    <a:pt x="38531" y="680"/>
                    <a:pt x="38531" y="619"/>
                  </a:cubicBezTo>
                  <a:cubicBezTo>
                    <a:pt x="38531" y="485"/>
                    <a:pt x="29909" y="268"/>
                    <a:pt x="19266" y="118"/>
                  </a:cubicBezTo>
                  <a:cubicBezTo>
                    <a:pt x="13619" y="38"/>
                    <a:pt x="8534" y="0"/>
                    <a:pt x="5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5"/>
            <p:cNvSpPr/>
            <p:nvPr/>
          </p:nvSpPr>
          <p:spPr>
            <a:xfrm>
              <a:off x="6156069" y="2713946"/>
              <a:ext cx="1234919" cy="22531"/>
            </a:xfrm>
            <a:custGeom>
              <a:avLst/>
              <a:gdLst/>
              <a:ahLst/>
              <a:cxnLst/>
              <a:rect l="l" t="t" r="r" b="b"/>
              <a:pathLst>
                <a:path w="38531" h="703" extrusionOk="0">
                  <a:moveTo>
                    <a:pt x="5014" y="0"/>
                  </a:moveTo>
                  <a:cubicBezTo>
                    <a:pt x="1906" y="0"/>
                    <a:pt x="8" y="30"/>
                    <a:pt x="0" y="84"/>
                  </a:cubicBezTo>
                  <a:cubicBezTo>
                    <a:pt x="0" y="218"/>
                    <a:pt x="8622" y="435"/>
                    <a:pt x="19265" y="586"/>
                  </a:cubicBezTo>
                  <a:cubicBezTo>
                    <a:pt x="24921" y="666"/>
                    <a:pt x="30005" y="703"/>
                    <a:pt x="33529" y="703"/>
                  </a:cubicBezTo>
                  <a:cubicBezTo>
                    <a:pt x="36637" y="703"/>
                    <a:pt x="38530" y="674"/>
                    <a:pt x="38530" y="619"/>
                  </a:cubicBezTo>
                  <a:cubicBezTo>
                    <a:pt x="38530" y="485"/>
                    <a:pt x="29909" y="268"/>
                    <a:pt x="19265" y="118"/>
                  </a:cubicBezTo>
                  <a:cubicBezTo>
                    <a:pt x="13618" y="38"/>
                    <a:pt x="8538" y="0"/>
                    <a:pt x="50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45"/>
            <p:cNvSpPr/>
            <p:nvPr/>
          </p:nvSpPr>
          <p:spPr>
            <a:xfrm>
              <a:off x="6156332" y="3812673"/>
              <a:ext cx="1234406" cy="22756"/>
            </a:xfrm>
            <a:custGeom>
              <a:avLst/>
              <a:gdLst/>
              <a:ahLst/>
              <a:cxnLst/>
              <a:rect l="l" t="t" r="r" b="b"/>
              <a:pathLst>
                <a:path w="38515" h="710" extrusionOk="0">
                  <a:moveTo>
                    <a:pt x="5002" y="0"/>
                  </a:moveTo>
                  <a:cubicBezTo>
                    <a:pt x="1894" y="0"/>
                    <a:pt x="1" y="29"/>
                    <a:pt x="1" y="84"/>
                  </a:cubicBezTo>
                  <a:cubicBezTo>
                    <a:pt x="1" y="218"/>
                    <a:pt x="8623" y="435"/>
                    <a:pt x="19249" y="585"/>
                  </a:cubicBezTo>
                  <a:cubicBezTo>
                    <a:pt x="25039" y="667"/>
                    <a:pt x="30231" y="709"/>
                    <a:pt x="33762" y="709"/>
                  </a:cubicBezTo>
                  <a:cubicBezTo>
                    <a:pt x="36721" y="709"/>
                    <a:pt x="38514" y="680"/>
                    <a:pt x="38514" y="619"/>
                  </a:cubicBezTo>
                  <a:cubicBezTo>
                    <a:pt x="38514" y="485"/>
                    <a:pt x="29893" y="268"/>
                    <a:pt x="19266" y="118"/>
                  </a:cubicBezTo>
                  <a:cubicBezTo>
                    <a:pt x="13610" y="38"/>
                    <a:pt x="8526" y="0"/>
                    <a:pt x="5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45"/>
            <p:cNvSpPr/>
            <p:nvPr/>
          </p:nvSpPr>
          <p:spPr>
            <a:xfrm>
              <a:off x="6152582" y="4018819"/>
              <a:ext cx="1234919" cy="22788"/>
            </a:xfrm>
            <a:custGeom>
              <a:avLst/>
              <a:gdLst/>
              <a:ahLst/>
              <a:cxnLst/>
              <a:rect l="l" t="t" r="r" b="b"/>
              <a:pathLst>
                <a:path w="38531" h="711" extrusionOk="0">
                  <a:moveTo>
                    <a:pt x="5002" y="1"/>
                  </a:moveTo>
                  <a:cubicBezTo>
                    <a:pt x="1894" y="1"/>
                    <a:pt x="1" y="30"/>
                    <a:pt x="1" y="85"/>
                  </a:cubicBezTo>
                  <a:cubicBezTo>
                    <a:pt x="1" y="219"/>
                    <a:pt x="8623" y="452"/>
                    <a:pt x="19266" y="586"/>
                  </a:cubicBezTo>
                  <a:cubicBezTo>
                    <a:pt x="25047" y="668"/>
                    <a:pt x="30234" y="710"/>
                    <a:pt x="33763" y="710"/>
                  </a:cubicBezTo>
                  <a:cubicBezTo>
                    <a:pt x="36721" y="710"/>
                    <a:pt x="38514" y="681"/>
                    <a:pt x="38514" y="620"/>
                  </a:cubicBezTo>
                  <a:lnTo>
                    <a:pt x="38531" y="620"/>
                  </a:lnTo>
                  <a:cubicBezTo>
                    <a:pt x="38531" y="486"/>
                    <a:pt x="29909" y="269"/>
                    <a:pt x="19266" y="118"/>
                  </a:cubicBezTo>
                  <a:cubicBezTo>
                    <a:pt x="13610" y="38"/>
                    <a:pt x="8526" y="1"/>
                    <a:pt x="5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45"/>
            <p:cNvSpPr/>
            <p:nvPr/>
          </p:nvSpPr>
          <p:spPr>
            <a:xfrm>
              <a:off x="6159560" y="3606788"/>
              <a:ext cx="1234919" cy="22499"/>
            </a:xfrm>
            <a:custGeom>
              <a:avLst/>
              <a:gdLst/>
              <a:ahLst/>
              <a:cxnLst/>
              <a:rect l="l" t="t" r="r" b="b"/>
              <a:pathLst>
                <a:path w="38531" h="702" extrusionOk="0">
                  <a:moveTo>
                    <a:pt x="5022" y="1"/>
                  </a:moveTo>
                  <a:cubicBezTo>
                    <a:pt x="1913" y="1"/>
                    <a:pt x="18" y="30"/>
                    <a:pt x="18" y="93"/>
                  </a:cubicBezTo>
                  <a:cubicBezTo>
                    <a:pt x="1" y="210"/>
                    <a:pt x="8623" y="444"/>
                    <a:pt x="19266" y="577"/>
                  </a:cubicBezTo>
                  <a:cubicBezTo>
                    <a:pt x="25056" y="659"/>
                    <a:pt x="30248" y="701"/>
                    <a:pt x="33779" y="701"/>
                  </a:cubicBezTo>
                  <a:cubicBezTo>
                    <a:pt x="36738" y="701"/>
                    <a:pt x="38531" y="672"/>
                    <a:pt x="38531" y="611"/>
                  </a:cubicBezTo>
                  <a:cubicBezTo>
                    <a:pt x="38531" y="477"/>
                    <a:pt x="29909" y="260"/>
                    <a:pt x="19266" y="110"/>
                  </a:cubicBezTo>
                  <a:cubicBezTo>
                    <a:pt x="13622" y="39"/>
                    <a:pt x="8543" y="1"/>
                    <a:pt x="50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82" name="Google Shape;2082;p45"/>
          <p:cNvSpPr txBox="1"/>
          <p:nvPr/>
        </p:nvSpPr>
        <p:spPr>
          <a:xfrm>
            <a:off x="6400830" y="740921"/>
            <a:ext cx="1687214" cy="72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Josefin Sans"/>
                <a:ea typeface="Josefin Sans"/>
                <a:cs typeface="Josefin Sans"/>
                <a:sym typeface="Josefin Sans"/>
              </a:rPr>
              <a:t>More subscribers from telephone contact.</a:t>
            </a:r>
            <a:endParaRPr dirty="0"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083" name="Google Shape;2083;p45"/>
          <p:cNvSpPr txBox="1"/>
          <p:nvPr/>
        </p:nvSpPr>
        <p:spPr>
          <a:xfrm>
            <a:off x="6400830" y="325273"/>
            <a:ext cx="1436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Josefin Sans"/>
                <a:ea typeface="Josefin Sans"/>
                <a:cs typeface="Josefin Sans"/>
                <a:sym typeface="Josefin Sans"/>
              </a:rPr>
              <a:t>Take Away:</a:t>
            </a:r>
            <a:endParaRPr b="1" dirty="0"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C99DB6C8-8390-423E-96C9-A6195EF1B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549" y="2388371"/>
            <a:ext cx="3582176" cy="23360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DD6E0F-1F46-40B7-9CD9-FAC47462F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24095"/>
            <a:ext cx="5176356" cy="32002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4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grpSp>
        <p:nvGrpSpPr>
          <p:cNvPr id="2007" name="Google Shape;2007;p43"/>
          <p:cNvGrpSpPr/>
          <p:nvPr/>
        </p:nvGrpSpPr>
        <p:grpSpPr>
          <a:xfrm>
            <a:off x="7866273" y="4339870"/>
            <a:ext cx="576726" cy="283581"/>
            <a:chOff x="6546428" y="4405392"/>
            <a:chExt cx="521830" cy="256588"/>
          </a:xfrm>
        </p:grpSpPr>
        <p:sp>
          <p:nvSpPr>
            <p:cNvPr id="2008" name="Google Shape;2008;p43"/>
            <p:cNvSpPr/>
            <p:nvPr/>
          </p:nvSpPr>
          <p:spPr>
            <a:xfrm>
              <a:off x="6564492" y="4539811"/>
              <a:ext cx="503766" cy="122169"/>
            </a:xfrm>
            <a:custGeom>
              <a:avLst/>
              <a:gdLst/>
              <a:ahLst/>
              <a:cxnLst/>
              <a:rect l="l" t="t" r="r" b="b"/>
              <a:pathLst>
                <a:path w="11183" h="2712" extrusionOk="0">
                  <a:moveTo>
                    <a:pt x="1" y="0"/>
                  </a:moveTo>
                  <a:lnTo>
                    <a:pt x="241" y="2712"/>
                  </a:lnTo>
                  <a:lnTo>
                    <a:pt x="11183" y="2712"/>
                  </a:lnTo>
                  <a:lnTo>
                    <a:pt x="11183" y="8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43"/>
            <p:cNvSpPr/>
            <p:nvPr/>
          </p:nvSpPr>
          <p:spPr>
            <a:xfrm>
              <a:off x="6592691" y="4470439"/>
              <a:ext cx="468359" cy="105546"/>
            </a:xfrm>
            <a:custGeom>
              <a:avLst/>
              <a:gdLst/>
              <a:ahLst/>
              <a:cxnLst/>
              <a:rect l="l" t="t" r="r" b="b"/>
              <a:pathLst>
                <a:path w="10397" h="2343" extrusionOk="0">
                  <a:moveTo>
                    <a:pt x="0" y="0"/>
                  </a:moveTo>
                  <a:lnTo>
                    <a:pt x="0" y="1589"/>
                  </a:lnTo>
                  <a:lnTo>
                    <a:pt x="10188" y="2343"/>
                  </a:lnTo>
                  <a:lnTo>
                    <a:pt x="103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0" name="Google Shape;2010;p43"/>
            <p:cNvSpPr/>
            <p:nvPr/>
          </p:nvSpPr>
          <p:spPr>
            <a:xfrm>
              <a:off x="6546428" y="4405392"/>
              <a:ext cx="471963" cy="65094"/>
            </a:xfrm>
            <a:custGeom>
              <a:avLst/>
              <a:gdLst/>
              <a:ahLst/>
              <a:cxnLst/>
              <a:rect l="l" t="t" r="r" b="b"/>
              <a:pathLst>
                <a:path w="10477" h="1445" extrusionOk="0">
                  <a:moveTo>
                    <a:pt x="1" y="0"/>
                  </a:moveTo>
                  <a:lnTo>
                    <a:pt x="209" y="1444"/>
                  </a:lnTo>
                  <a:lnTo>
                    <a:pt x="10477" y="1444"/>
                  </a:lnTo>
                  <a:lnTo>
                    <a:pt x="10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43"/>
            <p:cNvSpPr/>
            <p:nvPr/>
          </p:nvSpPr>
          <p:spPr>
            <a:xfrm>
              <a:off x="6592691" y="4470439"/>
              <a:ext cx="452457" cy="15947"/>
            </a:xfrm>
            <a:custGeom>
              <a:avLst/>
              <a:gdLst/>
              <a:ahLst/>
              <a:cxnLst/>
              <a:rect l="l" t="t" r="r" b="b"/>
              <a:pathLst>
                <a:path w="10044" h="354" extrusionOk="0">
                  <a:moveTo>
                    <a:pt x="0" y="0"/>
                  </a:moveTo>
                  <a:lnTo>
                    <a:pt x="0" y="353"/>
                  </a:lnTo>
                  <a:lnTo>
                    <a:pt x="100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43"/>
            <p:cNvSpPr/>
            <p:nvPr/>
          </p:nvSpPr>
          <p:spPr>
            <a:xfrm>
              <a:off x="6592691" y="4541973"/>
              <a:ext cx="460385" cy="34011"/>
            </a:xfrm>
            <a:custGeom>
              <a:avLst/>
              <a:gdLst/>
              <a:ahLst/>
              <a:cxnLst/>
              <a:rect l="l" t="t" r="r" b="b"/>
              <a:pathLst>
                <a:path w="10220" h="755" extrusionOk="0">
                  <a:moveTo>
                    <a:pt x="0" y="1"/>
                  </a:moveTo>
                  <a:lnTo>
                    <a:pt x="10188" y="755"/>
                  </a:lnTo>
                  <a:lnTo>
                    <a:pt x="10220" y="3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43"/>
            <p:cNvSpPr/>
            <p:nvPr/>
          </p:nvSpPr>
          <p:spPr>
            <a:xfrm>
              <a:off x="6844906" y="4504404"/>
              <a:ext cx="200236" cy="10136"/>
            </a:xfrm>
            <a:custGeom>
              <a:avLst/>
              <a:gdLst/>
              <a:ahLst/>
              <a:cxnLst/>
              <a:rect l="l" t="t" r="r" b="b"/>
              <a:pathLst>
                <a:path w="4445" h="225" extrusionOk="0">
                  <a:moveTo>
                    <a:pt x="1765" y="0"/>
                  </a:moveTo>
                  <a:lnTo>
                    <a:pt x="1" y="225"/>
                  </a:lnTo>
                  <a:lnTo>
                    <a:pt x="4445" y="225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43"/>
            <p:cNvSpPr/>
            <p:nvPr/>
          </p:nvSpPr>
          <p:spPr>
            <a:xfrm>
              <a:off x="6571023" y="4611345"/>
              <a:ext cx="149648" cy="10901"/>
            </a:xfrm>
            <a:custGeom>
              <a:avLst/>
              <a:gdLst/>
              <a:ahLst/>
              <a:cxnLst/>
              <a:rect l="l" t="t" r="r" b="b"/>
              <a:pathLst>
                <a:path w="3322" h="242" extrusionOk="0">
                  <a:moveTo>
                    <a:pt x="0" y="1"/>
                  </a:moveTo>
                  <a:lnTo>
                    <a:pt x="16" y="241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43"/>
            <p:cNvSpPr/>
            <p:nvPr/>
          </p:nvSpPr>
          <p:spPr>
            <a:xfrm>
              <a:off x="6710487" y="4428501"/>
              <a:ext cx="308620" cy="9460"/>
            </a:xfrm>
            <a:custGeom>
              <a:avLst/>
              <a:gdLst/>
              <a:ahLst/>
              <a:cxnLst/>
              <a:rect l="l" t="t" r="r" b="b"/>
              <a:pathLst>
                <a:path w="6851" h="210" extrusionOk="0">
                  <a:moveTo>
                    <a:pt x="6835" y="1"/>
                  </a:moveTo>
                  <a:lnTo>
                    <a:pt x="0" y="209"/>
                  </a:lnTo>
                  <a:cubicBezTo>
                    <a:pt x="0" y="209"/>
                    <a:pt x="6851" y="161"/>
                    <a:pt x="68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6" name="Google Shape;2016;p43"/>
          <p:cNvGrpSpPr/>
          <p:nvPr/>
        </p:nvGrpSpPr>
        <p:grpSpPr>
          <a:xfrm>
            <a:off x="8536117" y="4170695"/>
            <a:ext cx="589572" cy="505624"/>
            <a:chOff x="5954517" y="4199439"/>
            <a:chExt cx="533452" cy="457495"/>
          </a:xfrm>
        </p:grpSpPr>
        <p:sp>
          <p:nvSpPr>
            <p:cNvPr id="2017" name="Google Shape;2017;p43"/>
            <p:cNvSpPr/>
            <p:nvPr/>
          </p:nvSpPr>
          <p:spPr>
            <a:xfrm>
              <a:off x="5956724" y="4199439"/>
              <a:ext cx="526876" cy="70860"/>
            </a:xfrm>
            <a:custGeom>
              <a:avLst/>
              <a:gdLst/>
              <a:ahLst/>
              <a:cxnLst/>
              <a:rect l="l" t="t" r="r" b="b"/>
              <a:pathLst>
                <a:path w="11696" h="1573" extrusionOk="0">
                  <a:moveTo>
                    <a:pt x="0" y="0"/>
                  </a:moveTo>
                  <a:lnTo>
                    <a:pt x="0" y="1572"/>
                  </a:lnTo>
                  <a:lnTo>
                    <a:pt x="11696" y="1572"/>
                  </a:lnTo>
                  <a:lnTo>
                    <a:pt x="1169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43"/>
            <p:cNvSpPr/>
            <p:nvPr/>
          </p:nvSpPr>
          <p:spPr>
            <a:xfrm>
              <a:off x="6025375" y="4202322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4" y="0"/>
                  </a:moveTo>
                  <a:cubicBezTo>
                    <a:pt x="32" y="0"/>
                    <a:pt x="0" y="337"/>
                    <a:pt x="0" y="738"/>
                  </a:cubicBezTo>
                  <a:cubicBezTo>
                    <a:pt x="0" y="1139"/>
                    <a:pt x="32" y="1476"/>
                    <a:pt x="64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43"/>
            <p:cNvSpPr/>
            <p:nvPr/>
          </p:nvSpPr>
          <p:spPr>
            <a:xfrm>
              <a:off x="6013798" y="4200881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5" y="0"/>
                  </a:moveTo>
                  <a:cubicBezTo>
                    <a:pt x="33" y="0"/>
                    <a:pt x="1" y="337"/>
                    <a:pt x="1" y="738"/>
                  </a:cubicBezTo>
                  <a:cubicBezTo>
                    <a:pt x="1" y="1139"/>
                    <a:pt x="33" y="1476"/>
                    <a:pt x="65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43"/>
            <p:cNvSpPr/>
            <p:nvPr/>
          </p:nvSpPr>
          <p:spPr>
            <a:xfrm>
              <a:off x="6439487" y="4202322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4" y="0"/>
                  </a:moveTo>
                  <a:cubicBezTo>
                    <a:pt x="32" y="0"/>
                    <a:pt x="0" y="337"/>
                    <a:pt x="0" y="738"/>
                  </a:cubicBezTo>
                  <a:cubicBezTo>
                    <a:pt x="0" y="1139"/>
                    <a:pt x="32" y="1476"/>
                    <a:pt x="64" y="1476"/>
                  </a:cubicBezTo>
                  <a:cubicBezTo>
                    <a:pt x="112" y="1476"/>
                    <a:pt x="145" y="1139"/>
                    <a:pt x="145" y="738"/>
                  </a:cubicBezTo>
                  <a:cubicBezTo>
                    <a:pt x="145" y="337"/>
                    <a:pt x="112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43"/>
            <p:cNvSpPr/>
            <p:nvPr/>
          </p:nvSpPr>
          <p:spPr>
            <a:xfrm>
              <a:off x="6427910" y="4200881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81" y="0"/>
                  </a:moveTo>
                  <a:cubicBezTo>
                    <a:pt x="33" y="0"/>
                    <a:pt x="0" y="337"/>
                    <a:pt x="0" y="738"/>
                  </a:cubicBezTo>
                  <a:cubicBezTo>
                    <a:pt x="0" y="1139"/>
                    <a:pt x="33" y="1476"/>
                    <a:pt x="81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43"/>
            <p:cNvSpPr/>
            <p:nvPr/>
          </p:nvSpPr>
          <p:spPr>
            <a:xfrm>
              <a:off x="6093305" y="4233404"/>
              <a:ext cx="268889" cy="6532"/>
            </a:xfrm>
            <a:custGeom>
              <a:avLst/>
              <a:gdLst/>
              <a:ahLst/>
              <a:cxnLst/>
              <a:rect l="l" t="t" r="r" b="b"/>
              <a:pathLst>
                <a:path w="5969" h="145" extrusionOk="0">
                  <a:moveTo>
                    <a:pt x="2984" y="0"/>
                  </a:moveTo>
                  <a:cubicBezTo>
                    <a:pt x="1332" y="0"/>
                    <a:pt x="0" y="32"/>
                    <a:pt x="0" y="80"/>
                  </a:cubicBezTo>
                  <a:cubicBezTo>
                    <a:pt x="0" y="112"/>
                    <a:pt x="1332" y="144"/>
                    <a:pt x="2984" y="144"/>
                  </a:cubicBezTo>
                  <a:cubicBezTo>
                    <a:pt x="4637" y="144"/>
                    <a:pt x="5968" y="112"/>
                    <a:pt x="5968" y="80"/>
                  </a:cubicBezTo>
                  <a:cubicBezTo>
                    <a:pt x="5968" y="32"/>
                    <a:pt x="4637" y="0"/>
                    <a:pt x="29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43"/>
            <p:cNvSpPr/>
            <p:nvPr/>
          </p:nvSpPr>
          <p:spPr>
            <a:xfrm>
              <a:off x="5954517" y="4516702"/>
              <a:ext cx="526921" cy="140233"/>
            </a:xfrm>
            <a:custGeom>
              <a:avLst/>
              <a:gdLst/>
              <a:ahLst/>
              <a:cxnLst/>
              <a:rect l="l" t="t" r="r" b="b"/>
              <a:pathLst>
                <a:path w="11697" h="3113" extrusionOk="0">
                  <a:moveTo>
                    <a:pt x="1" y="0"/>
                  </a:moveTo>
                  <a:lnTo>
                    <a:pt x="1" y="3112"/>
                  </a:lnTo>
                  <a:lnTo>
                    <a:pt x="11697" y="3112"/>
                  </a:lnTo>
                  <a:lnTo>
                    <a:pt x="116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43"/>
            <p:cNvSpPr/>
            <p:nvPr/>
          </p:nvSpPr>
          <p:spPr>
            <a:xfrm>
              <a:off x="5956003" y="4528234"/>
              <a:ext cx="531966" cy="122259"/>
            </a:xfrm>
            <a:custGeom>
              <a:avLst/>
              <a:gdLst/>
              <a:ahLst/>
              <a:cxnLst/>
              <a:rect l="l" t="t" r="r" b="b"/>
              <a:pathLst>
                <a:path w="11809" h="2714" extrusionOk="0">
                  <a:moveTo>
                    <a:pt x="6494" y="154"/>
                  </a:moveTo>
                  <a:cubicBezTo>
                    <a:pt x="6583" y="154"/>
                    <a:pt x="6674" y="183"/>
                    <a:pt x="6754" y="241"/>
                  </a:cubicBezTo>
                  <a:cubicBezTo>
                    <a:pt x="6947" y="354"/>
                    <a:pt x="7075" y="546"/>
                    <a:pt x="7123" y="771"/>
                  </a:cubicBezTo>
                  <a:cubicBezTo>
                    <a:pt x="7198" y="1203"/>
                    <a:pt x="7078" y="1636"/>
                    <a:pt x="6778" y="1940"/>
                  </a:cubicBezTo>
                  <a:lnTo>
                    <a:pt x="6778" y="1940"/>
                  </a:lnTo>
                  <a:cubicBezTo>
                    <a:pt x="6568" y="1811"/>
                    <a:pt x="6381" y="1646"/>
                    <a:pt x="6225" y="1445"/>
                  </a:cubicBezTo>
                  <a:cubicBezTo>
                    <a:pt x="6081" y="1284"/>
                    <a:pt x="6000" y="1076"/>
                    <a:pt x="5984" y="851"/>
                  </a:cubicBezTo>
                  <a:cubicBezTo>
                    <a:pt x="5968" y="643"/>
                    <a:pt x="6032" y="418"/>
                    <a:pt x="6193" y="274"/>
                  </a:cubicBezTo>
                  <a:cubicBezTo>
                    <a:pt x="6280" y="195"/>
                    <a:pt x="6386" y="154"/>
                    <a:pt x="6494" y="154"/>
                  </a:cubicBezTo>
                  <a:close/>
                  <a:moveTo>
                    <a:pt x="9312" y="127"/>
                  </a:moveTo>
                  <a:cubicBezTo>
                    <a:pt x="9326" y="127"/>
                    <a:pt x="9340" y="128"/>
                    <a:pt x="9353" y="129"/>
                  </a:cubicBezTo>
                  <a:cubicBezTo>
                    <a:pt x="9658" y="145"/>
                    <a:pt x="9931" y="482"/>
                    <a:pt x="9963" y="819"/>
                  </a:cubicBezTo>
                  <a:cubicBezTo>
                    <a:pt x="9979" y="1204"/>
                    <a:pt x="9851" y="1557"/>
                    <a:pt x="9578" y="1830"/>
                  </a:cubicBezTo>
                  <a:cubicBezTo>
                    <a:pt x="9517" y="1894"/>
                    <a:pt x="9451" y="1953"/>
                    <a:pt x="9381" y="2006"/>
                  </a:cubicBezTo>
                  <a:lnTo>
                    <a:pt x="9381" y="2006"/>
                  </a:lnTo>
                  <a:cubicBezTo>
                    <a:pt x="9201" y="1884"/>
                    <a:pt x="9053" y="1726"/>
                    <a:pt x="8936" y="1557"/>
                  </a:cubicBezTo>
                  <a:cubicBezTo>
                    <a:pt x="8776" y="1300"/>
                    <a:pt x="8712" y="1012"/>
                    <a:pt x="8744" y="723"/>
                  </a:cubicBezTo>
                  <a:cubicBezTo>
                    <a:pt x="8776" y="562"/>
                    <a:pt x="8840" y="418"/>
                    <a:pt x="8936" y="306"/>
                  </a:cubicBezTo>
                  <a:cubicBezTo>
                    <a:pt x="9039" y="203"/>
                    <a:pt x="9168" y="127"/>
                    <a:pt x="9312" y="127"/>
                  </a:cubicBezTo>
                  <a:close/>
                  <a:moveTo>
                    <a:pt x="3584" y="182"/>
                  </a:moveTo>
                  <a:cubicBezTo>
                    <a:pt x="3710" y="182"/>
                    <a:pt x="3837" y="221"/>
                    <a:pt x="3947" y="306"/>
                  </a:cubicBezTo>
                  <a:cubicBezTo>
                    <a:pt x="4203" y="530"/>
                    <a:pt x="4300" y="899"/>
                    <a:pt x="4187" y="1236"/>
                  </a:cubicBezTo>
                  <a:cubicBezTo>
                    <a:pt x="4091" y="1541"/>
                    <a:pt x="3899" y="1814"/>
                    <a:pt x="3642" y="2006"/>
                  </a:cubicBezTo>
                  <a:cubicBezTo>
                    <a:pt x="3620" y="2024"/>
                    <a:pt x="3599" y="2042"/>
                    <a:pt x="3577" y="2060"/>
                  </a:cubicBezTo>
                  <a:lnTo>
                    <a:pt x="3577" y="2060"/>
                  </a:lnTo>
                  <a:cubicBezTo>
                    <a:pt x="3434" y="1939"/>
                    <a:pt x="3310" y="1796"/>
                    <a:pt x="3209" y="1637"/>
                  </a:cubicBezTo>
                  <a:cubicBezTo>
                    <a:pt x="2984" y="1316"/>
                    <a:pt x="2936" y="899"/>
                    <a:pt x="3080" y="530"/>
                  </a:cubicBezTo>
                  <a:cubicBezTo>
                    <a:pt x="3145" y="354"/>
                    <a:pt x="3289" y="225"/>
                    <a:pt x="3465" y="193"/>
                  </a:cubicBezTo>
                  <a:cubicBezTo>
                    <a:pt x="3504" y="186"/>
                    <a:pt x="3544" y="182"/>
                    <a:pt x="3584" y="182"/>
                  </a:cubicBezTo>
                  <a:close/>
                  <a:moveTo>
                    <a:pt x="6450" y="1"/>
                  </a:moveTo>
                  <a:cubicBezTo>
                    <a:pt x="6321" y="17"/>
                    <a:pt x="6193" y="65"/>
                    <a:pt x="6097" y="161"/>
                  </a:cubicBezTo>
                  <a:cubicBezTo>
                    <a:pt x="5904" y="354"/>
                    <a:pt x="5808" y="610"/>
                    <a:pt x="5840" y="867"/>
                  </a:cubicBezTo>
                  <a:cubicBezTo>
                    <a:pt x="5856" y="1108"/>
                    <a:pt x="5952" y="1348"/>
                    <a:pt x="6113" y="1541"/>
                  </a:cubicBezTo>
                  <a:cubicBezTo>
                    <a:pt x="6269" y="1732"/>
                    <a:pt x="6458" y="1899"/>
                    <a:pt x="6670" y="2036"/>
                  </a:cubicBezTo>
                  <a:lnTo>
                    <a:pt x="6670" y="2036"/>
                  </a:lnTo>
                  <a:cubicBezTo>
                    <a:pt x="6323" y="2307"/>
                    <a:pt x="5905" y="2473"/>
                    <a:pt x="5471" y="2504"/>
                  </a:cubicBezTo>
                  <a:cubicBezTo>
                    <a:pt x="5342" y="2523"/>
                    <a:pt x="5211" y="2532"/>
                    <a:pt x="5080" y="2532"/>
                  </a:cubicBezTo>
                  <a:cubicBezTo>
                    <a:pt x="4772" y="2532"/>
                    <a:pt x="4464" y="2481"/>
                    <a:pt x="4171" y="2391"/>
                  </a:cubicBezTo>
                  <a:cubicBezTo>
                    <a:pt x="3985" y="2332"/>
                    <a:pt x="3813" y="2241"/>
                    <a:pt x="3659" y="2126"/>
                  </a:cubicBezTo>
                  <a:lnTo>
                    <a:pt x="3659" y="2126"/>
                  </a:lnTo>
                  <a:cubicBezTo>
                    <a:pt x="3675" y="2113"/>
                    <a:pt x="3691" y="2100"/>
                    <a:pt x="3706" y="2086"/>
                  </a:cubicBezTo>
                  <a:cubicBezTo>
                    <a:pt x="3979" y="1878"/>
                    <a:pt x="4187" y="1589"/>
                    <a:pt x="4300" y="1268"/>
                  </a:cubicBezTo>
                  <a:cubicBezTo>
                    <a:pt x="4428" y="883"/>
                    <a:pt x="4316" y="466"/>
                    <a:pt x="4027" y="209"/>
                  </a:cubicBezTo>
                  <a:cubicBezTo>
                    <a:pt x="3886" y="107"/>
                    <a:pt x="3724" y="55"/>
                    <a:pt x="3558" y="55"/>
                  </a:cubicBezTo>
                  <a:cubicBezTo>
                    <a:pt x="3517" y="55"/>
                    <a:pt x="3475" y="59"/>
                    <a:pt x="3433" y="65"/>
                  </a:cubicBezTo>
                  <a:cubicBezTo>
                    <a:pt x="3225" y="113"/>
                    <a:pt x="3032" y="257"/>
                    <a:pt x="2952" y="466"/>
                  </a:cubicBezTo>
                  <a:cubicBezTo>
                    <a:pt x="2808" y="883"/>
                    <a:pt x="2856" y="1348"/>
                    <a:pt x="3080" y="1717"/>
                  </a:cubicBezTo>
                  <a:cubicBezTo>
                    <a:pt x="3184" y="1883"/>
                    <a:pt x="3311" y="2028"/>
                    <a:pt x="3457" y="2151"/>
                  </a:cubicBezTo>
                  <a:lnTo>
                    <a:pt x="3457" y="2151"/>
                  </a:lnTo>
                  <a:cubicBezTo>
                    <a:pt x="3062" y="2434"/>
                    <a:pt x="2600" y="2604"/>
                    <a:pt x="2102" y="2632"/>
                  </a:cubicBezTo>
                  <a:cubicBezTo>
                    <a:pt x="2066" y="2633"/>
                    <a:pt x="2030" y="2634"/>
                    <a:pt x="1995" y="2634"/>
                  </a:cubicBezTo>
                  <a:cubicBezTo>
                    <a:pt x="1600" y="2634"/>
                    <a:pt x="1220" y="2552"/>
                    <a:pt x="866" y="2375"/>
                  </a:cubicBezTo>
                  <a:cubicBezTo>
                    <a:pt x="529" y="2215"/>
                    <a:pt x="241" y="1990"/>
                    <a:pt x="0" y="1717"/>
                  </a:cubicBezTo>
                  <a:lnTo>
                    <a:pt x="0" y="1717"/>
                  </a:lnTo>
                  <a:cubicBezTo>
                    <a:pt x="0" y="1733"/>
                    <a:pt x="16" y="1750"/>
                    <a:pt x="32" y="1766"/>
                  </a:cubicBezTo>
                  <a:cubicBezTo>
                    <a:pt x="80" y="1830"/>
                    <a:pt x="128" y="1878"/>
                    <a:pt x="177" y="1926"/>
                  </a:cubicBezTo>
                  <a:cubicBezTo>
                    <a:pt x="369" y="2135"/>
                    <a:pt x="594" y="2295"/>
                    <a:pt x="834" y="2423"/>
                  </a:cubicBezTo>
                  <a:cubicBezTo>
                    <a:pt x="1207" y="2617"/>
                    <a:pt x="1607" y="2714"/>
                    <a:pt x="2009" y="2714"/>
                  </a:cubicBezTo>
                  <a:cubicBezTo>
                    <a:pt x="2040" y="2714"/>
                    <a:pt x="2071" y="2713"/>
                    <a:pt x="2102" y="2712"/>
                  </a:cubicBezTo>
                  <a:cubicBezTo>
                    <a:pt x="2625" y="2698"/>
                    <a:pt x="3123" y="2522"/>
                    <a:pt x="3541" y="2217"/>
                  </a:cubicBezTo>
                  <a:lnTo>
                    <a:pt x="3541" y="2217"/>
                  </a:lnTo>
                  <a:cubicBezTo>
                    <a:pt x="3715" y="2347"/>
                    <a:pt x="3911" y="2449"/>
                    <a:pt x="4123" y="2520"/>
                  </a:cubicBezTo>
                  <a:cubicBezTo>
                    <a:pt x="4441" y="2622"/>
                    <a:pt x="4768" y="2676"/>
                    <a:pt x="5090" y="2676"/>
                  </a:cubicBezTo>
                  <a:cubicBezTo>
                    <a:pt x="5223" y="2676"/>
                    <a:pt x="5356" y="2667"/>
                    <a:pt x="5487" y="2648"/>
                  </a:cubicBezTo>
                  <a:cubicBezTo>
                    <a:pt x="5968" y="2616"/>
                    <a:pt x="6433" y="2423"/>
                    <a:pt x="6802" y="2119"/>
                  </a:cubicBezTo>
                  <a:cubicBezTo>
                    <a:pt x="6803" y="2118"/>
                    <a:pt x="6804" y="2117"/>
                    <a:pt x="6805" y="2117"/>
                  </a:cubicBezTo>
                  <a:lnTo>
                    <a:pt x="6805" y="2117"/>
                  </a:lnTo>
                  <a:cubicBezTo>
                    <a:pt x="6946" y="2195"/>
                    <a:pt x="7096" y="2261"/>
                    <a:pt x="7252" y="2311"/>
                  </a:cubicBezTo>
                  <a:cubicBezTo>
                    <a:pt x="7587" y="2427"/>
                    <a:pt x="7933" y="2481"/>
                    <a:pt x="8289" y="2481"/>
                  </a:cubicBezTo>
                  <a:cubicBezTo>
                    <a:pt x="8376" y="2481"/>
                    <a:pt x="8463" y="2478"/>
                    <a:pt x="8551" y="2471"/>
                  </a:cubicBezTo>
                  <a:cubicBezTo>
                    <a:pt x="8873" y="2436"/>
                    <a:pt x="9177" y="2320"/>
                    <a:pt x="9431" y="2131"/>
                  </a:cubicBezTo>
                  <a:lnTo>
                    <a:pt x="9431" y="2131"/>
                  </a:lnTo>
                  <a:cubicBezTo>
                    <a:pt x="9442" y="2138"/>
                    <a:pt x="9454" y="2144"/>
                    <a:pt x="9466" y="2151"/>
                  </a:cubicBezTo>
                  <a:cubicBezTo>
                    <a:pt x="9767" y="2295"/>
                    <a:pt x="10094" y="2367"/>
                    <a:pt x="10422" y="2367"/>
                  </a:cubicBezTo>
                  <a:cubicBezTo>
                    <a:pt x="10532" y="2367"/>
                    <a:pt x="10641" y="2359"/>
                    <a:pt x="10749" y="2343"/>
                  </a:cubicBezTo>
                  <a:cubicBezTo>
                    <a:pt x="11022" y="2295"/>
                    <a:pt x="11295" y="2215"/>
                    <a:pt x="11551" y="2102"/>
                  </a:cubicBezTo>
                  <a:cubicBezTo>
                    <a:pt x="11632" y="2070"/>
                    <a:pt x="11696" y="2038"/>
                    <a:pt x="11744" y="2022"/>
                  </a:cubicBezTo>
                  <a:cubicBezTo>
                    <a:pt x="11760" y="2006"/>
                    <a:pt x="11792" y="2006"/>
                    <a:pt x="11808" y="1990"/>
                  </a:cubicBezTo>
                  <a:cubicBezTo>
                    <a:pt x="11808" y="1988"/>
                    <a:pt x="11806" y="1987"/>
                    <a:pt x="11803" y="1987"/>
                  </a:cubicBezTo>
                  <a:cubicBezTo>
                    <a:pt x="11781" y="1987"/>
                    <a:pt x="11689" y="2031"/>
                    <a:pt x="11535" y="2086"/>
                  </a:cubicBezTo>
                  <a:cubicBezTo>
                    <a:pt x="11279" y="2183"/>
                    <a:pt x="11022" y="2247"/>
                    <a:pt x="10749" y="2279"/>
                  </a:cubicBezTo>
                  <a:cubicBezTo>
                    <a:pt x="10645" y="2295"/>
                    <a:pt x="10540" y="2303"/>
                    <a:pt x="10434" y="2303"/>
                  </a:cubicBezTo>
                  <a:cubicBezTo>
                    <a:pt x="10118" y="2303"/>
                    <a:pt x="9803" y="2231"/>
                    <a:pt x="9514" y="2086"/>
                  </a:cubicBezTo>
                  <a:cubicBezTo>
                    <a:pt x="9509" y="2084"/>
                    <a:pt x="9504" y="2081"/>
                    <a:pt x="9499" y="2078"/>
                  </a:cubicBezTo>
                  <a:lnTo>
                    <a:pt x="9499" y="2078"/>
                  </a:lnTo>
                  <a:cubicBezTo>
                    <a:pt x="9561" y="2027"/>
                    <a:pt x="9620" y="1971"/>
                    <a:pt x="9674" y="1910"/>
                  </a:cubicBezTo>
                  <a:cubicBezTo>
                    <a:pt x="9963" y="1621"/>
                    <a:pt x="10107" y="1220"/>
                    <a:pt x="10075" y="803"/>
                  </a:cubicBezTo>
                  <a:cubicBezTo>
                    <a:pt x="10059" y="610"/>
                    <a:pt x="9979" y="434"/>
                    <a:pt x="9851" y="274"/>
                  </a:cubicBezTo>
                  <a:cubicBezTo>
                    <a:pt x="9722" y="129"/>
                    <a:pt x="9546" y="33"/>
                    <a:pt x="9353" y="17"/>
                  </a:cubicBezTo>
                  <a:cubicBezTo>
                    <a:pt x="9337" y="15"/>
                    <a:pt x="9321" y="15"/>
                    <a:pt x="9305" y="15"/>
                  </a:cubicBezTo>
                  <a:cubicBezTo>
                    <a:pt x="9132" y="15"/>
                    <a:pt x="8974" y="94"/>
                    <a:pt x="8856" y="241"/>
                  </a:cubicBezTo>
                  <a:cubicBezTo>
                    <a:pt x="8744" y="370"/>
                    <a:pt x="8680" y="530"/>
                    <a:pt x="8647" y="707"/>
                  </a:cubicBezTo>
                  <a:cubicBezTo>
                    <a:pt x="8599" y="1012"/>
                    <a:pt x="8680" y="1332"/>
                    <a:pt x="8856" y="1605"/>
                  </a:cubicBezTo>
                  <a:cubicBezTo>
                    <a:pt x="8981" y="1780"/>
                    <a:pt x="9135" y="1936"/>
                    <a:pt x="9311" y="2057"/>
                  </a:cubicBezTo>
                  <a:lnTo>
                    <a:pt x="9311" y="2057"/>
                  </a:lnTo>
                  <a:cubicBezTo>
                    <a:pt x="9083" y="2211"/>
                    <a:pt x="8817" y="2305"/>
                    <a:pt x="8535" y="2327"/>
                  </a:cubicBezTo>
                  <a:cubicBezTo>
                    <a:pt x="8443" y="2338"/>
                    <a:pt x="8350" y="2343"/>
                    <a:pt x="8256" y="2343"/>
                  </a:cubicBezTo>
                  <a:cubicBezTo>
                    <a:pt x="7928" y="2343"/>
                    <a:pt x="7596" y="2279"/>
                    <a:pt x="7284" y="2167"/>
                  </a:cubicBezTo>
                  <a:cubicBezTo>
                    <a:pt x="7153" y="2126"/>
                    <a:pt x="7027" y="2075"/>
                    <a:pt x="6907" y="2013"/>
                  </a:cubicBezTo>
                  <a:lnTo>
                    <a:pt x="6907" y="2013"/>
                  </a:lnTo>
                  <a:cubicBezTo>
                    <a:pt x="7219" y="1667"/>
                    <a:pt x="7355" y="1203"/>
                    <a:pt x="7268" y="739"/>
                  </a:cubicBezTo>
                  <a:cubicBezTo>
                    <a:pt x="7220" y="482"/>
                    <a:pt x="7059" y="257"/>
                    <a:pt x="6835" y="113"/>
                  </a:cubicBezTo>
                  <a:cubicBezTo>
                    <a:pt x="6722" y="33"/>
                    <a:pt x="6594" y="1"/>
                    <a:pt x="6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43"/>
            <p:cNvSpPr/>
            <p:nvPr/>
          </p:nvSpPr>
          <p:spPr>
            <a:xfrm>
              <a:off x="5989034" y="4271694"/>
              <a:ext cx="479936" cy="244338"/>
            </a:xfrm>
            <a:custGeom>
              <a:avLst/>
              <a:gdLst/>
              <a:ahLst/>
              <a:cxnLst/>
              <a:rect l="l" t="t" r="r" b="b"/>
              <a:pathLst>
                <a:path w="10654" h="5424" extrusionOk="0">
                  <a:moveTo>
                    <a:pt x="1" y="0"/>
                  </a:moveTo>
                  <a:lnTo>
                    <a:pt x="1" y="5423"/>
                  </a:lnTo>
                  <a:lnTo>
                    <a:pt x="10654" y="5423"/>
                  </a:lnTo>
                  <a:lnTo>
                    <a:pt x="10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43"/>
            <p:cNvSpPr/>
            <p:nvPr/>
          </p:nvSpPr>
          <p:spPr>
            <a:xfrm>
              <a:off x="6065658" y="4280343"/>
              <a:ext cx="6532" cy="236409"/>
            </a:xfrm>
            <a:custGeom>
              <a:avLst/>
              <a:gdLst/>
              <a:ahLst/>
              <a:cxnLst/>
              <a:rect l="l" t="t" r="r" b="b"/>
              <a:pathLst>
                <a:path w="145" h="5248" extrusionOk="0">
                  <a:moveTo>
                    <a:pt x="65" y="1"/>
                  </a:moveTo>
                  <a:cubicBezTo>
                    <a:pt x="32" y="1"/>
                    <a:pt x="0" y="1172"/>
                    <a:pt x="0" y="2632"/>
                  </a:cubicBezTo>
                  <a:cubicBezTo>
                    <a:pt x="0" y="4076"/>
                    <a:pt x="32" y="5247"/>
                    <a:pt x="65" y="5247"/>
                  </a:cubicBezTo>
                  <a:cubicBezTo>
                    <a:pt x="113" y="5247"/>
                    <a:pt x="145" y="4076"/>
                    <a:pt x="145" y="2632"/>
                  </a:cubicBezTo>
                  <a:cubicBezTo>
                    <a:pt x="145" y="1172"/>
                    <a:pt x="113" y="1"/>
                    <a:pt x="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43"/>
            <p:cNvSpPr/>
            <p:nvPr/>
          </p:nvSpPr>
          <p:spPr>
            <a:xfrm>
              <a:off x="6101786" y="4277460"/>
              <a:ext cx="6532" cy="233481"/>
            </a:xfrm>
            <a:custGeom>
              <a:avLst/>
              <a:gdLst/>
              <a:ahLst/>
              <a:cxnLst/>
              <a:rect l="l" t="t" r="r" b="b"/>
              <a:pathLst>
                <a:path w="145" h="5183" extrusionOk="0">
                  <a:moveTo>
                    <a:pt x="81" y="1"/>
                  </a:moveTo>
                  <a:cubicBezTo>
                    <a:pt x="33" y="1"/>
                    <a:pt x="1" y="1156"/>
                    <a:pt x="1" y="2584"/>
                  </a:cubicBezTo>
                  <a:cubicBezTo>
                    <a:pt x="1" y="4012"/>
                    <a:pt x="33" y="5183"/>
                    <a:pt x="81" y="5183"/>
                  </a:cubicBezTo>
                  <a:cubicBezTo>
                    <a:pt x="113" y="5183"/>
                    <a:pt x="145" y="4012"/>
                    <a:pt x="145" y="2584"/>
                  </a:cubicBezTo>
                  <a:cubicBezTo>
                    <a:pt x="145" y="1156"/>
                    <a:pt x="113" y="1"/>
                    <a:pt x="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43"/>
            <p:cNvSpPr/>
            <p:nvPr/>
          </p:nvSpPr>
          <p:spPr>
            <a:xfrm>
              <a:off x="6411120" y="4269532"/>
              <a:ext cx="6532" cy="245734"/>
            </a:xfrm>
            <a:custGeom>
              <a:avLst/>
              <a:gdLst/>
              <a:ahLst/>
              <a:cxnLst/>
              <a:rect l="l" t="t" r="r" b="b"/>
              <a:pathLst>
                <a:path w="145" h="5455" extrusionOk="0">
                  <a:moveTo>
                    <a:pt x="80" y="0"/>
                  </a:moveTo>
                  <a:cubicBezTo>
                    <a:pt x="32" y="0"/>
                    <a:pt x="0" y="1220"/>
                    <a:pt x="0" y="2728"/>
                  </a:cubicBezTo>
                  <a:cubicBezTo>
                    <a:pt x="0" y="4236"/>
                    <a:pt x="32" y="5455"/>
                    <a:pt x="80" y="5455"/>
                  </a:cubicBezTo>
                  <a:cubicBezTo>
                    <a:pt x="112" y="5455"/>
                    <a:pt x="145" y="4236"/>
                    <a:pt x="145" y="2728"/>
                  </a:cubicBezTo>
                  <a:cubicBezTo>
                    <a:pt x="145" y="1220"/>
                    <a:pt x="112" y="0"/>
                    <a:pt x="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43"/>
            <p:cNvSpPr/>
            <p:nvPr/>
          </p:nvSpPr>
          <p:spPr>
            <a:xfrm>
              <a:off x="6368461" y="4273135"/>
              <a:ext cx="6532" cy="239247"/>
            </a:xfrm>
            <a:custGeom>
              <a:avLst/>
              <a:gdLst/>
              <a:ahLst/>
              <a:cxnLst/>
              <a:rect l="l" t="t" r="r" b="b"/>
              <a:pathLst>
                <a:path w="145" h="5311" extrusionOk="0">
                  <a:moveTo>
                    <a:pt x="65" y="0"/>
                  </a:moveTo>
                  <a:cubicBezTo>
                    <a:pt x="33" y="0"/>
                    <a:pt x="1" y="1188"/>
                    <a:pt x="1" y="2648"/>
                  </a:cubicBezTo>
                  <a:cubicBezTo>
                    <a:pt x="1" y="4124"/>
                    <a:pt x="33" y="5311"/>
                    <a:pt x="65" y="5311"/>
                  </a:cubicBezTo>
                  <a:cubicBezTo>
                    <a:pt x="113" y="5311"/>
                    <a:pt x="145" y="4124"/>
                    <a:pt x="145" y="2648"/>
                  </a:cubicBezTo>
                  <a:cubicBezTo>
                    <a:pt x="145" y="1188"/>
                    <a:pt x="113" y="0"/>
                    <a:pt x="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2" name="Google Shape;2032;p43"/>
          <p:cNvGrpSpPr/>
          <p:nvPr/>
        </p:nvGrpSpPr>
        <p:grpSpPr>
          <a:xfrm>
            <a:off x="5631885" y="1508623"/>
            <a:ext cx="2429925" cy="2787333"/>
            <a:chOff x="5882689" y="2014348"/>
            <a:chExt cx="2294716" cy="2635055"/>
          </a:xfrm>
        </p:grpSpPr>
        <p:sp>
          <p:nvSpPr>
            <p:cNvPr id="2033" name="Google Shape;2033;p43"/>
            <p:cNvSpPr/>
            <p:nvPr/>
          </p:nvSpPr>
          <p:spPr>
            <a:xfrm>
              <a:off x="5882689" y="2014348"/>
              <a:ext cx="2294716" cy="2635055"/>
            </a:xfrm>
            <a:custGeom>
              <a:avLst/>
              <a:gdLst/>
              <a:ahLst/>
              <a:cxnLst/>
              <a:rect l="l" t="t" r="r" b="b"/>
              <a:pathLst>
                <a:path w="71598" h="82217" extrusionOk="0">
                  <a:moveTo>
                    <a:pt x="16257" y="1"/>
                  </a:moveTo>
                  <a:cubicBezTo>
                    <a:pt x="14893" y="1"/>
                    <a:pt x="13664" y="957"/>
                    <a:pt x="13384" y="2343"/>
                  </a:cubicBezTo>
                  <a:cubicBezTo>
                    <a:pt x="11045" y="13922"/>
                    <a:pt x="2574" y="57447"/>
                    <a:pt x="302" y="69060"/>
                  </a:cubicBezTo>
                  <a:cubicBezTo>
                    <a:pt x="1" y="70647"/>
                    <a:pt x="1020" y="72184"/>
                    <a:pt x="2607" y="72502"/>
                  </a:cubicBezTo>
                  <a:lnTo>
                    <a:pt x="50260" y="82159"/>
                  </a:lnTo>
                  <a:cubicBezTo>
                    <a:pt x="50455" y="82198"/>
                    <a:pt x="50649" y="82216"/>
                    <a:pt x="50841" y="82216"/>
                  </a:cubicBezTo>
                  <a:cubicBezTo>
                    <a:pt x="52224" y="82216"/>
                    <a:pt x="53457" y="81246"/>
                    <a:pt x="53736" y="79837"/>
                  </a:cubicBezTo>
                  <a:lnTo>
                    <a:pt x="60252" y="46186"/>
                  </a:lnTo>
                  <a:lnTo>
                    <a:pt x="64312" y="46804"/>
                  </a:lnTo>
                  <a:cubicBezTo>
                    <a:pt x="64414" y="46821"/>
                    <a:pt x="64515" y="46829"/>
                    <a:pt x="64614" y="46829"/>
                  </a:cubicBezTo>
                  <a:cubicBezTo>
                    <a:pt x="65497" y="46829"/>
                    <a:pt x="66269" y="46186"/>
                    <a:pt x="66434" y="45300"/>
                  </a:cubicBezTo>
                  <a:lnTo>
                    <a:pt x="71413" y="18132"/>
                  </a:lnTo>
                  <a:cubicBezTo>
                    <a:pt x="71597" y="17113"/>
                    <a:pt x="70929" y="16144"/>
                    <a:pt x="69909" y="15960"/>
                  </a:cubicBezTo>
                  <a:lnTo>
                    <a:pt x="66250" y="15275"/>
                  </a:lnTo>
                  <a:lnTo>
                    <a:pt x="66735" y="12652"/>
                  </a:lnTo>
                  <a:cubicBezTo>
                    <a:pt x="67019" y="11064"/>
                    <a:pt x="65983" y="9561"/>
                    <a:pt x="64412" y="9260"/>
                  </a:cubicBezTo>
                  <a:lnTo>
                    <a:pt x="16810" y="53"/>
                  </a:lnTo>
                  <a:cubicBezTo>
                    <a:pt x="16624" y="18"/>
                    <a:pt x="16440" y="1"/>
                    <a:pt x="162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43"/>
            <p:cNvSpPr/>
            <p:nvPr/>
          </p:nvSpPr>
          <p:spPr>
            <a:xfrm>
              <a:off x="5921245" y="2125305"/>
              <a:ext cx="2060687" cy="2492817"/>
            </a:xfrm>
            <a:custGeom>
              <a:avLst/>
              <a:gdLst/>
              <a:ahLst/>
              <a:cxnLst/>
              <a:rect l="l" t="t" r="r" b="b"/>
              <a:pathLst>
                <a:path w="64296" h="77779" extrusionOk="0">
                  <a:moveTo>
                    <a:pt x="15740" y="0"/>
                  </a:moveTo>
                  <a:lnTo>
                    <a:pt x="1" y="66583"/>
                  </a:lnTo>
                  <a:lnTo>
                    <a:pt x="48890" y="77778"/>
                  </a:lnTo>
                  <a:lnTo>
                    <a:pt x="64295" y="11679"/>
                  </a:lnTo>
                  <a:lnTo>
                    <a:pt x="1574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43"/>
            <p:cNvSpPr/>
            <p:nvPr/>
          </p:nvSpPr>
          <p:spPr>
            <a:xfrm>
              <a:off x="5884292" y="2046045"/>
              <a:ext cx="1936974" cy="2415705"/>
            </a:xfrm>
            <a:custGeom>
              <a:avLst/>
              <a:gdLst/>
              <a:ahLst/>
              <a:cxnLst/>
              <a:rect l="l" t="t" r="r" b="b"/>
              <a:pathLst>
                <a:path w="60436" h="75373" extrusionOk="0">
                  <a:moveTo>
                    <a:pt x="11212" y="0"/>
                  </a:moveTo>
                  <a:lnTo>
                    <a:pt x="1" y="67486"/>
                  </a:lnTo>
                  <a:lnTo>
                    <a:pt x="49542" y="75372"/>
                  </a:lnTo>
                  <a:lnTo>
                    <a:pt x="60436" y="8371"/>
                  </a:lnTo>
                  <a:lnTo>
                    <a:pt x="112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43"/>
            <p:cNvSpPr/>
            <p:nvPr/>
          </p:nvSpPr>
          <p:spPr>
            <a:xfrm>
              <a:off x="5943488" y="2046045"/>
              <a:ext cx="1666536" cy="2322519"/>
            </a:xfrm>
            <a:custGeom>
              <a:avLst/>
              <a:gdLst/>
              <a:ahLst/>
              <a:cxnLst/>
              <a:rect l="l" t="t" r="r" b="b"/>
              <a:pathLst>
                <a:path w="51998" h="69558" extrusionOk="0">
                  <a:moveTo>
                    <a:pt x="2089" y="0"/>
                  </a:moveTo>
                  <a:lnTo>
                    <a:pt x="1" y="68372"/>
                  </a:lnTo>
                  <a:lnTo>
                    <a:pt x="50126" y="69558"/>
                  </a:lnTo>
                  <a:lnTo>
                    <a:pt x="51998" y="1705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 dirty="0"/>
                <a:t>More contacts in the month of May.</a:t>
              </a:r>
              <a:endParaRPr sz="1300" dirty="0"/>
            </a:p>
          </p:txBody>
        </p:sp>
        <p:sp>
          <p:nvSpPr>
            <p:cNvPr id="2037" name="Google Shape;2037;p43"/>
            <p:cNvSpPr/>
            <p:nvPr/>
          </p:nvSpPr>
          <p:spPr>
            <a:xfrm>
              <a:off x="5941084" y="2159566"/>
              <a:ext cx="1671343" cy="2232026"/>
            </a:xfrm>
            <a:custGeom>
              <a:avLst/>
              <a:gdLst/>
              <a:ahLst/>
              <a:cxnLst/>
              <a:rect l="l" t="t" r="r" b="b"/>
              <a:pathLst>
                <a:path w="52148" h="69642" extrusionOk="0">
                  <a:moveTo>
                    <a:pt x="2172" y="0"/>
                  </a:moveTo>
                  <a:lnTo>
                    <a:pt x="52012" y="1769"/>
                  </a:lnTo>
                  <a:lnTo>
                    <a:pt x="52012" y="1769"/>
                  </a:lnTo>
                  <a:cubicBezTo>
                    <a:pt x="51478" y="20804"/>
                    <a:pt x="50845" y="44213"/>
                    <a:pt x="50144" y="69487"/>
                  </a:cubicBezTo>
                  <a:lnTo>
                    <a:pt x="50144" y="69487"/>
                  </a:lnTo>
                  <a:lnTo>
                    <a:pt x="49858" y="69474"/>
                  </a:lnTo>
                  <a:cubicBezTo>
                    <a:pt x="32024" y="69057"/>
                    <a:pt x="15123" y="68657"/>
                    <a:pt x="152" y="68306"/>
                  </a:cubicBezTo>
                  <a:lnTo>
                    <a:pt x="152" y="68306"/>
                  </a:lnTo>
                  <a:cubicBezTo>
                    <a:pt x="1354" y="27904"/>
                    <a:pt x="2155" y="635"/>
                    <a:pt x="2172" y="1"/>
                  </a:cubicBezTo>
                  <a:lnTo>
                    <a:pt x="2172" y="1"/>
                  </a:lnTo>
                  <a:cubicBezTo>
                    <a:pt x="2155" y="636"/>
                    <a:pt x="1286" y="27933"/>
                    <a:pt x="17" y="68372"/>
                  </a:cubicBezTo>
                  <a:lnTo>
                    <a:pt x="0" y="68438"/>
                  </a:lnTo>
                  <a:lnTo>
                    <a:pt x="84" y="68438"/>
                  </a:lnTo>
                  <a:cubicBezTo>
                    <a:pt x="15071" y="68806"/>
                    <a:pt x="31997" y="69207"/>
                    <a:pt x="49842" y="69641"/>
                  </a:cubicBezTo>
                  <a:lnTo>
                    <a:pt x="50293" y="69641"/>
                  </a:lnTo>
                  <a:lnTo>
                    <a:pt x="50293" y="69558"/>
                  </a:lnTo>
                  <a:cubicBezTo>
                    <a:pt x="50978" y="44228"/>
                    <a:pt x="51630" y="20786"/>
                    <a:pt x="52148" y="1721"/>
                  </a:cubicBezTo>
                  <a:lnTo>
                    <a:pt x="52148" y="1655"/>
                  </a:lnTo>
                  <a:lnTo>
                    <a:pt x="52081" y="1655"/>
                  </a:lnTo>
                  <a:lnTo>
                    <a:pt x="21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43"/>
            <p:cNvSpPr/>
            <p:nvPr/>
          </p:nvSpPr>
          <p:spPr>
            <a:xfrm>
              <a:off x="6159561" y="2538854"/>
              <a:ext cx="1234919" cy="22756"/>
            </a:xfrm>
            <a:custGeom>
              <a:avLst/>
              <a:gdLst/>
              <a:ahLst/>
              <a:cxnLst/>
              <a:rect l="l" t="t" r="r" b="b"/>
              <a:pathLst>
                <a:path w="38531" h="710" extrusionOk="0">
                  <a:moveTo>
                    <a:pt x="5008" y="0"/>
                  </a:moveTo>
                  <a:cubicBezTo>
                    <a:pt x="1898" y="0"/>
                    <a:pt x="1" y="29"/>
                    <a:pt x="1" y="84"/>
                  </a:cubicBezTo>
                  <a:cubicBezTo>
                    <a:pt x="1" y="218"/>
                    <a:pt x="8623" y="435"/>
                    <a:pt x="19266" y="585"/>
                  </a:cubicBezTo>
                  <a:cubicBezTo>
                    <a:pt x="25047" y="667"/>
                    <a:pt x="30239" y="710"/>
                    <a:pt x="33773" y="710"/>
                  </a:cubicBezTo>
                  <a:cubicBezTo>
                    <a:pt x="36735" y="710"/>
                    <a:pt x="38531" y="680"/>
                    <a:pt x="38531" y="619"/>
                  </a:cubicBezTo>
                  <a:cubicBezTo>
                    <a:pt x="38531" y="485"/>
                    <a:pt x="29909" y="268"/>
                    <a:pt x="19266" y="118"/>
                  </a:cubicBezTo>
                  <a:cubicBezTo>
                    <a:pt x="13619" y="38"/>
                    <a:pt x="8534" y="0"/>
                    <a:pt x="5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43"/>
            <p:cNvSpPr/>
            <p:nvPr/>
          </p:nvSpPr>
          <p:spPr>
            <a:xfrm>
              <a:off x="6156069" y="2713946"/>
              <a:ext cx="1234919" cy="22531"/>
            </a:xfrm>
            <a:custGeom>
              <a:avLst/>
              <a:gdLst/>
              <a:ahLst/>
              <a:cxnLst/>
              <a:rect l="l" t="t" r="r" b="b"/>
              <a:pathLst>
                <a:path w="38531" h="703" extrusionOk="0">
                  <a:moveTo>
                    <a:pt x="5014" y="0"/>
                  </a:moveTo>
                  <a:cubicBezTo>
                    <a:pt x="1906" y="0"/>
                    <a:pt x="8" y="30"/>
                    <a:pt x="0" y="84"/>
                  </a:cubicBezTo>
                  <a:cubicBezTo>
                    <a:pt x="0" y="218"/>
                    <a:pt x="8622" y="435"/>
                    <a:pt x="19265" y="586"/>
                  </a:cubicBezTo>
                  <a:cubicBezTo>
                    <a:pt x="24921" y="666"/>
                    <a:pt x="30005" y="703"/>
                    <a:pt x="33529" y="703"/>
                  </a:cubicBezTo>
                  <a:cubicBezTo>
                    <a:pt x="36637" y="703"/>
                    <a:pt x="38530" y="674"/>
                    <a:pt x="38530" y="619"/>
                  </a:cubicBezTo>
                  <a:cubicBezTo>
                    <a:pt x="38530" y="485"/>
                    <a:pt x="29909" y="268"/>
                    <a:pt x="19265" y="118"/>
                  </a:cubicBezTo>
                  <a:cubicBezTo>
                    <a:pt x="13618" y="38"/>
                    <a:pt x="8538" y="0"/>
                    <a:pt x="50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43"/>
            <p:cNvSpPr/>
            <p:nvPr/>
          </p:nvSpPr>
          <p:spPr>
            <a:xfrm>
              <a:off x="6156332" y="3812673"/>
              <a:ext cx="1234406" cy="22756"/>
            </a:xfrm>
            <a:custGeom>
              <a:avLst/>
              <a:gdLst/>
              <a:ahLst/>
              <a:cxnLst/>
              <a:rect l="l" t="t" r="r" b="b"/>
              <a:pathLst>
                <a:path w="38515" h="710" extrusionOk="0">
                  <a:moveTo>
                    <a:pt x="5002" y="0"/>
                  </a:moveTo>
                  <a:cubicBezTo>
                    <a:pt x="1894" y="0"/>
                    <a:pt x="1" y="29"/>
                    <a:pt x="1" y="84"/>
                  </a:cubicBezTo>
                  <a:cubicBezTo>
                    <a:pt x="1" y="218"/>
                    <a:pt x="8623" y="435"/>
                    <a:pt x="19249" y="585"/>
                  </a:cubicBezTo>
                  <a:cubicBezTo>
                    <a:pt x="25039" y="667"/>
                    <a:pt x="30231" y="709"/>
                    <a:pt x="33762" y="709"/>
                  </a:cubicBezTo>
                  <a:cubicBezTo>
                    <a:pt x="36721" y="709"/>
                    <a:pt x="38514" y="680"/>
                    <a:pt x="38514" y="619"/>
                  </a:cubicBezTo>
                  <a:cubicBezTo>
                    <a:pt x="38514" y="485"/>
                    <a:pt x="29893" y="268"/>
                    <a:pt x="19266" y="118"/>
                  </a:cubicBezTo>
                  <a:cubicBezTo>
                    <a:pt x="13610" y="38"/>
                    <a:pt x="8526" y="0"/>
                    <a:pt x="5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43"/>
            <p:cNvSpPr/>
            <p:nvPr/>
          </p:nvSpPr>
          <p:spPr>
            <a:xfrm>
              <a:off x="6152582" y="4018819"/>
              <a:ext cx="1234919" cy="22788"/>
            </a:xfrm>
            <a:custGeom>
              <a:avLst/>
              <a:gdLst/>
              <a:ahLst/>
              <a:cxnLst/>
              <a:rect l="l" t="t" r="r" b="b"/>
              <a:pathLst>
                <a:path w="38531" h="711" extrusionOk="0">
                  <a:moveTo>
                    <a:pt x="5002" y="1"/>
                  </a:moveTo>
                  <a:cubicBezTo>
                    <a:pt x="1894" y="1"/>
                    <a:pt x="1" y="30"/>
                    <a:pt x="1" y="85"/>
                  </a:cubicBezTo>
                  <a:cubicBezTo>
                    <a:pt x="1" y="219"/>
                    <a:pt x="8623" y="452"/>
                    <a:pt x="19266" y="586"/>
                  </a:cubicBezTo>
                  <a:cubicBezTo>
                    <a:pt x="25047" y="668"/>
                    <a:pt x="30234" y="710"/>
                    <a:pt x="33763" y="710"/>
                  </a:cubicBezTo>
                  <a:cubicBezTo>
                    <a:pt x="36721" y="710"/>
                    <a:pt x="38514" y="681"/>
                    <a:pt x="38514" y="620"/>
                  </a:cubicBezTo>
                  <a:lnTo>
                    <a:pt x="38531" y="620"/>
                  </a:lnTo>
                  <a:cubicBezTo>
                    <a:pt x="38531" y="486"/>
                    <a:pt x="29909" y="269"/>
                    <a:pt x="19266" y="118"/>
                  </a:cubicBezTo>
                  <a:cubicBezTo>
                    <a:pt x="13610" y="38"/>
                    <a:pt x="8526" y="1"/>
                    <a:pt x="5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43"/>
            <p:cNvSpPr/>
            <p:nvPr/>
          </p:nvSpPr>
          <p:spPr>
            <a:xfrm>
              <a:off x="6159560" y="3606788"/>
              <a:ext cx="1234919" cy="22499"/>
            </a:xfrm>
            <a:custGeom>
              <a:avLst/>
              <a:gdLst/>
              <a:ahLst/>
              <a:cxnLst/>
              <a:rect l="l" t="t" r="r" b="b"/>
              <a:pathLst>
                <a:path w="38531" h="702" extrusionOk="0">
                  <a:moveTo>
                    <a:pt x="5022" y="1"/>
                  </a:moveTo>
                  <a:cubicBezTo>
                    <a:pt x="1913" y="1"/>
                    <a:pt x="18" y="30"/>
                    <a:pt x="18" y="93"/>
                  </a:cubicBezTo>
                  <a:cubicBezTo>
                    <a:pt x="1" y="210"/>
                    <a:pt x="8623" y="444"/>
                    <a:pt x="19266" y="577"/>
                  </a:cubicBezTo>
                  <a:cubicBezTo>
                    <a:pt x="25056" y="659"/>
                    <a:pt x="30248" y="701"/>
                    <a:pt x="33779" y="701"/>
                  </a:cubicBezTo>
                  <a:cubicBezTo>
                    <a:pt x="36738" y="701"/>
                    <a:pt x="38531" y="672"/>
                    <a:pt x="38531" y="611"/>
                  </a:cubicBezTo>
                  <a:cubicBezTo>
                    <a:pt x="38531" y="477"/>
                    <a:pt x="29909" y="260"/>
                    <a:pt x="19266" y="110"/>
                  </a:cubicBezTo>
                  <a:cubicBezTo>
                    <a:pt x="13622" y="39"/>
                    <a:pt x="8543" y="1"/>
                    <a:pt x="50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4" name="Google Shape;2044;p43"/>
          <p:cNvSpPr txBox="1"/>
          <p:nvPr/>
        </p:nvSpPr>
        <p:spPr>
          <a:xfrm>
            <a:off x="5876042" y="1756919"/>
            <a:ext cx="1436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Josefin Sans"/>
                <a:ea typeface="Josefin Sans"/>
                <a:cs typeface="Josefin Sans"/>
                <a:sym typeface="Josefin Sans"/>
              </a:rPr>
              <a:t>Take Away:</a:t>
            </a:r>
            <a:endParaRPr b="1" dirty="0"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4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05ACF7E9-84CB-47B7-87D4-C8A9AD461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943" y="1640806"/>
            <a:ext cx="4766462" cy="310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75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4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grpSp>
        <p:nvGrpSpPr>
          <p:cNvPr id="2007" name="Google Shape;2007;p43"/>
          <p:cNvGrpSpPr/>
          <p:nvPr/>
        </p:nvGrpSpPr>
        <p:grpSpPr>
          <a:xfrm>
            <a:off x="7866273" y="4339870"/>
            <a:ext cx="576726" cy="283581"/>
            <a:chOff x="6546428" y="4405392"/>
            <a:chExt cx="521830" cy="256588"/>
          </a:xfrm>
        </p:grpSpPr>
        <p:sp>
          <p:nvSpPr>
            <p:cNvPr id="2008" name="Google Shape;2008;p43"/>
            <p:cNvSpPr/>
            <p:nvPr/>
          </p:nvSpPr>
          <p:spPr>
            <a:xfrm>
              <a:off x="6564492" y="4539811"/>
              <a:ext cx="503766" cy="122169"/>
            </a:xfrm>
            <a:custGeom>
              <a:avLst/>
              <a:gdLst/>
              <a:ahLst/>
              <a:cxnLst/>
              <a:rect l="l" t="t" r="r" b="b"/>
              <a:pathLst>
                <a:path w="11183" h="2712" extrusionOk="0">
                  <a:moveTo>
                    <a:pt x="1" y="0"/>
                  </a:moveTo>
                  <a:lnTo>
                    <a:pt x="241" y="2712"/>
                  </a:lnTo>
                  <a:lnTo>
                    <a:pt x="11183" y="2712"/>
                  </a:lnTo>
                  <a:lnTo>
                    <a:pt x="11183" y="8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43"/>
            <p:cNvSpPr/>
            <p:nvPr/>
          </p:nvSpPr>
          <p:spPr>
            <a:xfrm>
              <a:off x="6592691" y="4470439"/>
              <a:ext cx="468359" cy="105546"/>
            </a:xfrm>
            <a:custGeom>
              <a:avLst/>
              <a:gdLst/>
              <a:ahLst/>
              <a:cxnLst/>
              <a:rect l="l" t="t" r="r" b="b"/>
              <a:pathLst>
                <a:path w="10397" h="2343" extrusionOk="0">
                  <a:moveTo>
                    <a:pt x="0" y="0"/>
                  </a:moveTo>
                  <a:lnTo>
                    <a:pt x="0" y="1589"/>
                  </a:lnTo>
                  <a:lnTo>
                    <a:pt x="10188" y="2343"/>
                  </a:lnTo>
                  <a:lnTo>
                    <a:pt x="103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0" name="Google Shape;2010;p43"/>
            <p:cNvSpPr/>
            <p:nvPr/>
          </p:nvSpPr>
          <p:spPr>
            <a:xfrm>
              <a:off x="6546428" y="4405392"/>
              <a:ext cx="471963" cy="65094"/>
            </a:xfrm>
            <a:custGeom>
              <a:avLst/>
              <a:gdLst/>
              <a:ahLst/>
              <a:cxnLst/>
              <a:rect l="l" t="t" r="r" b="b"/>
              <a:pathLst>
                <a:path w="10477" h="1445" extrusionOk="0">
                  <a:moveTo>
                    <a:pt x="1" y="0"/>
                  </a:moveTo>
                  <a:lnTo>
                    <a:pt x="209" y="1444"/>
                  </a:lnTo>
                  <a:lnTo>
                    <a:pt x="10477" y="1444"/>
                  </a:lnTo>
                  <a:lnTo>
                    <a:pt x="10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43"/>
            <p:cNvSpPr/>
            <p:nvPr/>
          </p:nvSpPr>
          <p:spPr>
            <a:xfrm>
              <a:off x="6592691" y="4470439"/>
              <a:ext cx="452457" cy="15947"/>
            </a:xfrm>
            <a:custGeom>
              <a:avLst/>
              <a:gdLst/>
              <a:ahLst/>
              <a:cxnLst/>
              <a:rect l="l" t="t" r="r" b="b"/>
              <a:pathLst>
                <a:path w="10044" h="354" extrusionOk="0">
                  <a:moveTo>
                    <a:pt x="0" y="0"/>
                  </a:moveTo>
                  <a:lnTo>
                    <a:pt x="0" y="353"/>
                  </a:lnTo>
                  <a:lnTo>
                    <a:pt x="100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43"/>
            <p:cNvSpPr/>
            <p:nvPr/>
          </p:nvSpPr>
          <p:spPr>
            <a:xfrm>
              <a:off x="6592691" y="4541973"/>
              <a:ext cx="460385" cy="34011"/>
            </a:xfrm>
            <a:custGeom>
              <a:avLst/>
              <a:gdLst/>
              <a:ahLst/>
              <a:cxnLst/>
              <a:rect l="l" t="t" r="r" b="b"/>
              <a:pathLst>
                <a:path w="10220" h="755" extrusionOk="0">
                  <a:moveTo>
                    <a:pt x="0" y="1"/>
                  </a:moveTo>
                  <a:lnTo>
                    <a:pt x="10188" y="755"/>
                  </a:lnTo>
                  <a:lnTo>
                    <a:pt x="10220" y="3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43"/>
            <p:cNvSpPr/>
            <p:nvPr/>
          </p:nvSpPr>
          <p:spPr>
            <a:xfrm>
              <a:off x="6844906" y="4504404"/>
              <a:ext cx="200236" cy="10136"/>
            </a:xfrm>
            <a:custGeom>
              <a:avLst/>
              <a:gdLst/>
              <a:ahLst/>
              <a:cxnLst/>
              <a:rect l="l" t="t" r="r" b="b"/>
              <a:pathLst>
                <a:path w="4445" h="225" extrusionOk="0">
                  <a:moveTo>
                    <a:pt x="1765" y="0"/>
                  </a:moveTo>
                  <a:lnTo>
                    <a:pt x="1" y="225"/>
                  </a:lnTo>
                  <a:lnTo>
                    <a:pt x="4445" y="225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43"/>
            <p:cNvSpPr/>
            <p:nvPr/>
          </p:nvSpPr>
          <p:spPr>
            <a:xfrm>
              <a:off x="6571023" y="4611345"/>
              <a:ext cx="149648" cy="10901"/>
            </a:xfrm>
            <a:custGeom>
              <a:avLst/>
              <a:gdLst/>
              <a:ahLst/>
              <a:cxnLst/>
              <a:rect l="l" t="t" r="r" b="b"/>
              <a:pathLst>
                <a:path w="3322" h="242" extrusionOk="0">
                  <a:moveTo>
                    <a:pt x="0" y="1"/>
                  </a:moveTo>
                  <a:lnTo>
                    <a:pt x="16" y="241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43"/>
            <p:cNvSpPr/>
            <p:nvPr/>
          </p:nvSpPr>
          <p:spPr>
            <a:xfrm>
              <a:off x="6710487" y="4428501"/>
              <a:ext cx="308620" cy="9460"/>
            </a:xfrm>
            <a:custGeom>
              <a:avLst/>
              <a:gdLst/>
              <a:ahLst/>
              <a:cxnLst/>
              <a:rect l="l" t="t" r="r" b="b"/>
              <a:pathLst>
                <a:path w="6851" h="210" extrusionOk="0">
                  <a:moveTo>
                    <a:pt x="6835" y="1"/>
                  </a:moveTo>
                  <a:lnTo>
                    <a:pt x="0" y="209"/>
                  </a:lnTo>
                  <a:cubicBezTo>
                    <a:pt x="0" y="209"/>
                    <a:pt x="6851" y="161"/>
                    <a:pt x="68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6" name="Google Shape;2016;p43"/>
          <p:cNvGrpSpPr/>
          <p:nvPr/>
        </p:nvGrpSpPr>
        <p:grpSpPr>
          <a:xfrm>
            <a:off x="8536117" y="4170695"/>
            <a:ext cx="589572" cy="505624"/>
            <a:chOff x="5954517" y="4199439"/>
            <a:chExt cx="533452" cy="457495"/>
          </a:xfrm>
        </p:grpSpPr>
        <p:sp>
          <p:nvSpPr>
            <p:cNvPr id="2017" name="Google Shape;2017;p43"/>
            <p:cNvSpPr/>
            <p:nvPr/>
          </p:nvSpPr>
          <p:spPr>
            <a:xfrm>
              <a:off x="5956724" y="4199439"/>
              <a:ext cx="526876" cy="70860"/>
            </a:xfrm>
            <a:custGeom>
              <a:avLst/>
              <a:gdLst/>
              <a:ahLst/>
              <a:cxnLst/>
              <a:rect l="l" t="t" r="r" b="b"/>
              <a:pathLst>
                <a:path w="11696" h="1573" extrusionOk="0">
                  <a:moveTo>
                    <a:pt x="0" y="0"/>
                  </a:moveTo>
                  <a:lnTo>
                    <a:pt x="0" y="1572"/>
                  </a:lnTo>
                  <a:lnTo>
                    <a:pt x="11696" y="1572"/>
                  </a:lnTo>
                  <a:lnTo>
                    <a:pt x="1169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43"/>
            <p:cNvSpPr/>
            <p:nvPr/>
          </p:nvSpPr>
          <p:spPr>
            <a:xfrm>
              <a:off x="6025375" y="4202322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4" y="0"/>
                  </a:moveTo>
                  <a:cubicBezTo>
                    <a:pt x="32" y="0"/>
                    <a:pt x="0" y="337"/>
                    <a:pt x="0" y="738"/>
                  </a:cubicBezTo>
                  <a:cubicBezTo>
                    <a:pt x="0" y="1139"/>
                    <a:pt x="32" y="1476"/>
                    <a:pt x="64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43"/>
            <p:cNvSpPr/>
            <p:nvPr/>
          </p:nvSpPr>
          <p:spPr>
            <a:xfrm>
              <a:off x="6013798" y="4200881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5" y="0"/>
                  </a:moveTo>
                  <a:cubicBezTo>
                    <a:pt x="33" y="0"/>
                    <a:pt x="1" y="337"/>
                    <a:pt x="1" y="738"/>
                  </a:cubicBezTo>
                  <a:cubicBezTo>
                    <a:pt x="1" y="1139"/>
                    <a:pt x="33" y="1476"/>
                    <a:pt x="65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43"/>
            <p:cNvSpPr/>
            <p:nvPr/>
          </p:nvSpPr>
          <p:spPr>
            <a:xfrm>
              <a:off x="6439487" y="4202322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4" y="0"/>
                  </a:moveTo>
                  <a:cubicBezTo>
                    <a:pt x="32" y="0"/>
                    <a:pt x="0" y="337"/>
                    <a:pt x="0" y="738"/>
                  </a:cubicBezTo>
                  <a:cubicBezTo>
                    <a:pt x="0" y="1139"/>
                    <a:pt x="32" y="1476"/>
                    <a:pt x="64" y="1476"/>
                  </a:cubicBezTo>
                  <a:cubicBezTo>
                    <a:pt x="112" y="1476"/>
                    <a:pt x="145" y="1139"/>
                    <a:pt x="145" y="738"/>
                  </a:cubicBezTo>
                  <a:cubicBezTo>
                    <a:pt x="145" y="337"/>
                    <a:pt x="112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43"/>
            <p:cNvSpPr/>
            <p:nvPr/>
          </p:nvSpPr>
          <p:spPr>
            <a:xfrm>
              <a:off x="6427910" y="4200881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81" y="0"/>
                  </a:moveTo>
                  <a:cubicBezTo>
                    <a:pt x="33" y="0"/>
                    <a:pt x="0" y="337"/>
                    <a:pt x="0" y="738"/>
                  </a:cubicBezTo>
                  <a:cubicBezTo>
                    <a:pt x="0" y="1139"/>
                    <a:pt x="33" y="1476"/>
                    <a:pt x="81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43"/>
            <p:cNvSpPr/>
            <p:nvPr/>
          </p:nvSpPr>
          <p:spPr>
            <a:xfrm>
              <a:off x="6093305" y="4233404"/>
              <a:ext cx="268889" cy="6532"/>
            </a:xfrm>
            <a:custGeom>
              <a:avLst/>
              <a:gdLst/>
              <a:ahLst/>
              <a:cxnLst/>
              <a:rect l="l" t="t" r="r" b="b"/>
              <a:pathLst>
                <a:path w="5969" h="145" extrusionOk="0">
                  <a:moveTo>
                    <a:pt x="2984" y="0"/>
                  </a:moveTo>
                  <a:cubicBezTo>
                    <a:pt x="1332" y="0"/>
                    <a:pt x="0" y="32"/>
                    <a:pt x="0" y="80"/>
                  </a:cubicBezTo>
                  <a:cubicBezTo>
                    <a:pt x="0" y="112"/>
                    <a:pt x="1332" y="144"/>
                    <a:pt x="2984" y="144"/>
                  </a:cubicBezTo>
                  <a:cubicBezTo>
                    <a:pt x="4637" y="144"/>
                    <a:pt x="5968" y="112"/>
                    <a:pt x="5968" y="80"/>
                  </a:cubicBezTo>
                  <a:cubicBezTo>
                    <a:pt x="5968" y="32"/>
                    <a:pt x="4637" y="0"/>
                    <a:pt x="29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43"/>
            <p:cNvSpPr/>
            <p:nvPr/>
          </p:nvSpPr>
          <p:spPr>
            <a:xfrm>
              <a:off x="5954517" y="4516702"/>
              <a:ext cx="526921" cy="140233"/>
            </a:xfrm>
            <a:custGeom>
              <a:avLst/>
              <a:gdLst/>
              <a:ahLst/>
              <a:cxnLst/>
              <a:rect l="l" t="t" r="r" b="b"/>
              <a:pathLst>
                <a:path w="11697" h="3113" extrusionOk="0">
                  <a:moveTo>
                    <a:pt x="1" y="0"/>
                  </a:moveTo>
                  <a:lnTo>
                    <a:pt x="1" y="3112"/>
                  </a:lnTo>
                  <a:lnTo>
                    <a:pt x="11697" y="3112"/>
                  </a:lnTo>
                  <a:lnTo>
                    <a:pt x="116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43"/>
            <p:cNvSpPr/>
            <p:nvPr/>
          </p:nvSpPr>
          <p:spPr>
            <a:xfrm>
              <a:off x="5956003" y="4528234"/>
              <a:ext cx="531966" cy="122259"/>
            </a:xfrm>
            <a:custGeom>
              <a:avLst/>
              <a:gdLst/>
              <a:ahLst/>
              <a:cxnLst/>
              <a:rect l="l" t="t" r="r" b="b"/>
              <a:pathLst>
                <a:path w="11809" h="2714" extrusionOk="0">
                  <a:moveTo>
                    <a:pt x="6494" y="154"/>
                  </a:moveTo>
                  <a:cubicBezTo>
                    <a:pt x="6583" y="154"/>
                    <a:pt x="6674" y="183"/>
                    <a:pt x="6754" y="241"/>
                  </a:cubicBezTo>
                  <a:cubicBezTo>
                    <a:pt x="6947" y="354"/>
                    <a:pt x="7075" y="546"/>
                    <a:pt x="7123" y="771"/>
                  </a:cubicBezTo>
                  <a:cubicBezTo>
                    <a:pt x="7198" y="1203"/>
                    <a:pt x="7078" y="1636"/>
                    <a:pt x="6778" y="1940"/>
                  </a:cubicBezTo>
                  <a:lnTo>
                    <a:pt x="6778" y="1940"/>
                  </a:lnTo>
                  <a:cubicBezTo>
                    <a:pt x="6568" y="1811"/>
                    <a:pt x="6381" y="1646"/>
                    <a:pt x="6225" y="1445"/>
                  </a:cubicBezTo>
                  <a:cubicBezTo>
                    <a:pt x="6081" y="1284"/>
                    <a:pt x="6000" y="1076"/>
                    <a:pt x="5984" y="851"/>
                  </a:cubicBezTo>
                  <a:cubicBezTo>
                    <a:pt x="5968" y="643"/>
                    <a:pt x="6032" y="418"/>
                    <a:pt x="6193" y="274"/>
                  </a:cubicBezTo>
                  <a:cubicBezTo>
                    <a:pt x="6280" y="195"/>
                    <a:pt x="6386" y="154"/>
                    <a:pt x="6494" y="154"/>
                  </a:cubicBezTo>
                  <a:close/>
                  <a:moveTo>
                    <a:pt x="9312" y="127"/>
                  </a:moveTo>
                  <a:cubicBezTo>
                    <a:pt x="9326" y="127"/>
                    <a:pt x="9340" y="128"/>
                    <a:pt x="9353" y="129"/>
                  </a:cubicBezTo>
                  <a:cubicBezTo>
                    <a:pt x="9658" y="145"/>
                    <a:pt x="9931" y="482"/>
                    <a:pt x="9963" y="819"/>
                  </a:cubicBezTo>
                  <a:cubicBezTo>
                    <a:pt x="9979" y="1204"/>
                    <a:pt x="9851" y="1557"/>
                    <a:pt x="9578" y="1830"/>
                  </a:cubicBezTo>
                  <a:cubicBezTo>
                    <a:pt x="9517" y="1894"/>
                    <a:pt x="9451" y="1953"/>
                    <a:pt x="9381" y="2006"/>
                  </a:cubicBezTo>
                  <a:lnTo>
                    <a:pt x="9381" y="2006"/>
                  </a:lnTo>
                  <a:cubicBezTo>
                    <a:pt x="9201" y="1884"/>
                    <a:pt x="9053" y="1726"/>
                    <a:pt x="8936" y="1557"/>
                  </a:cubicBezTo>
                  <a:cubicBezTo>
                    <a:pt x="8776" y="1300"/>
                    <a:pt x="8712" y="1012"/>
                    <a:pt x="8744" y="723"/>
                  </a:cubicBezTo>
                  <a:cubicBezTo>
                    <a:pt x="8776" y="562"/>
                    <a:pt x="8840" y="418"/>
                    <a:pt x="8936" y="306"/>
                  </a:cubicBezTo>
                  <a:cubicBezTo>
                    <a:pt x="9039" y="203"/>
                    <a:pt x="9168" y="127"/>
                    <a:pt x="9312" y="127"/>
                  </a:cubicBezTo>
                  <a:close/>
                  <a:moveTo>
                    <a:pt x="3584" y="182"/>
                  </a:moveTo>
                  <a:cubicBezTo>
                    <a:pt x="3710" y="182"/>
                    <a:pt x="3837" y="221"/>
                    <a:pt x="3947" y="306"/>
                  </a:cubicBezTo>
                  <a:cubicBezTo>
                    <a:pt x="4203" y="530"/>
                    <a:pt x="4300" y="899"/>
                    <a:pt x="4187" y="1236"/>
                  </a:cubicBezTo>
                  <a:cubicBezTo>
                    <a:pt x="4091" y="1541"/>
                    <a:pt x="3899" y="1814"/>
                    <a:pt x="3642" y="2006"/>
                  </a:cubicBezTo>
                  <a:cubicBezTo>
                    <a:pt x="3620" y="2024"/>
                    <a:pt x="3599" y="2042"/>
                    <a:pt x="3577" y="2060"/>
                  </a:cubicBezTo>
                  <a:lnTo>
                    <a:pt x="3577" y="2060"/>
                  </a:lnTo>
                  <a:cubicBezTo>
                    <a:pt x="3434" y="1939"/>
                    <a:pt x="3310" y="1796"/>
                    <a:pt x="3209" y="1637"/>
                  </a:cubicBezTo>
                  <a:cubicBezTo>
                    <a:pt x="2984" y="1316"/>
                    <a:pt x="2936" y="899"/>
                    <a:pt x="3080" y="530"/>
                  </a:cubicBezTo>
                  <a:cubicBezTo>
                    <a:pt x="3145" y="354"/>
                    <a:pt x="3289" y="225"/>
                    <a:pt x="3465" y="193"/>
                  </a:cubicBezTo>
                  <a:cubicBezTo>
                    <a:pt x="3504" y="186"/>
                    <a:pt x="3544" y="182"/>
                    <a:pt x="3584" y="182"/>
                  </a:cubicBezTo>
                  <a:close/>
                  <a:moveTo>
                    <a:pt x="6450" y="1"/>
                  </a:moveTo>
                  <a:cubicBezTo>
                    <a:pt x="6321" y="17"/>
                    <a:pt x="6193" y="65"/>
                    <a:pt x="6097" y="161"/>
                  </a:cubicBezTo>
                  <a:cubicBezTo>
                    <a:pt x="5904" y="354"/>
                    <a:pt x="5808" y="610"/>
                    <a:pt x="5840" y="867"/>
                  </a:cubicBezTo>
                  <a:cubicBezTo>
                    <a:pt x="5856" y="1108"/>
                    <a:pt x="5952" y="1348"/>
                    <a:pt x="6113" y="1541"/>
                  </a:cubicBezTo>
                  <a:cubicBezTo>
                    <a:pt x="6269" y="1732"/>
                    <a:pt x="6458" y="1899"/>
                    <a:pt x="6670" y="2036"/>
                  </a:cubicBezTo>
                  <a:lnTo>
                    <a:pt x="6670" y="2036"/>
                  </a:lnTo>
                  <a:cubicBezTo>
                    <a:pt x="6323" y="2307"/>
                    <a:pt x="5905" y="2473"/>
                    <a:pt x="5471" y="2504"/>
                  </a:cubicBezTo>
                  <a:cubicBezTo>
                    <a:pt x="5342" y="2523"/>
                    <a:pt x="5211" y="2532"/>
                    <a:pt x="5080" y="2532"/>
                  </a:cubicBezTo>
                  <a:cubicBezTo>
                    <a:pt x="4772" y="2532"/>
                    <a:pt x="4464" y="2481"/>
                    <a:pt x="4171" y="2391"/>
                  </a:cubicBezTo>
                  <a:cubicBezTo>
                    <a:pt x="3985" y="2332"/>
                    <a:pt x="3813" y="2241"/>
                    <a:pt x="3659" y="2126"/>
                  </a:cubicBezTo>
                  <a:lnTo>
                    <a:pt x="3659" y="2126"/>
                  </a:lnTo>
                  <a:cubicBezTo>
                    <a:pt x="3675" y="2113"/>
                    <a:pt x="3691" y="2100"/>
                    <a:pt x="3706" y="2086"/>
                  </a:cubicBezTo>
                  <a:cubicBezTo>
                    <a:pt x="3979" y="1878"/>
                    <a:pt x="4187" y="1589"/>
                    <a:pt x="4300" y="1268"/>
                  </a:cubicBezTo>
                  <a:cubicBezTo>
                    <a:pt x="4428" y="883"/>
                    <a:pt x="4316" y="466"/>
                    <a:pt x="4027" y="209"/>
                  </a:cubicBezTo>
                  <a:cubicBezTo>
                    <a:pt x="3886" y="107"/>
                    <a:pt x="3724" y="55"/>
                    <a:pt x="3558" y="55"/>
                  </a:cubicBezTo>
                  <a:cubicBezTo>
                    <a:pt x="3517" y="55"/>
                    <a:pt x="3475" y="59"/>
                    <a:pt x="3433" y="65"/>
                  </a:cubicBezTo>
                  <a:cubicBezTo>
                    <a:pt x="3225" y="113"/>
                    <a:pt x="3032" y="257"/>
                    <a:pt x="2952" y="466"/>
                  </a:cubicBezTo>
                  <a:cubicBezTo>
                    <a:pt x="2808" y="883"/>
                    <a:pt x="2856" y="1348"/>
                    <a:pt x="3080" y="1717"/>
                  </a:cubicBezTo>
                  <a:cubicBezTo>
                    <a:pt x="3184" y="1883"/>
                    <a:pt x="3311" y="2028"/>
                    <a:pt x="3457" y="2151"/>
                  </a:cubicBezTo>
                  <a:lnTo>
                    <a:pt x="3457" y="2151"/>
                  </a:lnTo>
                  <a:cubicBezTo>
                    <a:pt x="3062" y="2434"/>
                    <a:pt x="2600" y="2604"/>
                    <a:pt x="2102" y="2632"/>
                  </a:cubicBezTo>
                  <a:cubicBezTo>
                    <a:pt x="2066" y="2633"/>
                    <a:pt x="2030" y="2634"/>
                    <a:pt x="1995" y="2634"/>
                  </a:cubicBezTo>
                  <a:cubicBezTo>
                    <a:pt x="1600" y="2634"/>
                    <a:pt x="1220" y="2552"/>
                    <a:pt x="866" y="2375"/>
                  </a:cubicBezTo>
                  <a:cubicBezTo>
                    <a:pt x="529" y="2215"/>
                    <a:pt x="241" y="1990"/>
                    <a:pt x="0" y="1717"/>
                  </a:cubicBezTo>
                  <a:lnTo>
                    <a:pt x="0" y="1717"/>
                  </a:lnTo>
                  <a:cubicBezTo>
                    <a:pt x="0" y="1733"/>
                    <a:pt x="16" y="1750"/>
                    <a:pt x="32" y="1766"/>
                  </a:cubicBezTo>
                  <a:cubicBezTo>
                    <a:pt x="80" y="1830"/>
                    <a:pt x="128" y="1878"/>
                    <a:pt x="177" y="1926"/>
                  </a:cubicBezTo>
                  <a:cubicBezTo>
                    <a:pt x="369" y="2135"/>
                    <a:pt x="594" y="2295"/>
                    <a:pt x="834" y="2423"/>
                  </a:cubicBezTo>
                  <a:cubicBezTo>
                    <a:pt x="1207" y="2617"/>
                    <a:pt x="1607" y="2714"/>
                    <a:pt x="2009" y="2714"/>
                  </a:cubicBezTo>
                  <a:cubicBezTo>
                    <a:pt x="2040" y="2714"/>
                    <a:pt x="2071" y="2713"/>
                    <a:pt x="2102" y="2712"/>
                  </a:cubicBezTo>
                  <a:cubicBezTo>
                    <a:pt x="2625" y="2698"/>
                    <a:pt x="3123" y="2522"/>
                    <a:pt x="3541" y="2217"/>
                  </a:cubicBezTo>
                  <a:lnTo>
                    <a:pt x="3541" y="2217"/>
                  </a:lnTo>
                  <a:cubicBezTo>
                    <a:pt x="3715" y="2347"/>
                    <a:pt x="3911" y="2449"/>
                    <a:pt x="4123" y="2520"/>
                  </a:cubicBezTo>
                  <a:cubicBezTo>
                    <a:pt x="4441" y="2622"/>
                    <a:pt x="4768" y="2676"/>
                    <a:pt x="5090" y="2676"/>
                  </a:cubicBezTo>
                  <a:cubicBezTo>
                    <a:pt x="5223" y="2676"/>
                    <a:pt x="5356" y="2667"/>
                    <a:pt x="5487" y="2648"/>
                  </a:cubicBezTo>
                  <a:cubicBezTo>
                    <a:pt x="5968" y="2616"/>
                    <a:pt x="6433" y="2423"/>
                    <a:pt x="6802" y="2119"/>
                  </a:cubicBezTo>
                  <a:cubicBezTo>
                    <a:pt x="6803" y="2118"/>
                    <a:pt x="6804" y="2117"/>
                    <a:pt x="6805" y="2117"/>
                  </a:cubicBezTo>
                  <a:lnTo>
                    <a:pt x="6805" y="2117"/>
                  </a:lnTo>
                  <a:cubicBezTo>
                    <a:pt x="6946" y="2195"/>
                    <a:pt x="7096" y="2261"/>
                    <a:pt x="7252" y="2311"/>
                  </a:cubicBezTo>
                  <a:cubicBezTo>
                    <a:pt x="7587" y="2427"/>
                    <a:pt x="7933" y="2481"/>
                    <a:pt x="8289" y="2481"/>
                  </a:cubicBezTo>
                  <a:cubicBezTo>
                    <a:pt x="8376" y="2481"/>
                    <a:pt x="8463" y="2478"/>
                    <a:pt x="8551" y="2471"/>
                  </a:cubicBezTo>
                  <a:cubicBezTo>
                    <a:pt x="8873" y="2436"/>
                    <a:pt x="9177" y="2320"/>
                    <a:pt x="9431" y="2131"/>
                  </a:cubicBezTo>
                  <a:lnTo>
                    <a:pt x="9431" y="2131"/>
                  </a:lnTo>
                  <a:cubicBezTo>
                    <a:pt x="9442" y="2138"/>
                    <a:pt x="9454" y="2144"/>
                    <a:pt x="9466" y="2151"/>
                  </a:cubicBezTo>
                  <a:cubicBezTo>
                    <a:pt x="9767" y="2295"/>
                    <a:pt x="10094" y="2367"/>
                    <a:pt x="10422" y="2367"/>
                  </a:cubicBezTo>
                  <a:cubicBezTo>
                    <a:pt x="10532" y="2367"/>
                    <a:pt x="10641" y="2359"/>
                    <a:pt x="10749" y="2343"/>
                  </a:cubicBezTo>
                  <a:cubicBezTo>
                    <a:pt x="11022" y="2295"/>
                    <a:pt x="11295" y="2215"/>
                    <a:pt x="11551" y="2102"/>
                  </a:cubicBezTo>
                  <a:cubicBezTo>
                    <a:pt x="11632" y="2070"/>
                    <a:pt x="11696" y="2038"/>
                    <a:pt x="11744" y="2022"/>
                  </a:cubicBezTo>
                  <a:cubicBezTo>
                    <a:pt x="11760" y="2006"/>
                    <a:pt x="11792" y="2006"/>
                    <a:pt x="11808" y="1990"/>
                  </a:cubicBezTo>
                  <a:cubicBezTo>
                    <a:pt x="11808" y="1988"/>
                    <a:pt x="11806" y="1987"/>
                    <a:pt x="11803" y="1987"/>
                  </a:cubicBezTo>
                  <a:cubicBezTo>
                    <a:pt x="11781" y="1987"/>
                    <a:pt x="11689" y="2031"/>
                    <a:pt x="11535" y="2086"/>
                  </a:cubicBezTo>
                  <a:cubicBezTo>
                    <a:pt x="11279" y="2183"/>
                    <a:pt x="11022" y="2247"/>
                    <a:pt x="10749" y="2279"/>
                  </a:cubicBezTo>
                  <a:cubicBezTo>
                    <a:pt x="10645" y="2295"/>
                    <a:pt x="10540" y="2303"/>
                    <a:pt x="10434" y="2303"/>
                  </a:cubicBezTo>
                  <a:cubicBezTo>
                    <a:pt x="10118" y="2303"/>
                    <a:pt x="9803" y="2231"/>
                    <a:pt x="9514" y="2086"/>
                  </a:cubicBezTo>
                  <a:cubicBezTo>
                    <a:pt x="9509" y="2084"/>
                    <a:pt x="9504" y="2081"/>
                    <a:pt x="9499" y="2078"/>
                  </a:cubicBezTo>
                  <a:lnTo>
                    <a:pt x="9499" y="2078"/>
                  </a:lnTo>
                  <a:cubicBezTo>
                    <a:pt x="9561" y="2027"/>
                    <a:pt x="9620" y="1971"/>
                    <a:pt x="9674" y="1910"/>
                  </a:cubicBezTo>
                  <a:cubicBezTo>
                    <a:pt x="9963" y="1621"/>
                    <a:pt x="10107" y="1220"/>
                    <a:pt x="10075" y="803"/>
                  </a:cubicBezTo>
                  <a:cubicBezTo>
                    <a:pt x="10059" y="610"/>
                    <a:pt x="9979" y="434"/>
                    <a:pt x="9851" y="274"/>
                  </a:cubicBezTo>
                  <a:cubicBezTo>
                    <a:pt x="9722" y="129"/>
                    <a:pt x="9546" y="33"/>
                    <a:pt x="9353" y="17"/>
                  </a:cubicBezTo>
                  <a:cubicBezTo>
                    <a:pt x="9337" y="15"/>
                    <a:pt x="9321" y="15"/>
                    <a:pt x="9305" y="15"/>
                  </a:cubicBezTo>
                  <a:cubicBezTo>
                    <a:pt x="9132" y="15"/>
                    <a:pt x="8974" y="94"/>
                    <a:pt x="8856" y="241"/>
                  </a:cubicBezTo>
                  <a:cubicBezTo>
                    <a:pt x="8744" y="370"/>
                    <a:pt x="8680" y="530"/>
                    <a:pt x="8647" y="707"/>
                  </a:cubicBezTo>
                  <a:cubicBezTo>
                    <a:pt x="8599" y="1012"/>
                    <a:pt x="8680" y="1332"/>
                    <a:pt x="8856" y="1605"/>
                  </a:cubicBezTo>
                  <a:cubicBezTo>
                    <a:pt x="8981" y="1780"/>
                    <a:pt x="9135" y="1936"/>
                    <a:pt x="9311" y="2057"/>
                  </a:cubicBezTo>
                  <a:lnTo>
                    <a:pt x="9311" y="2057"/>
                  </a:lnTo>
                  <a:cubicBezTo>
                    <a:pt x="9083" y="2211"/>
                    <a:pt x="8817" y="2305"/>
                    <a:pt x="8535" y="2327"/>
                  </a:cubicBezTo>
                  <a:cubicBezTo>
                    <a:pt x="8443" y="2338"/>
                    <a:pt x="8350" y="2343"/>
                    <a:pt x="8256" y="2343"/>
                  </a:cubicBezTo>
                  <a:cubicBezTo>
                    <a:pt x="7928" y="2343"/>
                    <a:pt x="7596" y="2279"/>
                    <a:pt x="7284" y="2167"/>
                  </a:cubicBezTo>
                  <a:cubicBezTo>
                    <a:pt x="7153" y="2126"/>
                    <a:pt x="7027" y="2075"/>
                    <a:pt x="6907" y="2013"/>
                  </a:cubicBezTo>
                  <a:lnTo>
                    <a:pt x="6907" y="2013"/>
                  </a:lnTo>
                  <a:cubicBezTo>
                    <a:pt x="7219" y="1667"/>
                    <a:pt x="7355" y="1203"/>
                    <a:pt x="7268" y="739"/>
                  </a:cubicBezTo>
                  <a:cubicBezTo>
                    <a:pt x="7220" y="482"/>
                    <a:pt x="7059" y="257"/>
                    <a:pt x="6835" y="113"/>
                  </a:cubicBezTo>
                  <a:cubicBezTo>
                    <a:pt x="6722" y="33"/>
                    <a:pt x="6594" y="1"/>
                    <a:pt x="6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43"/>
            <p:cNvSpPr/>
            <p:nvPr/>
          </p:nvSpPr>
          <p:spPr>
            <a:xfrm>
              <a:off x="5989034" y="4271694"/>
              <a:ext cx="479936" cy="244338"/>
            </a:xfrm>
            <a:custGeom>
              <a:avLst/>
              <a:gdLst/>
              <a:ahLst/>
              <a:cxnLst/>
              <a:rect l="l" t="t" r="r" b="b"/>
              <a:pathLst>
                <a:path w="10654" h="5424" extrusionOk="0">
                  <a:moveTo>
                    <a:pt x="1" y="0"/>
                  </a:moveTo>
                  <a:lnTo>
                    <a:pt x="1" y="5423"/>
                  </a:lnTo>
                  <a:lnTo>
                    <a:pt x="10654" y="5423"/>
                  </a:lnTo>
                  <a:lnTo>
                    <a:pt x="10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43"/>
            <p:cNvSpPr/>
            <p:nvPr/>
          </p:nvSpPr>
          <p:spPr>
            <a:xfrm>
              <a:off x="6065658" y="4280343"/>
              <a:ext cx="6532" cy="236409"/>
            </a:xfrm>
            <a:custGeom>
              <a:avLst/>
              <a:gdLst/>
              <a:ahLst/>
              <a:cxnLst/>
              <a:rect l="l" t="t" r="r" b="b"/>
              <a:pathLst>
                <a:path w="145" h="5248" extrusionOk="0">
                  <a:moveTo>
                    <a:pt x="65" y="1"/>
                  </a:moveTo>
                  <a:cubicBezTo>
                    <a:pt x="32" y="1"/>
                    <a:pt x="0" y="1172"/>
                    <a:pt x="0" y="2632"/>
                  </a:cubicBezTo>
                  <a:cubicBezTo>
                    <a:pt x="0" y="4076"/>
                    <a:pt x="32" y="5247"/>
                    <a:pt x="65" y="5247"/>
                  </a:cubicBezTo>
                  <a:cubicBezTo>
                    <a:pt x="113" y="5247"/>
                    <a:pt x="145" y="4076"/>
                    <a:pt x="145" y="2632"/>
                  </a:cubicBezTo>
                  <a:cubicBezTo>
                    <a:pt x="145" y="1172"/>
                    <a:pt x="113" y="1"/>
                    <a:pt x="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43"/>
            <p:cNvSpPr/>
            <p:nvPr/>
          </p:nvSpPr>
          <p:spPr>
            <a:xfrm>
              <a:off x="6101786" y="4277460"/>
              <a:ext cx="6532" cy="233481"/>
            </a:xfrm>
            <a:custGeom>
              <a:avLst/>
              <a:gdLst/>
              <a:ahLst/>
              <a:cxnLst/>
              <a:rect l="l" t="t" r="r" b="b"/>
              <a:pathLst>
                <a:path w="145" h="5183" extrusionOk="0">
                  <a:moveTo>
                    <a:pt x="81" y="1"/>
                  </a:moveTo>
                  <a:cubicBezTo>
                    <a:pt x="33" y="1"/>
                    <a:pt x="1" y="1156"/>
                    <a:pt x="1" y="2584"/>
                  </a:cubicBezTo>
                  <a:cubicBezTo>
                    <a:pt x="1" y="4012"/>
                    <a:pt x="33" y="5183"/>
                    <a:pt x="81" y="5183"/>
                  </a:cubicBezTo>
                  <a:cubicBezTo>
                    <a:pt x="113" y="5183"/>
                    <a:pt x="145" y="4012"/>
                    <a:pt x="145" y="2584"/>
                  </a:cubicBezTo>
                  <a:cubicBezTo>
                    <a:pt x="145" y="1156"/>
                    <a:pt x="113" y="1"/>
                    <a:pt x="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43"/>
            <p:cNvSpPr/>
            <p:nvPr/>
          </p:nvSpPr>
          <p:spPr>
            <a:xfrm>
              <a:off x="6411120" y="4269532"/>
              <a:ext cx="6532" cy="245734"/>
            </a:xfrm>
            <a:custGeom>
              <a:avLst/>
              <a:gdLst/>
              <a:ahLst/>
              <a:cxnLst/>
              <a:rect l="l" t="t" r="r" b="b"/>
              <a:pathLst>
                <a:path w="145" h="5455" extrusionOk="0">
                  <a:moveTo>
                    <a:pt x="80" y="0"/>
                  </a:moveTo>
                  <a:cubicBezTo>
                    <a:pt x="32" y="0"/>
                    <a:pt x="0" y="1220"/>
                    <a:pt x="0" y="2728"/>
                  </a:cubicBezTo>
                  <a:cubicBezTo>
                    <a:pt x="0" y="4236"/>
                    <a:pt x="32" y="5455"/>
                    <a:pt x="80" y="5455"/>
                  </a:cubicBezTo>
                  <a:cubicBezTo>
                    <a:pt x="112" y="5455"/>
                    <a:pt x="145" y="4236"/>
                    <a:pt x="145" y="2728"/>
                  </a:cubicBezTo>
                  <a:cubicBezTo>
                    <a:pt x="145" y="1220"/>
                    <a:pt x="112" y="0"/>
                    <a:pt x="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43"/>
            <p:cNvSpPr/>
            <p:nvPr/>
          </p:nvSpPr>
          <p:spPr>
            <a:xfrm>
              <a:off x="6368461" y="4273135"/>
              <a:ext cx="6532" cy="239247"/>
            </a:xfrm>
            <a:custGeom>
              <a:avLst/>
              <a:gdLst/>
              <a:ahLst/>
              <a:cxnLst/>
              <a:rect l="l" t="t" r="r" b="b"/>
              <a:pathLst>
                <a:path w="145" h="5311" extrusionOk="0">
                  <a:moveTo>
                    <a:pt x="65" y="0"/>
                  </a:moveTo>
                  <a:cubicBezTo>
                    <a:pt x="33" y="0"/>
                    <a:pt x="1" y="1188"/>
                    <a:pt x="1" y="2648"/>
                  </a:cubicBezTo>
                  <a:cubicBezTo>
                    <a:pt x="1" y="4124"/>
                    <a:pt x="33" y="5311"/>
                    <a:pt x="65" y="5311"/>
                  </a:cubicBezTo>
                  <a:cubicBezTo>
                    <a:pt x="113" y="5311"/>
                    <a:pt x="145" y="4124"/>
                    <a:pt x="145" y="2648"/>
                  </a:cubicBezTo>
                  <a:cubicBezTo>
                    <a:pt x="145" y="1188"/>
                    <a:pt x="113" y="0"/>
                    <a:pt x="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2" name="Google Shape;2032;p43"/>
          <p:cNvGrpSpPr/>
          <p:nvPr/>
        </p:nvGrpSpPr>
        <p:grpSpPr>
          <a:xfrm>
            <a:off x="6761187" y="1415273"/>
            <a:ext cx="2429925" cy="2787333"/>
            <a:chOff x="5882689" y="2014348"/>
            <a:chExt cx="2294716" cy="2635055"/>
          </a:xfrm>
        </p:grpSpPr>
        <p:sp>
          <p:nvSpPr>
            <p:cNvPr id="2033" name="Google Shape;2033;p43"/>
            <p:cNvSpPr/>
            <p:nvPr/>
          </p:nvSpPr>
          <p:spPr>
            <a:xfrm>
              <a:off x="5882689" y="2014348"/>
              <a:ext cx="2294716" cy="2635055"/>
            </a:xfrm>
            <a:custGeom>
              <a:avLst/>
              <a:gdLst/>
              <a:ahLst/>
              <a:cxnLst/>
              <a:rect l="l" t="t" r="r" b="b"/>
              <a:pathLst>
                <a:path w="71598" h="82217" extrusionOk="0">
                  <a:moveTo>
                    <a:pt x="16257" y="1"/>
                  </a:moveTo>
                  <a:cubicBezTo>
                    <a:pt x="14893" y="1"/>
                    <a:pt x="13664" y="957"/>
                    <a:pt x="13384" y="2343"/>
                  </a:cubicBezTo>
                  <a:cubicBezTo>
                    <a:pt x="11045" y="13922"/>
                    <a:pt x="2574" y="57447"/>
                    <a:pt x="302" y="69060"/>
                  </a:cubicBezTo>
                  <a:cubicBezTo>
                    <a:pt x="1" y="70647"/>
                    <a:pt x="1020" y="72184"/>
                    <a:pt x="2607" y="72502"/>
                  </a:cubicBezTo>
                  <a:lnTo>
                    <a:pt x="50260" y="82159"/>
                  </a:lnTo>
                  <a:cubicBezTo>
                    <a:pt x="50455" y="82198"/>
                    <a:pt x="50649" y="82216"/>
                    <a:pt x="50841" y="82216"/>
                  </a:cubicBezTo>
                  <a:cubicBezTo>
                    <a:pt x="52224" y="82216"/>
                    <a:pt x="53457" y="81246"/>
                    <a:pt x="53736" y="79837"/>
                  </a:cubicBezTo>
                  <a:lnTo>
                    <a:pt x="60252" y="46186"/>
                  </a:lnTo>
                  <a:lnTo>
                    <a:pt x="64312" y="46804"/>
                  </a:lnTo>
                  <a:cubicBezTo>
                    <a:pt x="64414" y="46821"/>
                    <a:pt x="64515" y="46829"/>
                    <a:pt x="64614" y="46829"/>
                  </a:cubicBezTo>
                  <a:cubicBezTo>
                    <a:pt x="65497" y="46829"/>
                    <a:pt x="66269" y="46186"/>
                    <a:pt x="66434" y="45300"/>
                  </a:cubicBezTo>
                  <a:lnTo>
                    <a:pt x="71413" y="18132"/>
                  </a:lnTo>
                  <a:cubicBezTo>
                    <a:pt x="71597" y="17113"/>
                    <a:pt x="70929" y="16144"/>
                    <a:pt x="69909" y="15960"/>
                  </a:cubicBezTo>
                  <a:lnTo>
                    <a:pt x="66250" y="15275"/>
                  </a:lnTo>
                  <a:lnTo>
                    <a:pt x="66735" y="12652"/>
                  </a:lnTo>
                  <a:cubicBezTo>
                    <a:pt x="67019" y="11064"/>
                    <a:pt x="65983" y="9561"/>
                    <a:pt x="64412" y="9260"/>
                  </a:cubicBezTo>
                  <a:lnTo>
                    <a:pt x="16810" y="53"/>
                  </a:lnTo>
                  <a:cubicBezTo>
                    <a:pt x="16624" y="18"/>
                    <a:pt x="16440" y="1"/>
                    <a:pt x="162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43"/>
            <p:cNvSpPr/>
            <p:nvPr/>
          </p:nvSpPr>
          <p:spPr>
            <a:xfrm>
              <a:off x="5921245" y="2125305"/>
              <a:ext cx="2060687" cy="2492817"/>
            </a:xfrm>
            <a:custGeom>
              <a:avLst/>
              <a:gdLst/>
              <a:ahLst/>
              <a:cxnLst/>
              <a:rect l="l" t="t" r="r" b="b"/>
              <a:pathLst>
                <a:path w="64296" h="77779" extrusionOk="0">
                  <a:moveTo>
                    <a:pt x="15740" y="0"/>
                  </a:moveTo>
                  <a:lnTo>
                    <a:pt x="1" y="66583"/>
                  </a:lnTo>
                  <a:lnTo>
                    <a:pt x="48890" y="77778"/>
                  </a:lnTo>
                  <a:lnTo>
                    <a:pt x="64295" y="11679"/>
                  </a:lnTo>
                  <a:lnTo>
                    <a:pt x="1574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43"/>
            <p:cNvSpPr/>
            <p:nvPr/>
          </p:nvSpPr>
          <p:spPr>
            <a:xfrm>
              <a:off x="5884292" y="2046045"/>
              <a:ext cx="1936974" cy="2415705"/>
            </a:xfrm>
            <a:custGeom>
              <a:avLst/>
              <a:gdLst/>
              <a:ahLst/>
              <a:cxnLst/>
              <a:rect l="l" t="t" r="r" b="b"/>
              <a:pathLst>
                <a:path w="60436" h="75373" extrusionOk="0">
                  <a:moveTo>
                    <a:pt x="11212" y="0"/>
                  </a:moveTo>
                  <a:lnTo>
                    <a:pt x="1" y="67486"/>
                  </a:lnTo>
                  <a:lnTo>
                    <a:pt x="49542" y="75372"/>
                  </a:lnTo>
                  <a:lnTo>
                    <a:pt x="60436" y="8371"/>
                  </a:lnTo>
                  <a:lnTo>
                    <a:pt x="112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43"/>
            <p:cNvSpPr/>
            <p:nvPr/>
          </p:nvSpPr>
          <p:spPr>
            <a:xfrm>
              <a:off x="5943488" y="2046045"/>
              <a:ext cx="1666536" cy="2322519"/>
            </a:xfrm>
            <a:custGeom>
              <a:avLst/>
              <a:gdLst/>
              <a:ahLst/>
              <a:cxnLst/>
              <a:rect l="l" t="t" r="r" b="b"/>
              <a:pathLst>
                <a:path w="51998" h="69558" extrusionOk="0">
                  <a:moveTo>
                    <a:pt x="2089" y="0"/>
                  </a:moveTo>
                  <a:lnTo>
                    <a:pt x="1" y="68372"/>
                  </a:lnTo>
                  <a:lnTo>
                    <a:pt x="50126" y="69558"/>
                  </a:lnTo>
                  <a:lnTo>
                    <a:pt x="51998" y="1705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 dirty="0"/>
                <a:t>More subscribers in the month of April, September, November and July.</a:t>
              </a:r>
              <a:endParaRPr sz="1300" dirty="0"/>
            </a:p>
          </p:txBody>
        </p:sp>
        <p:sp>
          <p:nvSpPr>
            <p:cNvPr id="2037" name="Google Shape;2037;p43"/>
            <p:cNvSpPr/>
            <p:nvPr/>
          </p:nvSpPr>
          <p:spPr>
            <a:xfrm>
              <a:off x="5941084" y="2159566"/>
              <a:ext cx="1671343" cy="2232026"/>
            </a:xfrm>
            <a:custGeom>
              <a:avLst/>
              <a:gdLst/>
              <a:ahLst/>
              <a:cxnLst/>
              <a:rect l="l" t="t" r="r" b="b"/>
              <a:pathLst>
                <a:path w="52148" h="69642" extrusionOk="0">
                  <a:moveTo>
                    <a:pt x="2172" y="0"/>
                  </a:moveTo>
                  <a:lnTo>
                    <a:pt x="52012" y="1769"/>
                  </a:lnTo>
                  <a:lnTo>
                    <a:pt x="52012" y="1769"/>
                  </a:lnTo>
                  <a:cubicBezTo>
                    <a:pt x="51478" y="20804"/>
                    <a:pt x="50845" y="44213"/>
                    <a:pt x="50144" y="69487"/>
                  </a:cubicBezTo>
                  <a:lnTo>
                    <a:pt x="50144" y="69487"/>
                  </a:lnTo>
                  <a:lnTo>
                    <a:pt x="49858" y="69474"/>
                  </a:lnTo>
                  <a:cubicBezTo>
                    <a:pt x="32024" y="69057"/>
                    <a:pt x="15123" y="68657"/>
                    <a:pt x="152" y="68306"/>
                  </a:cubicBezTo>
                  <a:lnTo>
                    <a:pt x="152" y="68306"/>
                  </a:lnTo>
                  <a:cubicBezTo>
                    <a:pt x="1354" y="27904"/>
                    <a:pt x="2155" y="635"/>
                    <a:pt x="2172" y="1"/>
                  </a:cubicBezTo>
                  <a:lnTo>
                    <a:pt x="2172" y="1"/>
                  </a:lnTo>
                  <a:cubicBezTo>
                    <a:pt x="2155" y="636"/>
                    <a:pt x="1286" y="27933"/>
                    <a:pt x="17" y="68372"/>
                  </a:cubicBezTo>
                  <a:lnTo>
                    <a:pt x="0" y="68438"/>
                  </a:lnTo>
                  <a:lnTo>
                    <a:pt x="84" y="68438"/>
                  </a:lnTo>
                  <a:cubicBezTo>
                    <a:pt x="15071" y="68806"/>
                    <a:pt x="31997" y="69207"/>
                    <a:pt x="49842" y="69641"/>
                  </a:cubicBezTo>
                  <a:lnTo>
                    <a:pt x="50293" y="69641"/>
                  </a:lnTo>
                  <a:lnTo>
                    <a:pt x="50293" y="69558"/>
                  </a:lnTo>
                  <a:cubicBezTo>
                    <a:pt x="50978" y="44228"/>
                    <a:pt x="51630" y="20786"/>
                    <a:pt x="52148" y="1721"/>
                  </a:cubicBezTo>
                  <a:lnTo>
                    <a:pt x="52148" y="1655"/>
                  </a:lnTo>
                  <a:lnTo>
                    <a:pt x="52081" y="1655"/>
                  </a:lnTo>
                  <a:lnTo>
                    <a:pt x="21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43"/>
            <p:cNvSpPr/>
            <p:nvPr/>
          </p:nvSpPr>
          <p:spPr>
            <a:xfrm>
              <a:off x="6159561" y="2538854"/>
              <a:ext cx="1234919" cy="22756"/>
            </a:xfrm>
            <a:custGeom>
              <a:avLst/>
              <a:gdLst/>
              <a:ahLst/>
              <a:cxnLst/>
              <a:rect l="l" t="t" r="r" b="b"/>
              <a:pathLst>
                <a:path w="38531" h="710" extrusionOk="0">
                  <a:moveTo>
                    <a:pt x="5008" y="0"/>
                  </a:moveTo>
                  <a:cubicBezTo>
                    <a:pt x="1898" y="0"/>
                    <a:pt x="1" y="29"/>
                    <a:pt x="1" y="84"/>
                  </a:cubicBezTo>
                  <a:cubicBezTo>
                    <a:pt x="1" y="218"/>
                    <a:pt x="8623" y="435"/>
                    <a:pt x="19266" y="585"/>
                  </a:cubicBezTo>
                  <a:cubicBezTo>
                    <a:pt x="25047" y="667"/>
                    <a:pt x="30239" y="710"/>
                    <a:pt x="33773" y="710"/>
                  </a:cubicBezTo>
                  <a:cubicBezTo>
                    <a:pt x="36735" y="710"/>
                    <a:pt x="38531" y="680"/>
                    <a:pt x="38531" y="619"/>
                  </a:cubicBezTo>
                  <a:cubicBezTo>
                    <a:pt x="38531" y="485"/>
                    <a:pt x="29909" y="268"/>
                    <a:pt x="19266" y="118"/>
                  </a:cubicBezTo>
                  <a:cubicBezTo>
                    <a:pt x="13619" y="38"/>
                    <a:pt x="8534" y="0"/>
                    <a:pt x="5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43"/>
            <p:cNvSpPr/>
            <p:nvPr/>
          </p:nvSpPr>
          <p:spPr>
            <a:xfrm>
              <a:off x="6156069" y="2713946"/>
              <a:ext cx="1234919" cy="22531"/>
            </a:xfrm>
            <a:custGeom>
              <a:avLst/>
              <a:gdLst/>
              <a:ahLst/>
              <a:cxnLst/>
              <a:rect l="l" t="t" r="r" b="b"/>
              <a:pathLst>
                <a:path w="38531" h="703" extrusionOk="0">
                  <a:moveTo>
                    <a:pt x="5014" y="0"/>
                  </a:moveTo>
                  <a:cubicBezTo>
                    <a:pt x="1906" y="0"/>
                    <a:pt x="8" y="30"/>
                    <a:pt x="0" y="84"/>
                  </a:cubicBezTo>
                  <a:cubicBezTo>
                    <a:pt x="0" y="218"/>
                    <a:pt x="8622" y="435"/>
                    <a:pt x="19265" y="586"/>
                  </a:cubicBezTo>
                  <a:cubicBezTo>
                    <a:pt x="24921" y="666"/>
                    <a:pt x="30005" y="703"/>
                    <a:pt x="33529" y="703"/>
                  </a:cubicBezTo>
                  <a:cubicBezTo>
                    <a:pt x="36637" y="703"/>
                    <a:pt x="38530" y="674"/>
                    <a:pt x="38530" y="619"/>
                  </a:cubicBezTo>
                  <a:cubicBezTo>
                    <a:pt x="38530" y="485"/>
                    <a:pt x="29909" y="268"/>
                    <a:pt x="19265" y="118"/>
                  </a:cubicBezTo>
                  <a:cubicBezTo>
                    <a:pt x="13618" y="38"/>
                    <a:pt x="8538" y="0"/>
                    <a:pt x="50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43"/>
            <p:cNvSpPr/>
            <p:nvPr/>
          </p:nvSpPr>
          <p:spPr>
            <a:xfrm>
              <a:off x="6156332" y="3812673"/>
              <a:ext cx="1234406" cy="22756"/>
            </a:xfrm>
            <a:custGeom>
              <a:avLst/>
              <a:gdLst/>
              <a:ahLst/>
              <a:cxnLst/>
              <a:rect l="l" t="t" r="r" b="b"/>
              <a:pathLst>
                <a:path w="38515" h="710" extrusionOk="0">
                  <a:moveTo>
                    <a:pt x="5002" y="0"/>
                  </a:moveTo>
                  <a:cubicBezTo>
                    <a:pt x="1894" y="0"/>
                    <a:pt x="1" y="29"/>
                    <a:pt x="1" y="84"/>
                  </a:cubicBezTo>
                  <a:cubicBezTo>
                    <a:pt x="1" y="218"/>
                    <a:pt x="8623" y="435"/>
                    <a:pt x="19249" y="585"/>
                  </a:cubicBezTo>
                  <a:cubicBezTo>
                    <a:pt x="25039" y="667"/>
                    <a:pt x="30231" y="709"/>
                    <a:pt x="33762" y="709"/>
                  </a:cubicBezTo>
                  <a:cubicBezTo>
                    <a:pt x="36721" y="709"/>
                    <a:pt x="38514" y="680"/>
                    <a:pt x="38514" y="619"/>
                  </a:cubicBezTo>
                  <a:cubicBezTo>
                    <a:pt x="38514" y="485"/>
                    <a:pt x="29893" y="268"/>
                    <a:pt x="19266" y="118"/>
                  </a:cubicBezTo>
                  <a:cubicBezTo>
                    <a:pt x="13610" y="38"/>
                    <a:pt x="8526" y="0"/>
                    <a:pt x="5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43"/>
            <p:cNvSpPr/>
            <p:nvPr/>
          </p:nvSpPr>
          <p:spPr>
            <a:xfrm>
              <a:off x="6152582" y="4018819"/>
              <a:ext cx="1234919" cy="22788"/>
            </a:xfrm>
            <a:custGeom>
              <a:avLst/>
              <a:gdLst/>
              <a:ahLst/>
              <a:cxnLst/>
              <a:rect l="l" t="t" r="r" b="b"/>
              <a:pathLst>
                <a:path w="38531" h="711" extrusionOk="0">
                  <a:moveTo>
                    <a:pt x="5002" y="1"/>
                  </a:moveTo>
                  <a:cubicBezTo>
                    <a:pt x="1894" y="1"/>
                    <a:pt x="1" y="30"/>
                    <a:pt x="1" y="85"/>
                  </a:cubicBezTo>
                  <a:cubicBezTo>
                    <a:pt x="1" y="219"/>
                    <a:pt x="8623" y="452"/>
                    <a:pt x="19266" y="586"/>
                  </a:cubicBezTo>
                  <a:cubicBezTo>
                    <a:pt x="25047" y="668"/>
                    <a:pt x="30234" y="710"/>
                    <a:pt x="33763" y="710"/>
                  </a:cubicBezTo>
                  <a:cubicBezTo>
                    <a:pt x="36721" y="710"/>
                    <a:pt x="38514" y="681"/>
                    <a:pt x="38514" y="620"/>
                  </a:cubicBezTo>
                  <a:lnTo>
                    <a:pt x="38531" y="620"/>
                  </a:lnTo>
                  <a:cubicBezTo>
                    <a:pt x="38531" y="486"/>
                    <a:pt x="29909" y="269"/>
                    <a:pt x="19266" y="118"/>
                  </a:cubicBezTo>
                  <a:cubicBezTo>
                    <a:pt x="13610" y="38"/>
                    <a:pt x="8526" y="1"/>
                    <a:pt x="5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43"/>
            <p:cNvSpPr/>
            <p:nvPr/>
          </p:nvSpPr>
          <p:spPr>
            <a:xfrm>
              <a:off x="6159560" y="3606788"/>
              <a:ext cx="1234919" cy="22499"/>
            </a:xfrm>
            <a:custGeom>
              <a:avLst/>
              <a:gdLst/>
              <a:ahLst/>
              <a:cxnLst/>
              <a:rect l="l" t="t" r="r" b="b"/>
              <a:pathLst>
                <a:path w="38531" h="702" extrusionOk="0">
                  <a:moveTo>
                    <a:pt x="5022" y="1"/>
                  </a:moveTo>
                  <a:cubicBezTo>
                    <a:pt x="1913" y="1"/>
                    <a:pt x="18" y="30"/>
                    <a:pt x="18" y="93"/>
                  </a:cubicBezTo>
                  <a:cubicBezTo>
                    <a:pt x="1" y="210"/>
                    <a:pt x="8623" y="444"/>
                    <a:pt x="19266" y="577"/>
                  </a:cubicBezTo>
                  <a:cubicBezTo>
                    <a:pt x="25056" y="659"/>
                    <a:pt x="30248" y="701"/>
                    <a:pt x="33779" y="701"/>
                  </a:cubicBezTo>
                  <a:cubicBezTo>
                    <a:pt x="36738" y="701"/>
                    <a:pt x="38531" y="672"/>
                    <a:pt x="38531" y="611"/>
                  </a:cubicBezTo>
                  <a:cubicBezTo>
                    <a:pt x="38531" y="477"/>
                    <a:pt x="29909" y="260"/>
                    <a:pt x="19266" y="110"/>
                  </a:cubicBezTo>
                  <a:cubicBezTo>
                    <a:pt x="13622" y="39"/>
                    <a:pt x="8543" y="1"/>
                    <a:pt x="50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4" name="Google Shape;2044;p43"/>
          <p:cNvSpPr txBox="1"/>
          <p:nvPr/>
        </p:nvSpPr>
        <p:spPr>
          <a:xfrm>
            <a:off x="6960866" y="1692472"/>
            <a:ext cx="1436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Josefin Sans"/>
                <a:ea typeface="Josefin Sans"/>
                <a:cs typeface="Josefin Sans"/>
                <a:sym typeface="Josefin Sans"/>
              </a:rPr>
              <a:t>Take Away:</a:t>
            </a:r>
            <a:endParaRPr b="1" dirty="0"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13998E-3F85-45F8-8E24-CC39224F8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" y="1448802"/>
            <a:ext cx="6756708" cy="271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72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4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grpSp>
        <p:nvGrpSpPr>
          <p:cNvPr id="2007" name="Google Shape;2007;p43"/>
          <p:cNvGrpSpPr/>
          <p:nvPr/>
        </p:nvGrpSpPr>
        <p:grpSpPr>
          <a:xfrm>
            <a:off x="7866273" y="4339870"/>
            <a:ext cx="576726" cy="283581"/>
            <a:chOff x="6546428" y="4405392"/>
            <a:chExt cx="521830" cy="256588"/>
          </a:xfrm>
        </p:grpSpPr>
        <p:sp>
          <p:nvSpPr>
            <p:cNvPr id="2008" name="Google Shape;2008;p43"/>
            <p:cNvSpPr/>
            <p:nvPr/>
          </p:nvSpPr>
          <p:spPr>
            <a:xfrm>
              <a:off x="6564492" y="4539811"/>
              <a:ext cx="503766" cy="122169"/>
            </a:xfrm>
            <a:custGeom>
              <a:avLst/>
              <a:gdLst/>
              <a:ahLst/>
              <a:cxnLst/>
              <a:rect l="l" t="t" r="r" b="b"/>
              <a:pathLst>
                <a:path w="11183" h="2712" extrusionOk="0">
                  <a:moveTo>
                    <a:pt x="1" y="0"/>
                  </a:moveTo>
                  <a:lnTo>
                    <a:pt x="241" y="2712"/>
                  </a:lnTo>
                  <a:lnTo>
                    <a:pt x="11183" y="2712"/>
                  </a:lnTo>
                  <a:lnTo>
                    <a:pt x="11183" y="8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43"/>
            <p:cNvSpPr/>
            <p:nvPr/>
          </p:nvSpPr>
          <p:spPr>
            <a:xfrm>
              <a:off x="6592691" y="4470439"/>
              <a:ext cx="468359" cy="105546"/>
            </a:xfrm>
            <a:custGeom>
              <a:avLst/>
              <a:gdLst/>
              <a:ahLst/>
              <a:cxnLst/>
              <a:rect l="l" t="t" r="r" b="b"/>
              <a:pathLst>
                <a:path w="10397" h="2343" extrusionOk="0">
                  <a:moveTo>
                    <a:pt x="0" y="0"/>
                  </a:moveTo>
                  <a:lnTo>
                    <a:pt x="0" y="1589"/>
                  </a:lnTo>
                  <a:lnTo>
                    <a:pt x="10188" y="2343"/>
                  </a:lnTo>
                  <a:lnTo>
                    <a:pt x="103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0" name="Google Shape;2010;p43"/>
            <p:cNvSpPr/>
            <p:nvPr/>
          </p:nvSpPr>
          <p:spPr>
            <a:xfrm>
              <a:off x="6546428" y="4405392"/>
              <a:ext cx="471963" cy="65094"/>
            </a:xfrm>
            <a:custGeom>
              <a:avLst/>
              <a:gdLst/>
              <a:ahLst/>
              <a:cxnLst/>
              <a:rect l="l" t="t" r="r" b="b"/>
              <a:pathLst>
                <a:path w="10477" h="1445" extrusionOk="0">
                  <a:moveTo>
                    <a:pt x="1" y="0"/>
                  </a:moveTo>
                  <a:lnTo>
                    <a:pt x="209" y="1444"/>
                  </a:lnTo>
                  <a:lnTo>
                    <a:pt x="10477" y="1444"/>
                  </a:lnTo>
                  <a:lnTo>
                    <a:pt x="10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43"/>
            <p:cNvSpPr/>
            <p:nvPr/>
          </p:nvSpPr>
          <p:spPr>
            <a:xfrm>
              <a:off x="6592691" y="4470439"/>
              <a:ext cx="452457" cy="15947"/>
            </a:xfrm>
            <a:custGeom>
              <a:avLst/>
              <a:gdLst/>
              <a:ahLst/>
              <a:cxnLst/>
              <a:rect l="l" t="t" r="r" b="b"/>
              <a:pathLst>
                <a:path w="10044" h="354" extrusionOk="0">
                  <a:moveTo>
                    <a:pt x="0" y="0"/>
                  </a:moveTo>
                  <a:lnTo>
                    <a:pt x="0" y="353"/>
                  </a:lnTo>
                  <a:lnTo>
                    <a:pt x="100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43"/>
            <p:cNvSpPr/>
            <p:nvPr/>
          </p:nvSpPr>
          <p:spPr>
            <a:xfrm>
              <a:off x="6592691" y="4541973"/>
              <a:ext cx="460385" cy="34011"/>
            </a:xfrm>
            <a:custGeom>
              <a:avLst/>
              <a:gdLst/>
              <a:ahLst/>
              <a:cxnLst/>
              <a:rect l="l" t="t" r="r" b="b"/>
              <a:pathLst>
                <a:path w="10220" h="755" extrusionOk="0">
                  <a:moveTo>
                    <a:pt x="0" y="1"/>
                  </a:moveTo>
                  <a:lnTo>
                    <a:pt x="10188" y="755"/>
                  </a:lnTo>
                  <a:lnTo>
                    <a:pt x="10220" y="3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43"/>
            <p:cNvSpPr/>
            <p:nvPr/>
          </p:nvSpPr>
          <p:spPr>
            <a:xfrm>
              <a:off x="6844906" y="4504404"/>
              <a:ext cx="200236" cy="10136"/>
            </a:xfrm>
            <a:custGeom>
              <a:avLst/>
              <a:gdLst/>
              <a:ahLst/>
              <a:cxnLst/>
              <a:rect l="l" t="t" r="r" b="b"/>
              <a:pathLst>
                <a:path w="4445" h="225" extrusionOk="0">
                  <a:moveTo>
                    <a:pt x="1765" y="0"/>
                  </a:moveTo>
                  <a:lnTo>
                    <a:pt x="1" y="225"/>
                  </a:lnTo>
                  <a:lnTo>
                    <a:pt x="4445" y="225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43"/>
            <p:cNvSpPr/>
            <p:nvPr/>
          </p:nvSpPr>
          <p:spPr>
            <a:xfrm>
              <a:off x="6571023" y="4611345"/>
              <a:ext cx="149648" cy="10901"/>
            </a:xfrm>
            <a:custGeom>
              <a:avLst/>
              <a:gdLst/>
              <a:ahLst/>
              <a:cxnLst/>
              <a:rect l="l" t="t" r="r" b="b"/>
              <a:pathLst>
                <a:path w="3322" h="242" extrusionOk="0">
                  <a:moveTo>
                    <a:pt x="0" y="1"/>
                  </a:moveTo>
                  <a:lnTo>
                    <a:pt x="16" y="241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43"/>
            <p:cNvSpPr/>
            <p:nvPr/>
          </p:nvSpPr>
          <p:spPr>
            <a:xfrm>
              <a:off x="6710487" y="4428501"/>
              <a:ext cx="308620" cy="9460"/>
            </a:xfrm>
            <a:custGeom>
              <a:avLst/>
              <a:gdLst/>
              <a:ahLst/>
              <a:cxnLst/>
              <a:rect l="l" t="t" r="r" b="b"/>
              <a:pathLst>
                <a:path w="6851" h="210" extrusionOk="0">
                  <a:moveTo>
                    <a:pt x="6835" y="1"/>
                  </a:moveTo>
                  <a:lnTo>
                    <a:pt x="0" y="209"/>
                  </a:lnTo>
                  <a:cubicBezTo>
                    <a:pt x="0" y="209"/>
                    <a:pt x="6851" y="161"/>
                    <a:pt x="68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6" name="Google Shape;2016;p43"/>
          <p:cNvGrpSpPr/>
          <p:nvPr/>
        </p:nvGrpSpPr>
        <p:grpSpPr>
          <a:xfrm>
            <a:off x="8536117" y="4170695"/>
            <a:ext cx="589572" cy="505624"/>
            <a:chOff x="5954517" y="4199439"/>
            <a:chExt cx="533452" cy="457495"/>
          </a:xfrm>
        </p:grpSpPr>
        <p:sp>
          <p:nvSpPr>
            <p:cNvPr id="2017" name="Google Shape;2017;p43"/>
            <p:cNvSpPr/>
            <p:nvPr/>
          </p:nvSpPr>
          <p:spPr>
            <a:xfrm>
              <a:off x="5956724" y="4199439"/>
              <a:ext cx="526876" cy="70860"/>
            </a:xfrm>
            <a:custGeom>
              <a:avLst/>
              <a:gdLst/>
              <a:ahLst/>
              <a:cxnLst/>
              <a:rect l="l" t="t" r="r" b="b"/>
              <a:pathLst>
                <a:path w="11696" h="1573" extrusionOk="0">
                  <a:moveTo>
                    <a:pt x="0" y="0"/>
                  </a:moveTo>
                  <a:lnTo>
                    <a:pt x="0" y="1572"/>
                  </a:lnTo>
                  <a:lnTo>
                    <a:pt x="11696" y="1572"/>
                  </a:lnTo>
                  <a:lnTo>
                    <a:pt x="1169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43"/>
            <p:cNvSpPr/>
            <p:nvPr/>
          </p:nvSpPr>
          <p:spPr>
            <a:xfrm>
              <a:off x="6025375" y="4202322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4" y="0"/>
                  </a:moveTo>
                  <a:cubicBezTo>
                    <a:pt x="32" y="0"/>
                    <a:pt x="0" y="337"/>
                    <a:pt x="0" y="738"/>
                  </a:cubicBezTo>
                  <a:cubicBezTo>
                    <a:pt x="0" y="1139"/>
                    <a:pt x="32" y="1476"/>
                    <a:pt x="64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43"/>
            <p:cNvSpPr/>
            <p:nvPr/>
          </p:nvSpPr>
          <p:spPr>
            <a:xfrm>
              <a:off x="6013798" y="4200881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5" y="0"/>
                  </a:moveTo>
                  <a:cubicBezTo>
                    <a:pt x="33" y="0"/>
                    <a:pt x="1" y="337"/>
                    <a:pt x="1" y="738"/>
                  </a:cubicBezTo>
                  <a:cubicBezTo>
                    <a:pt x="1" y="1139"/>
                    <a:pt x="33" y="1476"/>
                    <a:pt x="65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43"/>
            <p:cNvSpPr/>
            <p:nvPr/>
          </p:nvSpPr>
          <p:spPr>
            <a:xfrm>
              <a:off x="6439487" y="4202322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4" y="0"/>
                  </a:moveTo>
                  <a:cubicBezTo>
                    <a:pt x="32" y="0"/>
                    <a:pt x="0" y="337"/>
                    <a:pt x="0" y="738"/>
                  </a:cubicBezTo>
                  <a:cubicBezTo>
                    <a:pt x="0" y="1139"/>
                    <a:pt x="32" y="1476"/>
                    <a:pt x="64" y="1476"/>
                  </a:cubicBezTo>
                  <a:cubicBezTo>
                    <a:pt x="112" y="1476"/>
                    <a:pt x="145" y="1139"/>
                    <a:pt x="145" y="738"/>
                  </a:cubicBezTo>
                  <a:cubicBezTo>
                    <a:pt x="145" y="337"/>
                    <a:pt x="112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43"/>
            <p:cNvSpPr/>
            <p:nvPr/>
          </p:nvSpPr>
          <p:spPr>
            <a:xfrm>
              <a:off x="6427910" y="4200881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81" y="0"/>
                  </a:moveTo>
                  <a:cubicBezTo>
                    <a:pt x="33" y="0"/>
                    <a:pt x="0" y="337"/>
                    <a:pt x="0" y="738"/>
                  </a:cubicBezTo>
                  <a:cubicBezTo>
                    <a:pt x="0" y="1139"/>
                    <a:pt x="33" y="1476"/>
                    <a:pt x="81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43"/>
            <p:cNvSpPr/>
            <p:nvPr/>
          </p:nvSpPr>
          <p:spPr>
            <a:xfrm>
              <a:off x="6093305" y="4233404"/>
              <a:ext cx="268889" cy="6532"/>
            </a:xfrm>
            <a:custGeom>
              <a:avLst/>
              <a:gdLst/>
              <a:ahLst/>
              <a:cxnLst/>
              <a:rect l="l" t="t" r="r" b="b"/>
              <a:pathLst>
                <a:path w="5969" h="145" extrusionOk="0">
                  <a:moveTo>
                    <a:pt x="2984" y="0"/>
                  </a:moveTo>
                  <a:cubicBezTo>
                    <a:pt x="1332" y="0"/>
                    <a:pt x="0" y="32"/>
                    <a:pt x="0" y="80"/>
                  </a:cubicBezTo>
                  <a:cubicBezTo>
                    <a:pt x="0" y="112"/>
                    <a:pt x="1332" y="144"/>
                    <a:pt x="2984" y="144"/>
                  </a:cubicBezTo>
                  <a:cubicBezTo>
                    <a:pt x="4637" y="144"/>
                    <a:pt x="5968" y="112"/>
                    <a:pt x="5968" y="80"/>
                  </a:cubicBezTo>
                  <a:cubicBezTo>
                    <a:pt x="5968" y="32"/>
                    <a:pt x="4637" y="0"/>
                    <a:pt x="29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43"/>
            <p:cNvSpPr/>
            <p:nvPr/>
          </p:nvSpPr>
          <p:spPr>
            <a:xfrm>
              <a:off x="5954517" y="4516702"/>
              <a:ext cx="526921" cy="140233"/>
            </a:xfrm>
            <a:custGeom>
              <a:avLst/>
              <a:gdLst/>
              <a:ahLst/>
              <a:cxnLst/>
              <a:rect l="l" t="t" r="r" b="b"/>
              <a:pathLst>
                <a:path w="11697" h="3113" extrusionOk="0">
                  <a:moveTo>
                    <a:pt x="1" y="0"/>
                  </a:moveTo>
                  <a:lnTo>
                    <a:pt x="1" y="3112"/>
                  </a:lnTo>
                  <a:lnTo>
                    <a:pt x="11697" y="3112"/>
                  </a:lnTo>
                  <a:lnTo>
                    <a:pt x="116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43"/>
            <p:cNvSpPr/>
            <p:nvPr/>
          </p:nvSpPr>
          <p:spPr>
            <a:xfrm>
              <a:off x="5956003" y="4528234"/>
              <a:ext cx="531966" cy="122259"/>
            </a:xfrm>
            <a:custGeom>
              <a:avLst/>
              <a:gdLst/>
              <a:ahLst/>
              <a:cxnLst/>
              <a:rect l="l" t="t" r="r" b="b"/>
              <a:pathLst>
                <a:path w="11809" h="2714" extrusionOk="0">
                  <a:moveTo>
                    <a:pt x="6494" y="154"/>
                  </a:moveTo>
                  <a:cubicBezTo>
                    <a:pt x="6583" y="154"/>
                    <a:pt x="6674" y="183"/>
                    <a:pt x="6754" y="241"/>
                  </a:cubicBezTo>
                  <a:cubicBezTo>
                    <a:pt x="6947" y="354"/>
                    <a:pt x="7075" y="546"/>
                    <a:pt x="7123" y="771"/>
                  </a:cubicBezTo>
                  <a:cubicBezTo>
                    <a:pt x="7198" y="1203"/>
                    <a:pt x="7078" y="1636"/>
                    <a:pt x="6778" y="1940"/>
                  </a:cubicBezTo>
                  <a:lnTo>
                    <a:pt x="6778" y="1940"/>
                  </a:lnTo>
                  <a:cubicBezTo>
                    <a:pt x="6568" y="1811"/>
                    <a:pt x="6381" y="1646"/>
                    <a:pt x="6225" y="1445"/>
                  </a:cubicBezTo>
                  <a:cubicBezTo>
                    <a:pt x="6081" y="1284"/>
                    <a:pt x="6000" y="1076"/>
                    <a:pt x="5984" y="851"/>
                  </a:cubicBezTo>
                  <a:cubicBezTo>
                    <a:pt x="5968" y="643"/>
                    <a:pt x="6032" y="418"/>
                    <a:pt x="6193" y="274"/>
                  </a:cubicBezTo>
                  <a:cubicBezTo>
                    <a:pt x="6280" y="195"/>
                    <a:pt x="6386" y="154"/>
                    <a:pt x="6494" y="154"/>
                  </a:cubicBezTo>
                  <a:close/>
                  <a:moveTo>
                    <a:pt x="9312" y="127"/>
                  </a:moveTo>
                  <a:cubicBezTo>
                    <a:pt x="9326" y="127"/>
                    <a:pt x="9340" y="128"/>
                    <a:pt x="9353" y="129"/>
                  </a:cubicBezTo>
                  <a:cubicBezTo>
                    <a:pt x="9658" y="145"/>
                    <a:pt x="9931" y="482"/>
                    <a:pt x="9963" y="819"/>
                  </a:cubicBezTo>
                  <a:cubicBezTo>
                    <a:pt x="9979" y="1204"/>
                    <a:pt x="9851" y="1557"/>
                    <a:pt x="9578" y="1830"/>
                  </a:cubicBezTo>
                  <a:cubicBezTo>
                    <a:pt x="9517" y="1894"/>
                    <a:pt x="9451" y="1953"/>
                    <a:pt x="9381" y="2006"/>
                  </a:cubicBezTo>
                  <a:lnTo>
                    <a:pt x="9381" y="2006"/>
                  </a:lnTo>
                  <a:cubicBezTo>
                    <a:pt x="9201" y="1884"/>
                    <a:pt x="9053" y="1726"/>
                    <a:pt x="8936" y="1557"/>
                  </a:cubicBezTo>
                  <a:cubicBezTo>
                    <a:pt x="8776" y="1300"/>
                    <a:pt x="8712" y="1012"/>
                    <a:pt x="8744" y="723"/>
                  </a:cubicBezTo>
                  <a:cubicBezTo>
                    <a:pt x="8776" y="562"/>
                    <a:pt x="8840" y="418"/>
                    <a:pt x="8936" y="306"/>
                  </a:cubicBezTo>
                  <a:cubicBezTo>
                    <a:pt x="9039" y="203"/>
                    <a:pt x="9168" y="127"/>
                    <a:pt x="9312" y="127"/>
                  </a:cubicBezTo>
                  <a:close/>
                  <a:moveTo>
                    <a:pt x="3584" y="182"/>
                  </a:moveTo>
                  <a:cubicBezTo>
                    <a:pt x="3710" y="182"/>
                    <a:pt x="3837" y="221"/>
                    <a:pt x="3947" y="306"/>
                  </a:cubicBezTo>
                  <a:cubicBezTo>
                    <a:pt x="4203" y="530"/>
                    <a:pt x="4300" y="899"/>
                    <a:pt x="4187" y="1236"/>
                  </a:cubicBezTo>
                  <a:cubicBezTo>
                    <a:pt x="4091" y="1541"/>
                    <a:pt x="3899" y="1814"/>
                    <a:pt x="3642" y="2006"/>
                  </a:cubicBezTo>
                  <a:cubicBezTo>
                    <a:pt x="3620" y="2024"/>
                    <a:pt x="3599" y="2042"/>
                    <a:pt x="3577" y="2060"/>
                  </a:cubicBezTo>
                  <a:lnTo>
                    <a:pt x="3577" y="2060"/>
                  </a:lnTo>
                  <a:cubicBezTo>
                    <a:pt x="3434" y="1939"/>
                    <a:pt x="3310" y="1796"/>
                    <a:pt x="3209" y="1637"/>
                  </a:cubicBezTo>
                  <a:cubicBezTo>
                    <a:pt x="2984" y="1316"/>
                    <a:pt x="2936" y="899"/>
                    <a:pt x="3080" y="530"/>
                  </a:cubicBezTo>
                  <a:cubicBezTo>
                    <a:pt x="3145" y="354"/>
                    <a:pt x="3289" y="225"/>
                    <a:pt x="3465" y="193"/>
                  </a:cubicBezTo>
                  <a:cubicBezTo>
                    <a:pt x="3504" y="186"/>
                    <a:pt x="3544" y="182"/>
                    <a:pt x="3584" y="182"/>
                  </a:cubicBezTo>
                  <a:close/>
                  <a:moveTo>
                    <a:pt x="6450" y="1"/>
                  </a:moveTo>
                  <a:cubicBezTo>
                    <a:pt x="6321" y="17"/>
                    <a:pt x="6193" y="65"/>
                    <a:pt x="6097" y="161"/>
                  </a:cubicBezTo>
                  <a:cubicBezTo>
                    <a:pt x="5904" y="354"/>
                    <a:pt x="5808" y="610"/>
                    <a:pt x="5840" y="867"/>
                  </a:cubicBezTo>
                  <a:cubicBezTo>
                    <a:pt x="5856" y="1108"/>
                    <a:pt x="5952" y="1348"/>
                    <a:pt x="6113" y="1541"/>
                  </a:cubicBezTo>
                  <a:cubicBezTo>
                    <a:pt x="6269" y="1732"/>
                    <a:pt x="6458" y="1899"/>
                    <a:pt x="6670" y="2036"/>
                  </a:cubicBezTo>
                  <a:lnTo>
                    <a:pt x="6670" y="2036"/>
                  </a:lnTo>
                  <a:cubicBezTo>
                    <a:pt x="6323" y="2307"/>
                    <a:pt x="5905" y="2473"/>
                    <a:pt x="5471" y="2504"/>
                  </a:cubicBezTo>
                  <a:cubicBezTo>
                    <a:pt x="5342" y="2523"/>
                    <a:pt x="5211" y="2532"/>
                    <a:pt x="5080" y="2532"/>
                  </a:cubicBezTo>
                  <a:cubicBezTo>
                    <a:pt x="4772" y="2532"/>
                    <a:pt x="4464" y="2481"/>
                    <a:pt x="4171" y="2391"/>
                  </a:cubicBezTo>
                  <a:cubicBezTo>
                    <a:pt x="3985" y="2332"/>
                    <a:pt x="3813" y="2241"/>
                    <a:pt x="3659" y="2126"/>
                  </a:cubicBezTo>
                  <a:lnTo>
                    <a:pt x="3659" y="2126"/>
                  </a:lnTo>
                  <a:cubicBezTo>
                    <a:pt x="3675" y="2113"/>
                    <a:pt x="3691" y="2100"/>
                    <a:pt x="3706" y="2086"/>
                  </a:cubicBezTo>
                  <a:cubicBezTo>
                    <a:pt x="3979" y="1878"/>
                    <a:pt x="4187" y="1589"/>
                    <a:pt x="4300" y="1268"/>
                  </a:cubicBezTo>
                  <a:cubicBezTo>
                    <a:pt x="4428" y="883"/>
                    <a:pt x="4316" y="466"/>
                    <a:pt x="4027" y="209"/>
                  </a:cubicBezTo>
                  <a:cubicBezTo>
                    <a:pt x="3886" y="107"/>
                    <a:pt x="3724" y="55"/>
                    <a:pt x="3558" y="55"/>
                  </a:cubicBezTo>
                  <a:cubicBezTo>
                    <a:pt x="3517" y="55"/>
                    <a:pt x="3475" y="59"/>
                    <a:pt x="3433" y="65"/>
                  </a:cubicBezTo>
                  <a:cubicBezTo>
                    <a:pt x="3225" y="113"/>
                    <a:pt x="3032" y="257"/>
                    <a:pt x="2952" y="466"/>
                  </a:cubicBezTo>
                  <a:cubicBezTo>
                    <a:pt x="2808" y="883"/>
                    <a:pt x="2856" y="1348"/>
                    <a:pt x="3080" y="1717"/>
                  </a:cubicBezTo>
                  <a:cubicBezTo>
                    <a:pt x="3184" y="1883"/>
                    <a:pt x="3311" y="2028"/>
                    <a:pt x="3457" y="2151"/>
                  </a:cubicBezTo>
                  <a:lnTo>
                    <a:pt x="3457" y="2151"/>
                  </a:lnTo>
                  <a:cubicBezTo>
                    <a:pt x="3062" y="2434"/>
                    <a:pt x="2600" y="2604"/>
                    <a:pt x="2102" y="2632"/>
                  </a:cubicBezTo>
                  <a:cubicBezTo>
                    <a:pt x="2066" y="2633"/>
                    <a:pt x="2030" y="2634"/>
                    <a:pt x="1995" y="2634"/>
                  </a:cubicBezTo>
                  <a:cubicBezTo>
                    <a:pt x="1600" y="2634"/>
                    <a:pt x="1220" y="2552"/>
                    <a:pt x="866" y="2375"/>
                  </a:cubicBezTo>
                  <a:cubicBezTo>
                    <a:pt x="529" y="2215"/>
                    <a:pt x="241" y="1990"/>
                    <a:pt x="0" y="1717"/>
                  </a:cubicBezTo>
                  <a:lnTo>
                    <a:pt x="0" y="1717"/>
                  </a:lnTo>
                  <a:cubicBezTo>
                    <a:pt x="0" y="1733"/>
                    <a:pt x="16" y="1750"/>
                    <a:pt x="32" y="1766"/>
                  </a:cubicBezTo>
                  <a:cubicBezTo>
                    <a:pt x="80" y="1830"/>
                    <a:pt x="128" y="1878"/>
                    <a:pt x="177" y="1926"/>
                  </a:cubicBezTo>
                  <a:cubicBezTo>
                    <a:pt x="369" y="2135"/>
                    <a:pt x="594" y="2295"/>
                    <a:pt x="834" y="2423"/>
                  </a:cubicBezTo>
                  <a:cubicBezTo>
                    <a:pt x="1207" y="2617"/>
                    <a:pt x="1607" y="2714"/>
                    <a:pt x="2009" y="2714"/>
                  </a:cubicBezTo>
                  <a:cubicBezTo>
                    <a:pt x="2040" y="2714"/>
                    <a:pt x="2071" y="2713"/>
                    <a:pt x="2102" y="2712"/>
                  </a:cubicBezTo>
                  <a:cubicBezTo>
                    <a:pt x="2625" y="2698"/>
                    <a:pt x="3123" y="2522"/>
                    <a:pt x="3541" y="2217"/>
                  </a:cubicBezTo>
                  <a:lnTo>
                    <a:pt x="3541" y="2217"/>
                  </a:lnTo>
                  <a:cubicBezTo>
                    <a:pt x="3715" y="2347"/>
                    <a:pt x="3911" y="2449"/>
                    <a:pt x="4123" y="2520"/>
                  </a:cubicBezTo>
                  <a:cubicBezTo>
                    <a:pt x="4441" y="2622"/>
                    <a:pt x="4768" y="2676"/>
                    <a:pt x="5090" y="2676"/>
                  </a:cubicBezTo>
                  <a:cubicBezTo>
                    <a:pt x="5223" y="2676"/>
                    <a:pt x="5356" y="2667"/>
                    <a:pt x="5487" y="2648"/>
                  </a:cubicBezTo>
                  <a:cubicBezTo>
                    <a:pt x="5968" y="2616"/>
                    <a:pt x="6433" y="2423"/>
                    <a:pt x="6802" y="2119"/>
                  </a:cubicBezTo>
                  <a:cubicBezTo>
                    <a:pt x="6803" y="2118"/>
                    <a:pt x="6804" y="2117"/>
                    <a:pt x="6805" y="2117"/>
                  </a:cubicBezTo>
                  <a:lnTo>
                    <a:pt x="6805" y="2117"/>
                  </a:lnTo>
                  <a:cubicBezTo>
                    <a:pt x="6946" y="2195"/>
                    <a:pt x="7096" y="2261"/>
                    <a:pt x="7252" y="2311"/>
                  </a:cubicBezTo>
                  <a:cubicBezTo>
                    <a:pt x="7587" y="2427"/>
                    <a:pt x="7933" y="2481"/>
                    <a:pt x="8289" y="2481"/>
                  </a:cubicBezTo>
                  <a:cubicBezTo>
                    <a:pt x="8376" y="2481"/>
                    <a:pt x="8463" y="2478"/>
                    <a:pt x="8551" y="2471"/>
                  </a:cubicBezTo>
                  <a:cubicBezTo>
                    <a:pt x="8873" y="2436"/>
                    <a:pt x="9177" y="2320"/>
                    <a:pt x="9431" y="2131"/>
                  </a:cubicBezTo>
                  <a:lnTo>
                    <a:pt x="9431" y="2131"/>
                  </a:lnTo>
                  <a:cubicBezTo>
                    <a:pt x="9442" y="2138"/>
                    <a:pt x="9454" y="2144"/>
                    <a:pt x="9466" y="2151"/>
                  </a:cubicBezTo>
                  <a:cubicBezTo>
                    <a:pt x="9767" y="2295"/>
                    <a:pt x="10094" y="2367"/>
                    <a:pt x="10422" y="2367"/>
                  </a:cubicBezTo>
                  <a:cubicBezTo>
                    <a:pt x="10532" y="2367"/>
                    <a:pt x="10641" y="2359"/>
                    <a:pt x="10749" y="2343"/>
                  </a:cubicBezTo>
                  <a:cubicBezTo>
                    <a:pt x="11022" y="2295"/>
                    <a:pt x="11295" y="2215"/>
                    <a:pt x="11551" y="2102"/>
                  </a:cubicBezTo>
                  <a:cubicBezTo>
                    <a:pt x="11632" y="2070"/>
                    <a:pt x="11696" y="2038"/>
                    <a:pt x="11744" y="2022"/>
                  </a:cubicBezTo>
                  <a:cubicBezTo>
                    <a:pt x="11760" y="2006"/>
                    <a:pt x="11792" y="2006"/>
                    <a:pt x="11808" y="1990"/>
                  </a:cubicBezTo>
                  <a:cubicBezTo>
                    <a:pt x="11808" y="1988"/>
                    <a:pt x="11806" y="1987"/>
                    <a:pt x="11803" y="1987"/>
                  </a:cubicBezTo>
                  <a:cubicBezTo>
                    <a:pt x="11781" y="1987"/>
                    <a:pt x="11689" y="2031"/>
                    <a:pt x="11535" y="2086"/>
                  </a:cubicBezTo>
                  <a:cubicBezTo>
                    <a:pt x="11279" y="2183"/>
                    <a:pt x="11022" y="2247"/>
                    <a:pt x="10749" y="2279"/>
                  </a:cubicBezTo>
                  <a:cubicBezTo>
                    <a:pt x="10645" y="2295"/>
                    <a:pt x="10540" y="2303"/>
                    <a:pt x="10434" y="2303"/>
                  </a:cubicBezTo>
                  <a:cubicBezTo>
                    <a:pt x="10118" y="2303"/>
                    <a:pt x="9803" y="2231"/>
                    <a:pt x="9514" y="2086"/>
                  </a:cubicBezTo>
                  <a:cubicBezTo>
                    <a:pt x="9509" y="2084"/>
                    <a:pt x="9504" y="2081"/>
                    <a:pt x="9499" y="2078"/>
                  </a:cubicBezTo>
                  <a:lnTo>
                    <a:pt x="9499" y="2078"/>
                  </a:lnTo>
                  <a:cubicBezTo>
                    <a:pt x="9561" y="2027"/>
                    <a:pt x="9620" y="1971"/>
                    <a:pt x="9674" y="1910"/>
                  </a:cubicBezTo>
                  <a:cubicBezTo>
                    <a:pt x="9963" y="1621"/>
                    <a:pt x="10107" y="1220"/>
                    <a:pt x="10075" y="803"/>
                  </a:cubicBezTo>
                  <a:cubicBezTo>
                    <a:pt x="10059" y="610"/>
                    <a:pt x="9979" y="434"/>
                    <a:pt x="9851" y="274"/>
                  </a:cubicBezTo>
                  <a:cubicBezTo>
                    <a:pt x="9722" y="129"/>
                    <a:pt x="9546" y="33"/>
                    <a:pt x="9353" y="17"/>
                  </a:cubicBezTo>
                  <a:cubicBezTo>
                    <a:pt x="9337" y="15"/>
                    <a:pt x="9321" y="15"/>
                    <a:pt x="9305" y="15"/>
                  </a:cubicBezTo>
                  <a:cubicBezTo>
                    <a:pt x="9132" y="15"/>
                    <a:pt x="8974" y="94"/>
                    <a:pt x="8856" y="241"/>
                  </a:cubicBezTo>
                  <a:cubicBezTo>
                    <a:pt x="8744" y="370"/>
                    <a:pt x="8680" y="530"/>
                    <a:pt x="8647" y="707"/>
                  </a:cubicBezTo>
                  <a:cubicBezTo>
                    <a:pt x="8599" y="1012"/>
                    <a:pt x="8680" y="1332"/>
                    <a:pt x="8856" y="1605"/>
                  </a:cubicBezTo>
                  <a:cubicBezTo>
                    <a:pt x="8981" y="1780"/>
                    <a:pt x="9135" y="1936"/>
                    <a:pt x="9311" y="2057"/>
                  </a:cubicBezTo>
                  <a:lnTo>
                    <a:pt x="9311" y="2057"/>
                  </a:lnTo>
                  <a:cubicBezTo>
                    <a:pt x="9083" y="2211"/>
                    <a:pt x="8817" y="2305"/>
                    <a:pt x="8535" y="2327"/>
                  </a:cubicBezTo>
                  <a:cubicBezTo>
                    <a:pt x="8443" y="2338"/>
                    <a:pt x="8350" y="2343"/>
                    <a:pt x="8256" y="2343"/>
                  </a:cubicBezTo>
                  <a:cubicBezTo>
                    <a:pt x="7928" y="2343"/>
                    <a:pt x="7596" y="2279"/>
                    <a:pt x="7284" y="2167"/>
                  </a:cubicBezTo>
                  <a:cubicBezTo>
                    <a:pt x="7153" y="2126"/>
                    <a:pt x="7027" y="2075"/>
                    <a:pt x="6907" y="2013"/>
                  </a:cubicBezTo>
                  <a:lnTo>
                    <a:pt x="6907" y="2013"/>
                  </a:lnTo>
                  <a:cubicBezTo>
                    <a:pt x="7219" y="1667"/>
                    <a:pt x="7355" y="1203"/>
                    <a:pt x="7268" y="739"/>
                  </a:cubicBezTo>
                  <a:cubicBezTo>
                    <a:pt x="7220" y="482"/>
                    <a:pt x="7059" y="257"/>
                    <a:pt x="6835" y="113"/>
                  </a:cubicBezTo>
                  <a:cubicBezTo>
                    <a:pt x="6722" y="33"/>
                    <a:pt x="6594" y="1"/>
                    <a:pt x="6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43"/>
            <p:cNvSpPr/>
            <p:nvPr/>
          </p:nvSpPr>
          <p:spPr>
            <a:xfrm>
              <a:off x="5989034" y="4271694"/>
              <a:ext cx="479936" cy="244338"/>
            </a:xfrm>
            <a:custGeom>
              <a:avLst/>
              <a:gdLst/>
              <a:ahLst/>
              <a:cxnLst/>
              <a:rect l="l" t="t" r="r" b="b"/>
              <a:pathLst>
                <a:path w="10654" h="5424" extrusionOk="0">
                  <a:moveTo>
                    <a:pt x="1" y="0"/>
                  </a:moveTo>
                  <a:lnTo>
                    <a:pt x="1" y="5423"/>
                  </a:lnTo>
                  <a:lnTo>
                    <a:pt x="10654" y="5423"/>
                  </a:lnTo>
                  <a:lnTo>
                    <a:pt x="10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43"/>
            <p:cNvSpPr/>
            <p:nvPr/>
          </p:nvSpPr>
          <p:spPr>
            <a:xfrm>
              <a:off x="6065658" y="4280343"/>
              <a:ext cx="6532" cy="236409"/>
            </a:xfrm>
            <a:custGeom>
              <a:avLst/>
              <a:gdLst/>
              <a:ahLst/>
              <a:cxnLst/>
              <a:rect l="l" t="t" r="r" b="b"/>
              <a:pathLst>
                <a:path w="145" h="5248" extrusionOk="0">
                  <a:moveTo>
                    <a:pt x="65" y="1"/>
                  </a:moveTo>
                  <a:cubicBezTo>
                    <a:pt x="32" y="1"/>
                    <a:pt x="0" y="1172"/>
                    <a:pt x="0" y="2632"/>
                  </a:cubicBezTo>
                  <a:cubicBezTo>
                    <a:pt x="0" y="4076"/>
                    <a:pt x="32" y="5247"/>
                    <a:pt x="65" y="5247"/>
                  </a:cubicBezTo>
                  <a:cubicBezTo>
                    <a:pt x="113" y="5247"/>
                    <a:pt x="145" y="4076"/>
                    <a:pt x="145" y="2632"/>
                  </a:cubicBezTo>
                  <a:cubicBezTo>
                    <a:pt x="145" y="1172"/>
                    <a:pt x="113" y="1"/>
                    <a:pt x="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43"/>
            <p:cNvSpPr/>
            <p:nvPr/>
          </p:nvSpPr>
          <p:spPr>
            <a:xfrm>
              <a:off x="6101786" y="4277460"/>
              <a:ext cx="6532" cy="233481"/>
            </a:xfrm>
            <a:custGeom>
              <a:avLst/>
              <a:gdLst/>
              <a:ahLst/>
              <a:cxnLst/>
              <a:rect l="l" t="t" r="r" b="b"/>
              <a:pathLst>
                <a:path w="145" h="5183" extrusionOk="0">
                  <a:moveTo>
                    <a:pt x="81" y="1"/>
                  </a:moveTo>
                  <a:cubicBezTo>
                    <a:pt x="33" y="1"/>
                    <a:pt x="1" y="1156"/>
                    <a:pt x="1" y="2584"/>
                  </a:cubicBezTo>
                  <a:cubicBezTo>
                    <a:pt x="1" y="4012"/>
                    <a:pt x="33" y="5183"/>
                    <a:pt x="81" y="5183"/>
                  </a:cubicBezTo>
                  <a:cubicBezTo>
                    <a:pt x="113" y="5183"/>
                    <a:pt x="145" y="4012"/>
                    <a:pt x="145" y="2584"/>
                  </a:cubicBezTo>
                  <a:cubicBezTo>
                    <a:pt x="145" y="1156"/>
                    <a:pt x="113" y="1"/>
                    <a:pt x="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43"/>
            <p:cNvSpPr/>
            <p:nvPr/>
          </p:nvSpPr>
          <p:spPr>
            <a:xfrm>
              <a:off x="6411120" y="4269532"/>
              <a:ext cx="6532" cy="245734"/>
            </a:xfrm>
            <a:custGeom>
              <a:avLst/>
              <a:gdLst/>
              <a:ahLst/>
              <a:cxnLst/>
              <a:rect l="l" t="t" r="r" b="b"/>
              <a:pathLst>
                <a:path w="145" h="5455" extrusionOk="0">
                  <a:moveTo>
                    <a:pt x="80" y="0"/>
                  </a:moveTo>
                  <a:cubicBezTo>
                    <a:pt x="32" y="0"/>
                    <a:pt x="0" y="1220"/>
                    <a:pt x="0" y="2728"/>
                  </a:cubicBezTo>
                  <a:cubicBezTo>
                    <a:pt x="0" y="4236"/>
                    <a:pt x="32" y="5455"/>
                    <a:pt x="80" y="5455"/>
                  </a:cubicBezTo>
                  <a:cubicBezTo>
                    <a:pt x="112" y="5455"/>
                    <a:pt x="145" y="4236"/>
                    <a:pt x="145" y="2728"/>
                  </a:cubicBezTo>
                  <a:cubicBezTo>
                    <a:pt x="145" y="1220"/>
                    <a:pt x="112" y="0"/>
                    <a:pt x="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43"/>
            <p:cNvSpPr/>
            <p:nvPr/>
          </p:nvSpPr>
          <p:spPr>
            <a:xfrm>
              <a:off x="6368461" y="4273135"/>
              <a:ext cx="6532" cy="239247"/>
            </a:xfrm>
            <a:custGeom>
              <a:avLst/>
              <a:gdLst/>
              <a:ahLst/>
              <a:cxnLst/>
              <a:rect l="l" t="t" r="r" b="b"/>
              <a:pathLst>
                <a:path w="145" h="5311" extrusionOk="0">
                  <a:moveTo>
                    <a:pt x="65" y="0"/>
                  </a:moveTo>
                  <a:cubicBezTo>
                    <a:pt x="33" y="0"/>
                    <a:pt x="1" y="1188"/>
                    <a:pt x="1" y="2648"/>
                  </a:cubicBezTo>
                  <a:cubicBezTo>
                    <a:pt x="1" y="4124"/>
                    <a:pt x="33" y="5311"/>
                    <a:pt x="65" y="5311"/>
                  </a:cubicBezTo>
                  <a:cubicBezTo>
                    <a:pt x="113" y="5311"/>
                    <a:pt x="145" y="4124"/>
                    <a:pt x="145" y="2648"/>
                  </a:cubicBezTo>
                  <a:cubicBezTo>
                    <a:pt x="145" y="1188"/>
                    <a:pt x="113" y="0"/>
                    <a:pt x="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2" name="Google Shape;2032;p43"/>
          <p:cNvGrpSpPr/>
          <p:nvPr/>
        </p:nvGrpSpPr>
        <p:grpSpPr>
          <a:xfrm>
            <a:off x="6761187" y="1415273"/>
            <a:ext cx="2429925" cy="2787333"/>
            <a:chOff x="5882689" y="2014348"/>
            <a:chExt cx="2294716" cy="2635055"/>
          </a:xfrm>
        </p:grpSpPr>
        <p:sp>
          <p:nvSpPr>
            <p:cNvPr id="2033" name="Google Shape;2033;p43"/>
            <p:cNvSpPr/>
            <p:nvPr/>
          </p:nvSpPr>
          <p:spPr>
            <a:xfrm>
              <a:off x="5882689" y="2014348"/>
              <a:ext cx="2294716" cy="2635055"/>
            </a:xfrm>
            <a:custGeom>
              <a:avLst/>
              <a:gdLst/>
              <a:ahLst/>
              <a:cxnLst/>
              <a:rect l="l" t="t" r="r" b="b"/>
              <a:pathLst>
                <a:path w="71598" h="82217" extrusionOk="0">
                  <a:moveTo>
                    <a:pt x="16257" y="1"/>
                  </a:moveTo>
                  <a:cubicBezTo>
                    <a:pt x="14893" y="1"/>
                    <a:pt x="13664" y="957"/>
                    <a:pt x="13384" y="2343"/>
                  </a:cubicBezTo>
                  <a:cubicBezTo>
                    <a:pt x="11045" y="13922"/>
                    <a:pt x="2574" y="57447"/>
                    <a:pt x="302" y="69060"/>
                  </a:cubicBezTo>
                  <a:cubicBezTo>
                    <a:pt x="1" y="70647"/>
                    <a:pt x="1020" y="72184"/>
                    <a:pt x="2607" y="72502"/>
                  </a:cubicBezTo>
                  <a:lnTo>
                    <a:pt x="50260" y="82159"/>
                  </a:lnTo>
                  <a:cubicBezTo>
                    <a:pt x="50455" y="82198"/>
                    <a:pt x="50649" y="82216"/>
                    <a:pt x="50841" y="82216"/>
                  </a:cubicBezTo>
                  <a:cubicBezTo>
                    <a:pt x="52224" y="82216"/>
                    <a:pt x="53457" y="81246"/>
                    <a:pt x="53736" y="79837"/>
                  </a:cubicBezTo>
                  <a:lnTo>
                    <a:pt x="60252" y="46186"/>
                  </a:lnTo>
                  <a:lnTo>
                    <a:pt x="64312" y="46804"/>
                  </a:lnTo>
                  <a:cubicBezTo>
                    <a:pt x="64414" y="46821"/>
                    <a:pt x="64515" y="46829"/>
                    <a:pt x="64614" y="46829"/>
                  </a:cubicBezTo>
                  <a:cubicBezTo>
                    <a:pt x="65497" y="46829"/>
                    <a:pt x="66269" y="46186"/>
                    <a:pt x="66434" y="45300"/>
                  </a:cubicBezTo>
                  <a:lnTo>
                    <a:pt x="71413" y="18132"/>
                  </a:lnTo>
                  <a:cubicBezTo>
                    <a:pt x="71597" y="17113"/>
                    <a:pt x="70929" y="16144"/>
                    <a:pt x="69909" y="15960"/>
                  </a:cubicBezTo>
                  <a:lnTo>
                    <a:pt x="66250" y="15275"/>
                  </a:lnTo>
                  <a:lnTo>
                    <a:pt x="66735" y="12652"/>
                  </a:lnTo>
                  <a:cubicBezTo>
                    <a:pt x="67019" y="11064"/>
                    <a:pt x="65983" y="9561"/>
                    <a:pt x="64412" y="9260"/>
                  </a:cubicBezTo>
                  <a:lnTo>
                    <a:pt x="16810" y="53"/>
                  </a:lnTo>
                  <a:cubicBezTo>
                    <a:pt x="16624" y="18"/>
                    <a:pt x="16440" y="1"/>
                    <a:pt x="162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43"/>
            <p:cNvSpPr/>
            <p:nvPr/>
          </p:nvSpPr>
          <p:spPr>
            <a:xfrm>
              <a:off x="5921245" y="2125305"/>
              <a:ext cx="2060687" cy="2492817"/>
            </a:xfrm>
            <a:custGeom>
              <a:avLst/>
              <a:gdLst/>
              <a:ahLst/>
              <a:cxnLst/>
              <a:rect l="l" t="t" r="r" b="b"/>
              <a:pathLst>
                <a:path w="64296" h="77779" extrusionOk="0">
                  <a:moveTo>
                    <a:pt x="15740" y="0"/>
                  </a:moveTo>
                  <a:lnTo>
                    <a:pt x="1" y="66583"/>
                  </a:lnTo>
                  <a:lnTo>
                    <a:pt x="48890" y="77778"/>
                  </a:lnTo>
                  <a:lnTo>
                    <a:pt x="64295" y="11679"/>
                  </a:lnTo>
                  <a:lnTo>
                    <a:pt x="1574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43"/>
            <p:cNvSpPr/>
            <p:nvPr/>
          </p:nvSpPr>
          <p:spPr>
            <a:xfrm>
              <a:off x="5884292" y="2046045"/>
              <a:ext cx="1936974" cy="2415705"/>
            </a:xfrm>
            <a:custGeom>
              <a:avLst/>
              <a:gdLst/>
              <a:ahLst/>
              <a:cxnLst/>
              <a:rect l="l" t="t" r="r" b="b"/>
              <a:pathLst>
                <a:path w="60436" h="75373" extrusionOk="0">
                  <a:moveTo>
                    <a:pt x="11212" y="0"/>
                  </a:moveTo>
                  <a:lnTo>
                    <a:pt x="1" y="67486"/>
                  </a:lnTo>
                  <a:lnTo>
                    <a:pt x="49542" y="75372"/>
                  </a:lnTo>
                  <a:lnTo>
                    <a:pt x="60436" y="8371"/>
                  </a:lnTo>
                  <a:lnTo>
                    <a:pt x="112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43"/>
            <p:cNvSpPr/>
            <p:nvPr/>
          </p:nvSpPr>
          <p:spPr>
            <a:xfrm>
              <a:off x="5943488" y="2046045"/>
              <a:ext cx="1666536" cy="2322519"/>
            </a:xfrm>
            <a:custGeom>
              <a:avLst/>
              <a:gdLst/>
              <a:ahLst/>
              <a:cxnLst/>
              <a:rect l="l" t="t" r="r" b="b"/>
              <a:pathLst>
                <a:path w="51998" h="69558" extrusionOk="0">
                  <a:moveTo>
                    <a:pt x="2089" y="0"/>
                  </a:moveTo>
                  <a:lnTo>
                    <a:pt x="1" y="68372"/>
                  </a:lnTo>
                  <a:lnTo>
                    <a:pt x="50126" y="69558"/>
                  </a:lnTo>
                  <a:lnTo>
                    <a:pt x="51998" y="1705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 dirty="0"/>
                <a:t>More likely to subscribe if previous campaign was successful.</a:t>
              </a:r>
              <a:endParaRPr sz="1300" dirty="0"/>
            </a:p>
          </p:txBody>
        </p:sp>
        <p:sp>
          <p:nvSpPr>
            <p:cNvPr id="2037" name="Google Shape;2037;p43"/>
            <p:cNvSpPr/>
            <p:nvPr/>
          </p:nvSpPr>
          <p:spPr>
            <a:xfrm>
              <a:off x="5941084" y="2159566"/>
              <a:ext cx="1671343" cy="2232026"/>
            </a:xfrm>
            <a:custGeom>
              <a:avLst/>
              <a:gdLst/>
              <a:ahLst/>
              <a:cxnLst/>
              <a:rect l="l" t="t" r="r" b="b"/>
              <a:pathLst>
                <a:path w="52148" h="69642" extrusionOk="0">
                  <a:moveTo>
                    <a:pt x="2172" y="0"/>
                  </a:moveTo>
                  <a:lnTo>
                    <a:pt x="52012" y="1769"/>
                  </a:lnTo>
                  <a:lnTo>
                    <a:pt x="52012" y="1769"/>
                  </a:lnTo>
                  <a:cubicBezTo>
                    <a:pt x="51478" y="20804"/>
                    <a:pt x="50845" y="44213"/>
                    <a:pt x="50144" y="69487"/>
                  </a:cubicBezTo>
                  <a:lnTo>
                    <a:pt x="50144" y="69487"/>
                  </a:lnTo>
                  <a:lnTo>
                    <a:pt x="49858" y="69474"/>
                  </a:lnTo>
                  <a:cubicBezTo>
                    <a:pt x="32024" y="69057"/>
                    <a:pt x="15123" y="68657"/>
                    <a:pt x="152" y="68306"/>
                  </a:cubicBezTo>
                  <a:lnTo>
                    <a:pt x="152" y="68306"/>
                  </a:lnTo>
                  <a:cubicBezTo>
                    <a:pt x="1354" y="27904"/>
                    <a:pt x="2155" y="635"/>
                    <a:pt x="2172" y="1"/>
                  </a:cubicBezTo>
                  <a:lnTo>
                    <a:pt x="2172" y="1"/>
                  </a:lnTo>
                  <a:cubicBezTo>
                    <a:pt x="2155" y="636"/>
                    <a:pt x="1286" y="27933"/>
                    <a:pt x="17" y="68372"/>
                  </a:cubicBezTo>
                  <a:lnTo>
                    <a:pt x="0" y="68438"/>
                  </a:lnTo>
                  <a:lnTo>
                    <a:pt x="84" y="68438"/>
                  </a:lnTo>
                  <a:cubicBezTo>
                    <a:pt x="15071" y="68806"/>
                    <a:pt x="31997" y="69207"/>
                    <a:pt x="49842" y="69641"/>
                  </a:cubicBezTo>
                  <a:lnTo>
                    <a:pt x="50293" y="69641"/>
                  </a:lnTo>
                  <a:lnTo>
                    <a:pt x="50293" y="69558"/>
                  </a:lnTo>
                  <a:cubicBezTo>
                    <a:pt x="50978" y="44228"/>
                    <a:pt x="51630" y="20786"/>
                    <a:pt x="52148" y="1721"/>
                  </a:cubicBezTo>
                  <a:lnTo>
                    <a:pt x="52148" y="1655"/>
                  </a:lnTo>
                  <a:lnTo>
                    <a:pt x="52081" y="1655"/>
                  </a:lnTo>
                  <a:lnTo>
                    <a:pt x="21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43"/>
            <p:cNvSpPr/>
            <p:nvPr/>
          </p:nvSpPr>
          <p:spPr>
            <a:xfrm>
              <a:off x="6159561" y="2538854"/>
              <a:ext cx="1234919" cy="22756"/>
            </a:xfrm>
            <a:custGeom>
              <a:avLst/>
              <a:gdLst/>
              <a:ahLst/>
              <a:cxnLst/>
              <a:rect l="l" t="t" r="r" b="b"/>
              <a:pathLst>
                <a:path w="38531" h="710" extrusionOk="0">
                  <a:moveTo>
                    <a:pt x="5008" y="0"/>
                  </a:moveTo>
                  <a:cubicBezTo>
                    <a:pt x="1898" y="0"/>
                    <a:pt x="1" y="29"/>
                    <a:pt x="1" y="84"/>
                  </a:cubicBezTo>
                  <a:cubicBezTo>
                    <a:pt x="1" y="218"/>
                    <a:pt x="8623" y="435"/>
                    <a:pt x="19266" y="585"/>
                  </a:cubicBezTo>
                  <a:cubicBezTo>
                    <a:pt x="25047" y="667"/>
                    <a:pt x="30239" y="710"/>
                    <a:pt x="33773" y="710"/>
                  </a:cubicBezTo>
                  <a:cubicBezTo>
                    <a:pt x="36735" y="710"/>
                    <a:pt x="38531" y="680"/>
                    <a:pt x="38531" y="619"/>
                  </a:cubicBezTo>
                  <a:cubicBezTo>
                    <a:pt x="38531" y="485"/>
                    <a:pt x="29909" y="268"/>
                    <a:pt x="19266" y="118"/>
                  </a:cubicBezTo>
                  <a:cubicBezTo>
                    <a:pt x="13619" y="38"/>
                    <a:pt x="8534" y="0"/>
                    <a:pt x="5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43"/>
            <p:cNvSpPr/>
            <p:nvPr/>
          </p:nvSpPr>
          <p:spPr>
            <a:xfrm>
              <a:off x="6156069" y="2713946"/>
              <a:ext cx="1234919" cy="22531"/>
            </a:xfrm>
            <a:custGeom>
              <a:avLst/>
              <a:gdLst/>
              <a:ahLst/>
              <a:cxnLst/>
              <a:rect l="l" t="t" r="r" b="b"/>
              <a:pathLst>
                <a:path w="38531" h="703" extrusionOk="0">
                  <a:moveTo>
                    <a:pt x="5014" y="0"/>
                  </a:moveTo>
                  <a:cubicBezTo>
                    <a:pt x="1906" y="0"/>
                    <a:pt x="8" y="30"/>
                    <a:pt x="0" y="84"/>
                  </a:cubicBezTo>
                  <a:cubicBezTo>
                    <a:pt x="0" y="218"/>
                    <a:pt x="8622" y="435"/>
                    <a:pt x="19265" y="586"/>
                  </a:cubicBezTo>
                  <a:cubicBezTo>
                    <a:pt x="24921" y="666"/>
                    <a:pt x="30005" y="703"/>
                    <a:pt x="33529" y="703"/>
                  </a:cubicBezTo>
                  <a:cubicBezTo>
                    <a:pt x="36637" y="703"/>
                    <a:pt x="38530" y="674"/>
                    <a:pt x="38530" y="619"/>
                  </a:cubicBezTo>
                  <a:cubicBezTo>
                    <a:pt x="38530" y="485"/>
                    <a:pt x="29909" y="268"/>
                    <a:pt x="19265" y="118"/>
                  </a:cubicBezTo>
                  <a:cubicBezTo>
                    <a:pt x="13618" y="38"/>
                    <a:pt x="8538" y="0"/>
                    <a:pt x="50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43"/>
            <p:cNvSpPr/>
            <p:nvPr/>
          </p:nvSpPr>
          <p:spPr>
            <a:xfrm>
              <a:off x="6156332" y="3812673"/>
              <a:ext cx="1234406" cy="22756"/>
            </a:xfrm>
            <a:custGeom>
              <a:avLst/>
              <a:gdLst/>
              <a:ahLst/>
              <a:cxnLst/>
              <a:rect l="l" t="t" r="r" b="b"/>
              <a:pathLst>
                <a:path w="38515" h="710" extrusionOk="0">
                  <a:moveTo>
                    <a:pt x="5002" y="0"/>
                  </a:moveTo>
                  <a:cubicBezTo>
                    <a:pt x="1894" y="0"/>
                    <a:pt x="1" y="29"/>
                    <a:pt x="1" y="84"/>
                  </a:cubicBezTo>
                  <a:cubicBezTo>
                    <a:pt x="1" y="218"/>
                    <a:pt x="8623" y="435"/>
                    <a:pt x="19249" y="585"/>
                  </a:cubicBezTo>
                  <a:cubicBezTo>
                    <a:pt x="25039" y="667"/>
                    <a:pt x="30231" y="709"/>
                    <a:pt x="33762" y="709"/>
                  </a:cubicBezTo>
                  <a:cubicBezTo>
                    <a:pt x="36721" y="709"/>
                    <a:pt x="38514" y="680"/>
                    <a:pt x="38514" y="619"/>
                  </a:cubicBezTo>
                  <a:cubicBezTo>
                    <a:pt x="38514" y="485"/>
                    <a:pt x="29893" y="268"/>
                    <a:pt x="19266" y="118"/>
                  </a:cubicBezTo>
                  <a:cubicBezTo>
                    <a:pt x="13610" y="38"/>
                    <a:pt x="8526" y="0"/>
                    <a:pt x="5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43"/>
            <p:cNvSpPr/>
            <p:nvPr/>
          </p:nvSpPr>
          <p:spPr>
            <a:xfrm>
              <a:off x="6152582" y="4018819"/>
              <a:ext cx="1234919" cy="22788"/>
            </a:xfrm>
            <a:custGeom>
              <a:avLst/>
              <a:gdLst/>
              <a:ahLst/>
              <a:cxnLst/>
              <a:rect l="l" t="t" r="r" b="b"/>
              <a:pathLst>
                <a:path w="38531" h="711" extrusionOk="0">
                  <a:moveTo>
                    <a:pt x="5002" y="1"/>
                  </a:moveTo>
                  <a:cubicBezTo>
                    <a:pt x="1894" y="1"/>
                    <a:pt x="1" y="30"/>
                    <a:pt x="1" y="85"/>
                  </a:cubicBezTo>
                  <a:cubicBezTo>
                    <a:pt x="1" y="219"/>
                    <a:pt x="8623" y="452"/>
                    <a:pt x="19266" y="586"/>
                  </a:cubicBezTo>
                  <a:cubicBezTo>
                    <a:pt x="25047" y="668"/>
                    <a:pt x="30234" y="710"/>
                    <a:pt x="33763" y="710"/>
                  </a:cubicBezTo>
                  <a:cubicBezTo>
                    <a:pt x="36721" y="710"/>
                    <a:pt x="38514" y="681"/>
                    <a:pt x="38514" y="620"/>
                  </a:cubicBezTo>
                  <a:lnTo>
                    <a:pt x="38531" y="620"/>
                  </a:lnTo>
                  <a:cubicBezTo>
                    <a:pt x="38531" y="486"/>
                    <a:pt x="29909" y="269"/>
                    <a:pt x="19266" y="118"/>
                  </a:cubicBezTo>
                  <a:cubicBezTo>
                    <a:pt x="13610" y="38"/>
                    <a:pt x="8526" y="1"/>
                    <a:pt x="5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43"/>
            <p:cNvSpPr/>
            <p:nvPr/>
          </p:nvSpPr>
          <p:spPr>
            <a:xfrm>
              <a:off x="6159560" y="3606788"/>
              <a:ext cx="1234919" cy="22499"/>
            </a:xfrm>
            <a:custGeom>
              <a:avLst/>
              <a:gdLst/>
              <a:ahLst/>
              <a:cxnLst/>
              <a:rect l="l" t="t" r="r" b="b"/>
              <a:pathLst>
                <a:path w="38531" h="702" extrusionOk="0">
                  <a:moveTo>
                    <a:pt x="5022" y="1"/>
                  </a:moveTo>
                  <a:cubicBezTo>
                    <a:pt x="1913" y="1"/>
                    <a:pt x="18" y="30"/>
                    <a:pt x="18" y="93"/>
                  </a:cubicBezTo>
                  <a:cubicBezTo>
                    <a:pt x="1" y="210"/>
                    <a:pt x="8623" y="444"/>
                    <a:pt x="19266" y="577"/>
                  </a:cubicBezTo>
                  <a:cubicBezTo>
                    <a:pt x="25056" y="659"/>
                    <a:pt x="30248" y="701"/>
                    <a:pt x="33779" y="701"/>
                  </a:cubicBezTo>
                  <a:cubicBezTo>
                    <a:pt x="36738" y="701"/>
                    <a:pt x="38531" y="672"/>
                    <a:pt x="38531" y="611"/>
                  </a:cubicBezTo>
                  <a:cubicBezTo>
                    <a:pt x="38531" y="477"/>
                    <a:pt x="29909" y="260"/>
                    <a:pt x="19266" y="110"/>
                  </a:cubicBezTo>
                  <a:cubicBezTo>
                    <a:pt x="13622" y="39"/>
                    <a:pt x="8543" y="1"/>
                    <a:pt x="50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4" name="Google Shape;2044;p43"/>
          <p:cNvSpPr txBox="1"/>
          <p:nvPr/>
        </p:nvSpPr>
        <p:spPr>
          <a:xfrm>
            <a:off x="6960866" y="1692472"/>
            <a:ext cx="1436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Josefin Sans"/>
                <a:ea typeface="Josefin Sans"/>
                <a:cs typeface="Josefin Sans"/>
                <a:sym typeface="Josefin Sans"/>
              </a:rPr>
              <a:t>Take Away:</a:t>
            </a:r>
            <a:endParaRPr b="1" dirty="0"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B39B6A-5688-4013-970F-BC47C19C3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4640"/>
            <a:ext cx="6773827" cy="270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76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4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grpSp>
        <p:nvGrpSpPr>
          <p:cNvPr id="2092" name="Google Shape;2092;p46"/>
          <p:cNvGrpSpPr/>
          <p:nvPr/>
        </p:nvGrpSpPr>
        <p:grpSpPr>
          <a:xfrm>
            <a:off x="7879284" y="4373445"/>
            <a:ext cx="576726" cy="283581"/>
            <a:chOff x="6546428" y="4405392"/>
            <a:chExt cx="521830" cy="256588"/>
          </a:xfrm>
        </p:grpSpPr>
        <p:sp>
          <p:nvSpPr>
            <p:cNvPr id="2093" name="Google Shape;2093;p46"/>
            <p:cNvSpPr/>
            <p:nvPr/>
          </p:nvSpPr>
          <p:spPr>
            <a:xfrm>
              <a:off x="6564492" y="4539811"/>
              <a:ext cx="503766" cy="122169"/>
            </a:xfrm>
            <a:custGeom>
              <a:avLst/>
              <a:gdLst/>
              <a:ahLst/>
              <a:cxnLst/>
              <a:rect l="l" t="t" r="r" b="b"/>
              <a:pathLst>
                <a:path w="11183" h="2712" extrusionOk="0">
                  <a:moveTo>
                    <a:pt x="1" y="0"/>
                  </a:moveTo>
                  <a:lnTo>
                    <a:pt x="241" y="2712"/>
                  </a:lnTo>
                  <a:lnTo>
                    <a:pt x="11183" y="2712"/>
                  </a:lnTo>
                  <a:lnTo>
                    <a:pt x="11183" y="8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6"/>
            <p:cNvSpPr/>
            <p:nvPr/>
          </p:nvSpPr>
          <p:spPr>
            <a:xfrm>
              <a:off x="6592691" y="4470439"/>
              <a:ext cx="468359" cy="105546"/>
            </a:xfrm>
            <a:custGeom>
              <a:avLst/>
              <a:gdLst/>
              <a:ahLst/>
              <a:cxnLst/>
              <a:rect l="l" t="t" r="r" b="b"/>
              <a:pathLst>
                <a:path w="10397" h="2343" extrusionOk="0">
                  <a:moveTo>
                    <a:pt x="0" y="0"/>
                  </a:moveTo>
                  <a:lnTo>
                    <a:pt x="0" y="1589"/>
                  </a:lnTo>
                  <a:lnTo>
                    <a:pt x="10188" y="2343"/>
                  </a:lnTo>
                  <a:lnTo>
                    <a:pt x="103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5" name="Google Shape;2095;p46"/>
            <p:cNvSpPr/>
            <p:nvPr/>
          </p:nvSpPr>
          <p:spPr>
            <a:xfrm>
              <a:off x="6546428" y="4405392"/>
              <a:ext cx="471963" cy="65094"/>
            </a:xfrm>
            <a:custGeom>
              <a:avLst/>
              <a:gdLst/>
              <a:ahLst/>
              <a:cxnLst/>
              <a:rect l="l" t="t" r="r" b="b"/>
              <a:pathLst>
                <a:path w="10477" h="1445" extrusionOk="0">
                  <a:moveTo>
                    <a:pt x="1" y="0"/>
                  </a:moveTo>
                  <a:lnTo>
                    <a:pt x="209" y="1444"/>
                  </a:lnTo>
                  <a:lnTo>
                    <a:pt x="10477" y="1444"/>
                  </a:lnTo>
                  <a:lnTo>
                    <a:pt x="10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6"/>
            <p:cNvSpPr/>
            <p:nvPr/>
          </p:nvSpPr>
          <p:spPr>
            <a:xfrm>
              <a:off x="6592691" y="4470439"/>
              <a:ext cx="452457" cy="15947"/>
            </a:xfrm>
            <a:custGeom>
              <a:avLst/>
              <a:gdLst/>
              <a:ahLst/>
              <a:cxnLst/>
              <a:rect l="l" t="t" r="r" b="b"/>
              <a:pathLst>
                <a:path w="10044" h="354" extrusionOk="0">
                  <a:moveTo>
                    <a:pt x="0" y="0"/>
                  </a:moveTo>
                  <a:lnTo>
                    <a:pt x="0" y="353"/>
                  </a:lnTo>
                  <a:lnTo>
                    <a:pt x="100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6"/>
            <p:cNvSpPr/>
            <p:nvPr/>
          </p:nvSpPr>
          <p:spPr>
            <a:xfrm>
              <a:off x="6592691" y="4541973"/>
              <a:ext cx="460385" cy="34011"/>
            </a:xfrm>
            <a:custGeom>
              <a:avLst/>
              <a:gdLst/>
              <a:ahLst/>
              <a:cxnLst/>
              <a:rect l="l" t="t" r="r" b="b"/>
              <a:pathLst>
                <a:path w="10220" h="755" extrusionOk="0">
                  <a:moveTo>
                    <a:pt x="0" y="1"/>
                  </a:moveTo>
                  <a:lnTo>
                    <a:pt x="10188" y="755"/>
                  </a:lnTo>
                  <a:lnTo>
                    <a:pt x="10220" y="3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6"/>
            <p:cNvSpPr/>
            <p:nvPr/>
          </p:nvSpPr>
          <p:spPr>
            <a:xfrm>
              <a:off x="6844906" y="4504404"/>
              <a:ext cx="200236" cy="10136"/>
            </a:xfrm>
            <a:custGeom>
              <a:avLst/>
              <a:gdLst/>
              <a:ahLst/>
              <a:cxnLst/>
              <a:rect l="l" t="t" r="r" b="b"/>
              <a:pathLst>
                <a:path w="4445" h="225" extrusionOk="0">
                  <a:moveTo>
                    <a:pt x="1765" y="0"/>
                  </a:moveTo>
                  <a:lnTo>
                    <a:pt x="1" y="225"/>
                  </a:lnTo>
                  <a:lnTo>
                    <a:pt x="4445" y="225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46"/>
            <p:cNvSpPr/>
            <p:nvPr/>
          </p:nvSpPr>
          <p:spPr>
            <a:xfrm>
              <a:off x="6571023" y="4611345"/>
              <a:ext cx="149648" cy="10901"/>
            </a:xfrm>
            <a:custGeom>
              <a:avLst/>
              <a:gdLst/>
              <a:ahLst/>
              <a:cxnLst/>
              <a:rect l="l" t="t" r="r" b="b"/>
              <a:pathLst>
                <a:path w="3322" h="242" extrusionOk="0">
                  <a:moveTo>
                    <a:pt x="0" y="1"/>
                  </a:moveTo>
                  <a:lnTo>
                    <a:pt x="16" y="241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46"/>
            <p:cNvSpPr/>
            <p:nvPr/>
          </p:nvSpPr>
          <p:spPr>
            <a:xfrm>
              <a:off x="6710487" y="4428501"/>
              <a:ext cx="308620" cy="9460"/>
            </a:xfrm>
            <a:custGeom>
              <a:avLst/>
              <a:gdLst/>
              <a:ahLst/>
              <a:cxnLst/>
              <a:rect l="l" t="t" r="r" b="b"/>
              <a:pathLst>
                <a:path w="6851" h="210" extrusionOk="0">
                  <a:moveTo>
                    <a:pt x="6835" y="1"/>
                  </a:moveTo>
                  <a:lnTo>
                    <a:pt x="0" y="209"/>
                  </a:lnTo>
                  <a:cubicBezTo>
                    <a:pt x="0" y="209"/>
                    <a:pt x="6851" y="161"/>
                    <a:pt x="68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1" name="Google Shape;2101;p46"/>
          <p:cNvGrpSpPr/>
          <p:nvPr/>
        </p:nvGrpSpPr>
        <p:grpSpPr>
          <a:xfrm>
            <a:off x="8554428" y="4170964"/>
            <a:ext cx="589572" cy="505624"/>
            <a:chOff x="5954517" y="4199439"/>
            <a:chExt cx="533452" cy="457495"/>
          </a:xfrm>
        </p:grpSpPr>
        <p:sp>
          <p:nvSpPr>
            <p:cNvPr id="2102" name="Google Shape;2102;p46"/>
            <p:cNvSpPr/>
            <p:nvPr/>
          </p:nvSpPr>
          <p:spPr>
            <a:xfrm>
              <a:off x="5956724" y="4199439"/>
              <a:ext cx="526876" cy="70860"/>
            </a:xfrm>
            <a:custGeom>
              <a:avLst/>
              <a:gdLst/>
              <a:ahLst/>
              <a:cxnLst/>
              <a:rect l="l" t="t" r="r" b="b"/>
              <a:pathLst>
                <a:path w="11696" h="1573" extrusionOk="0">
                  <a:moveTo>
                    <a:pt x="0" y="0"/>
                  </a:moveTo>
                  <a:lnTo>
                    <a:pt x="0" y="1572"/>
                  </a:lnTo>
                  <a:lnTo>
                    <a:pt x="11696" y="1572"/>
                  </a:lnTo>
                  <a:lnTo>
                    <a:pt x="1169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46"/>
            <p:cNvSpPr/>
            <p:nvPr/>
          </p:nvSpPr>
          <p:spPr>
            <a:xfrm>
              <a:off x="6025375" y="4202322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4" y="0"/>
                  </a:moveTo>
                  <a:cubicBezTo>
                    <a:pt x="32" y="0"/>
                    <a:pt x="0" y="337"/>
                    <a:pt x="0" y="738"/>
                  </a:cubicBezTo>
                  <a:cubicBezTo>
                    <a:pt x="0" y="1139"/>
                    <a:pt x="32" y="1476"/>
                    <a:pt x="64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46"/>
            <p:cNvSpPr/>
            <p:nvPr/>
          </p:nvSpPr>
          <p:spPr>
            <a:xfrm>
              <a:off x="6013798" y="4200881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5" y="0"/>
                  </a:moveTo>
                  <a:cubicBezTo>
                    <a:pt x="33" y="0"/>
                    <a:pt x="1" y="337"/>
                    <a:pt x="1" y="738"/>
                  </a:cubicBezTo>
                  <a:cubicBezTo>
                    <a:pt x="1" y="1139"/>
                    <a:pt x="33" y="1476"/>
                    <a:pt x="65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46"/>
            <p:cNvSpPr/>
            <p:nvPr/>
          </p:nvSpPr>
          <p:spPr>
            <a:xfrm>
              <a:off x="6439487" y="4202322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4" y="0"/>
                  </a:moveTo>
                  <a:cubicBezTo>
                    <a:pt x="32" y="0"/>
                    <a:pt x="0" y="337"/>
                    <a:pt x="0" y="738"/>
                  </a:cubicBezTo>
                  <a:cubicBezTo>
                    <a:pt x="0" y="1139"/>
                    <a:pt x="32" y="1476"/>
                    <a:pt x="64" y="1476"/>
                  </a:cubicBezTo>
                  <a:cubicBezTo>
                    <a:pt x="112" y="1476"/>
                    <a:pt x="145" y="1139"/>
                    <a:pt x="145" y="738"/>
                  </a:cubicBezTo>
                  <a:cubicBezTo>
                    <a:pt x="145" y="337"/>
                    <a:pt x="112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46"/>
            <p:cNvSpPr/>
            <p:nvPr/>
          </p:nvSpPr>
          <p:spPr>
            <a:xfrm>
              <a:off x="6427910" y="4200881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81" y="0"/>
                  </a:moveTo>
                  <a:cubicBezTo>
                    <a:pt x="33" y="0"/>
                    <a:pt x="0" y="337"/>
                    <a:pt x="0" y="738"/>
                  </a:cubicBezTo>
                  <a:cubicBezTo>
                    <a:pt x="0" y="1139"/>
                    <a:pt x="33" y="1476"/>
                    <a:pt x="81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46"/>
            <p:cNvSpPr/>
            <p:nvPr/>
          </p:nvSpPr>
          <p:spPr>
            <a:xfrm>
              <a:off x="6093305" y="4233404"/>
              <a:ext cx="268889" cy="6532"/>
            </a:xfrm>
            <a:custGeom>
              <a:avLst/>
              <a:gdLst/>
              <a:ahLst/>
              <a:cxnLst/>
              <a:rect l="l" t="t" r="r" b="b"/>
              <a:pathLst>
                <a:path w="5969" h="145" extrusionOk="0">
                  <a:moveTo>
                    <a:pt x="2984" y="0"/>
                  </a:moveTo>
                  <a:cubicBezTo>
                    <a:pt x="1332" y="0"/>
                    <a:pt x="0" y="32"/>
                    <a:pt x="0" y="80"/>
                  </a:cubicBezTo>
                  <a:cubicBezTo>
                    <a:pt x="0" y="112"/>
                    <a:pt x="1332" y="144"/>
                    <a:pt x="2984" y="144"/>
                  </a:cubicBezTo>
                  <a:cubicBezTo>
                    <a:pt x="4637" y="144"/>
                    <a:pt x="5968" y="112"/>
                    <a:pt x="5968" y="80"/>
                  </a:cubicBezTo>
                  <a:cubicBezTo>
                    <a:pt x="5968" y="32"/>
                    <a:pt x="4637" y="0"/>
                    <a:pt x="29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46"/>
            <p:cNvSpPr/>
            <p:nvPr/>
          </p:nvSpPr>
          <p:spPr>
            <a:xfrm>
              <a:off x="5954517" y="4516702"/>
              <a:ext cx="526921" cy="140233"/>
            </a:xfrm>
            <a:custGeom>
              <a:avLst/>
              <a:gdLst/>
              <a:ahLst/>
              <a:cxnLst/>
              <a:rect l="l" t="t" r="r" b="b"/>
              <a:pathLst>
                <a:path w="11697" h="3113" extrusionOk="0">
                  <a:moveTo>
                    <a:pt x="1" y="0"/>
                  </a:moveTo>
                  <a:lnTo>
                    <a:pt x="1" y="3112"/>
                  </a:lnTo>
                  <a:lnTo>
                    <a:pt x="11697" y="3112"/>
                  </a:lnTo>
                  <a:lnTo>
                    <a:pt x="116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46"/>
            <p:cNvSpPr/>
            <p:nvPr/>
          </p:nvSpPr>
          <p:spPr>
            <a:xfrm>
              <a:off x="5956003" y="4528234"/>
              <a:ext cx="531966" cy="122259"/>
            </a:xfrm>
            <a:custGeom>
              <a:avLst/>
              <a:gdLst/>
              <a:ahLst/>
              <a:cxnLst/>
              <a:rect l="l" t="t" r="r" b="b"/>
              <a:pathLst>
                <a:path w="11809" h="2714" extrusionOk="0">
                  <a:moveTo>
                    <a:pt x="6494" y="154"/>
                  </a:moveTo>
                  <a:cubicBezTo>
                    <a:pt x="6583" y="154"/>
                    <a:pt x="6674" y="183"/>
                    <a:pt x="6754" y="241"/>
                  </a:cubicBezTo>
                  <a:cubicBezTo>
                    <a:pt x="6947" y="354"/>
                    <a:pt x="7075" y="546"/>
                    <a:pt x="7123" y="771"/>
                  </a:cubicBezTo>
                  <a:cubicBezTo>
                    <a:pt x="7198" y="1203"/>
                    <a:pt x="7078" y="1636"/>
                    <a:pt x="6778" y="1940"/>
                  </a:cubicBezTo>
                  <a:lnTo>
                    <a:pt x="6778" y="1940"/>
                  </a:lnTo>
                  <a:cubicBezTo>
                    <a:pt x="6568" y="1811"/>
                    <a:pt x="6381" y="1646"/>
                    <a:pt x="6225" y="1445"/>
                  </a:cubicBezTo>
                  <a:cubicBezTo>
                    <a:pt x="6081" y="1284"/>
                    <a:pt x="6000" y="1076"/>
                    <a:pt x="5984" y="851"/>
                  </a:cubicBezTo>
                  <a:cubicBezTo>
                    <a:pt x="5968" y="643"/>
                    <a:pt x="6032" y="418"/>
                    <a:pt x="6193" y="274"/>
                  </a:cubicBezTo>
                  <a:cubicBezTo>
                    <a:pt x="6280" y="195"/>
                    <a:pt x="6386" y="154"/>
                    <a:pt x="6494" y="154"/>
                  </a:cubicBezTo>
                  <a:close/>
                  <a:moveTo>
                    <a:pt x="9312" y="127"/>
                  </a:moveTo>
                  <a:cubicBezTo>
                    <a:pt x="9326" y="127"/>
                    <a:pt x="9340" y="128"/>
                    <a:pt x="9353" y="129"/>
                  </a:cubicBezTo>
                  <a:cubicBezTo>
                    <a:pt x="9658" y="145"/>
                    <a:pt x="9931" y="482"/>
                    <a:pt x="9963" y="819"/>
                  </a:cubicBezTo>
                  <a:cubicBezTo>
                    <a:pt x="9979" y="1204"/>
                    <a:pt x="9851" y="1557"/>
                    <a:pt x="9578" y="1830"/>
                  </a:cubicBezTo>
                  <a:cubicBezTo>
                    <a:pt x="9517" y="1894"/>
                    <a:pt x="9451" y="1953"/>
                    <a:pt x="9381" y="2006"/>
                  </a:cubicBezTo>
                  <a:lnTo>
                    <a:pt x="9381" y="2006"/>
                  </a:lnTo>
                  <a:cubicBezTo>
                    <a:pt x="9201" y="1884"/>
                    <a:pt x="9053" y="1726"/>
                    <a:pt x="8936" y="1557"/>
                  </a:cubicBezTo>
                  <a:cubicBezTo>
                    <a:pt x="8776" y="1300"/>
                    <a:pt x="8712" y="1012"/>
                    <a:pt x="8744" y="723"/>
                  </a:cubicBezTo>
                  <a:cubicBezTo>
                    <a:pt x="8776" y="562"/>
                    <a:pt x="8840" y="418"/>
                    <a:pt x="8936" y="306"/>
                  </a:cubicBezTo>
                  <a:cubicBezTo>
                    <a:pt x="9039" y="203"/>
                    <a:pt x="9168" y="127"/>
                    <a:pt x="9312" y="127"/>
                  </a:cubicBezTo>
                  <a:close/>
                  <a:moveTo>
                    <a:pt x="3584" y="182"/>
                  </a:moveTo>
                  <a:cubicBezTo>
                    <a:pt x="3710" y="182"/>
                    <a:pt x="3837" y="221"/>
                    <a:pt x="3947" y="306"/>
                  </a:cubicBezTo>
                  <a:cubicBezTo>
                    <a:pt x="4203" y="530"/>
                    <a:pt x="4300" y="899"/>
                    <a:pt x="4187" y="1236"/>
                  </a:cubicBezTo>
                  <a:cubicBezTo>
                    <a:pt x="4091" y="1541"/>
                    <a:pt x="3899" y="1814"/>
                    <a:pt x="3642" y="2006"/>
                  </a:cubicBezTo>
                  <a:cubicBezTo>
                    <a:pt x="3620" y="2024"/>
                    <a:pt x="3599" y="2042"/>
                    <a:pt x="3577" y="2060"/>
                  </a:cubicBezTo>
                  <a:lnTo>
                    <a:pt x="3577" y="2060"/>
                  </a:lnTo>
                  <a:cubicBezTo>
                    <a:pt x="3434" y="1939"/>
                    <a:pt x="3310" y="1796"/>
                    <a:pt x="3209" y="1637"/>
                  </a:cubicBezTo>
                  <a:cubicBezTo>
                    <a:pt x="2984" y="1316"/>
                    <a:pt x="2936" y="899"/>
                    <a:pt x="3080" y="530"/>
                  </a:cubicBezTo>
                  <a:cubicBezTo>
                    <a:pt x="3145" y="354"/>
                    <a:pt x="3289" y="225"/>
                    <a:pt x="3465" y="193"/>
                  </a:cubicBezTo>
                  <a:cubicBezTo>
                    <a:pt x="3504" y="186"/>
                    <a:pt x="3544" y="182"/>
                    <a:pt x="3584" y="182"/>
                  </a:cubicBezTo>
                  <a:close/>
                  <a:moveTo>
                    <a:pt x="6450" y="1"/>
                  </a:moveTo>
                  <a:cubicBezTo>
                    <a:pt x="6321" y="17"/>
                    <a:pt x="6193" y="65"/>
                    <a:pt x="6097" y="161"/>
                  </a:cubicBezTo>
                  <a:cubicBezTo>
                    <a:pt x="5904" y="354"/>
                    <a:pt x="5808" y="610"/>
                    <a:pt x="5840" y="867"/>
                  </a:cubicBezTo>
                  <a:cubicBezTo>
                    <a:pt x="5856" y="1108"/>
                    <a:pt x="5952" y="1348"/>
                    <a:pt x="6113" y="1541"/>
                  </a:cubicBezTo>
                  <a:cubicBezTo>
                    <a:pt x="6269" y="1732"/>
                    <a:pt x="6458" y="1899"/>
                    <a:pt x="6670" y="2036"/>
                  </a:cubicBezTo>
                  <a:lnTo>
                    <a:pt x="6670" y="2036"/>
                  </a:lnTo>
                  <a:cubicBezTo>
                    <a:pt x="6323" y="2307"/>
                    <a:pt x="5905" y="2473"/>
                    <a:pt x="5471" y="2504"/>
                  </a:cubicBezTo>
                  <a:cubicBezTo>
                    <a:pt x="5342" y="2523"/>
                    <a:pt x="5211" y="2532"/>
                    <a:pt x="5080" y="2532"/>
                  </a:cubicBezTo>
                  <a:cubicBezTo>
                    <a:pt x="4772" y="2532"/>
                    <a:pt x="4464" y="2481"/>
                    <a:pt x="4171" y="2391"/>
                  </a:cubicBezTo>
                  <a:cubicBezTo>
                    <a:pt x="3985" y="2332"/>
                    <a:pt x="3813" y="2241"/>
                    <a:pt x="3659" y="2126"/>
                  </a:cubicBezTo>
                  <a:lnTo>
                    <a:pt x="3659" y="2126"/>
                  </a:lnTo>
                  <a:cubicBezTo>
                    <a:pt x="3675" y="2113"/>
                    <a:pt x="3691" y="2100"/>
                    <a:pt x="3706" y="2086"/>
                  </a:cubicBezTo>
                  <a:cubicBezTo>
                    <a:pt x="3979" y="1878"/>
                    <a:pt x="4187" y="1589"/>
                    <a:pt x="4300" y="1268"/>
                  </a:cubicBezTo>
                  <a:cubicBezTo>
                    <a:pt x="4428" y="883"/>
                    <a:pt x="4316" y="466"/>
                    <a:pt x="4027" y="209"/>
                  </a:cubicBezTo>
                  <a:cubicBezTo>
                    <a:pt x="3886" y="107"/>
                    <a:pt x="3724" y="55"/>
                    <a:pt x="3558" y="55"/>
                  </a:cubicBezTo>
                  <a:cubicBezTo>
                    <a:pt x="3517" y="55"/>
                    <a:pt x="3475" y="59"/>
                    <a:pt x="3433" y="65"/>
                  </a:cubicBezTo>
                  <a:cubicBezTo>
                    <a:pt x="3225" y="113"/>
                    <a:pt x="3032" y="257"/>
                    <a:pt x="2952" y="466"/>
                  </a:cubicBezTo>
                  <a:cubicBezTo>
                    <a:pt x="2808" y="883"/>
                    <a:pt x="2856" y="1348"/>
                    <a:pt x="3080" y="1717"/>
                  </a:cubicBezTo>
                  <a:cubicBezTo>
                    <a:pt x="3184" y="1883"/>
                    <a:pt x="3311" y="2028"/>
                    <a:pt x="3457" y="2151"/>
                  </a:cubicBezTo>
                  <a:lnTo>
                    <a:pt x="3457" y="2151"/>
                  </a:lnTo>
                  <a:cubicBezTo>
                    <a:pt x="3062" y="2434"/>
                    <a:pt x="2600" y="2604"/>
                    <a:pt x="2102" y="2632"/>
                  </a:cubicBezTo>
                  <a:cubicBezTo>
                    <a:pt x="2066" y="2633"/>
                    <a:pt x="2030" y="2634"/>
                    <a:pt x="1995" y="2634"/>
                  </a:cubicBezTo>
                  <a:cubicBezTo>
                    <a:pt x="1600" y="2634"/>
                    <a:pt x="1220" y="2552"/>
                    <a:pt x="866" y="2375"/>
                  </a:cubicBezTo>
                  <a:cubicBezTo>
                    <a:pt x="529" y="2215"/>
                    <a:pt x="241" y="1990"/>
                    <a:pt x="0" y="1717"/>
                  </a:cubicBezTo>
                  <a:lnTo>
                    <a:pt x="0" y="1717"/>
                  </a:lnTo>
                  <a:cubicBezTo>
                    <a:pt x="0" y="1733"/>
                    <a:pt x="16" y="1750"/>
                    <a:pt x="32" y="1766"/>
                  </a:cubicBezTo>
                  <a:cubicBezTo>
                    <a:pt x="80" y="1830"/>
                    <a:pt x="128" y="1878"/>
                    <a:pt x="177" y="1926"/>
                  </a:cubicBezTo>
                  <a:cubicBezTo>
                    <a:pt x="369" y="2135"/>
                    <a:pt x="594" y="2295"/>
                    <a:pt x="834" y="2423"/>
                  </a:cubicBezTo>
                  <a:cubicBezTo>
                    <a:pt x="1207" y="2617"/>
                    <a:pt x="1607" y="2714"/>
                    <a:pt x="2009" y="2714"/>
                  </a:cubicBezTo>
                  <a:cubicBezTo>
                    <a:pt x="2040" y="2714"/>
                    <a:pt x="2071" y="2713"/>
                    <a:pt x="2102" y="2712"/>
                  </a:cubicBezTo>
                  <a:cubicBezTo>
                    <a:pt x="2625" y="2698"/>
                    <a:pt x="3123" y="2522"/>
                    <a:pt x="3541" y="2217"/>
                  </a:cubicBezTo>
                  <a:lnTo>
                    <a:pt x="3541" y="2217"/>
                  </a:lnTo>
                  <a:cubicBezTo>
                    <a:pt x="3715" y="2347"/>
                    <a:pt x="3911" y="2449"/>
                    <a:pt x="4123" y="2520"/>
                  </a:cubicBezTo>
                  <a:cubicBezTo>
                    <a:pt x="4441" y="2622"/>
                    <a:pt x="4768" y="2676"/>
                    <a:pt x="5090" y="2676"/>
                  </a:cubicBezTo>
                  <a:cubicBezTo>
                    <a:pt x="5223" y="2676"/>
                    <a:pt x="5356" y="2667"/>
                    <a:pt x="5487" y="2648"/>
                  </a:cubicBezTo>
                  <a:cubicBezTo>
                    <a:pt x="5968" y="2616"/>
                    <a:pt x="6433" y="2423"/>
                    <a:pt x="6802" y="2119"/>
                  </a:cubicBezTo>
                  <a:cubicBezTo>
                    <a:pt x="6803" y="2118"/>
                    <a:pt x="6804" y="2117"/>
                    <a:pt x="6805" y="2117"/>
                  </a:cubicBezTo>
                  <a:lnTo>
                    <a:pt x="6805" y="2117"/>
                  </a:lnTo>
                  <a:cubicBezTo>
                    <a:pt x="6946" y="2195"/>
                    <a:pt x="7096" y="2261"/>
                    <a:pt x="7252" y="2311"/>
                  </a:cubicBezTo>
                  <a:cubicBezTo>
                    <a:pt x="7587" y="2427"/>
                    <a:pt x="7933" y="2481"/>
                    <a:pt x="8289" y="2481"/>
                  </a:cubicBezTo>
                  <a:cubicBezTo>
                    <a:pt x="8376" y="2481"/>
                    <a:pt x="8463" y="2478"/>
                    <a:pt x="8551" y="2471"/>
                  </a:cubicBezTo>
                  <a:cubicBezTo>
                    <a:pt x="8873" y="2436"/>
                    <a:pt x="9177" y="2320"/>
                    <a:pt x="9431" y="2131"/>
                  </a:cubicBezTo>
                  <a:lnTo>
                    <a:pt x="9431" y="2131"/>
                  </a:lnTo>
                  <a:cubicBezTo>
                    <a:pt x="9442" y="2138"/>
                    <a:pt x="9454" y="2144"/>
                    <a:pt x="9466" y="2151"/>
                  </a:cubicBezTo>
                  <a:cubicBezTo>
                    <a:pt x="9767" y="2295"/>
                    <a:pt x="10094" y="2367"/>
                    <a:pt x="10422" y="2367"/>
                  </a:cubicBezTo>
                  <a:cubicBezTo>
                    <a:pt x="10532" y="2367"/>
                    <a:pt x="10641" y="2359"/>
                    <a:pt x="10749" y="2343"/>
                  </a:cubicBezTo>
                  <a:cubicBezTo>
                    <a:pt x="11022" y="2295"/>
                    <a:pt x="11295" y="2215"/>
                    <a:pt x="11551" y="2102"/>
                  </a:cubicBezTo>
                  <a:cubicBezTo>
                    <a:pt x="11632" y="2070"/>
                    <a:pt x="11696" y="2038"/>
                    <a:pt x="11744" y="2022"/>
                  </a:cubicBezTo>
                  <a:cubicBezTo>
                    <a:pt x="11760" y="2006"/>
                    <a:pt x="11792" y="2006"/>
                    <a:pt x="11808" y="1990"/>
                  </a:cubicBezTo>
                  <a:cubicBezTo>
                    <a:pt x="11808" y="1988"/>
                    <a:pt x="11806" y="1987"/>
                    <a:pt x="11803" y="1987"/>
                  </a:cubicBezTo>
                  <a:cubicBezTo>
                    <a:pt x="11781" y="1987"/>
                    <a:pt x="11689" y="2031"/>
                    <a:pt x="11535" y="2086"/>
                  </a:cubicBezTo>
                  <a:cubicBezTo>
                    <a:pt x="11279" y="2183"/>
                    <a:pt x="11022" y="2247"/>
                    <a:pt x="10749" y="2279"/>
                  </a:cubicBezTo>
                  <a:cubicBezTo>
                    <a:pt x="10645" y="2295"/>
                    <a:pt x="10540" y="2303"/>
                    <a:pt x="10434" y="2303"/>
                  </a:cubicBezTo>
                  <a:cubicBezTo>
                    <a:pt x="10118" y="2303"/>
                    <a:pt x="9803" y="2231"/>
                    <a:pt x="9514" y="2086"/>
                  </a:cubicBezTo>
                  <a:cubicBezTo>
                    <a:pt x="9509" y="2084"/>
                    <a:pt x="9504" y="2081"/>
                    <a:pt x="9499" y="2078"/>
                  </a:cubicBezTo>
                  <a:lnTo>
                    <a:pt x="9499" y="2078"/>
                  </a:lnTo>
                  <a:cubicBezTo>
                    <a:pt x="9561" y="2027"/>
                    <a:pt x="9620" y="1971"/>
                    <a:pt x="9674" y="1910"/>
                  </a:cubicBezTo>
                  <a:cubicBezTo>
                    <a:pt x="9963" y="1621"/>
                    <a:pt x="10107" y="1220"/>
                    <a:pt x="10075" y="803"/>
                  </a:cubicBezTo>
                  <a:cubicBezTo>
                    <a:pt x="10059" y="610"/>
                    <a:pt x="9979" y="434"/>
                    <a:pt x="9851" y="274"/>
                  </a:cubicBezTo>
                  <a:cubicBezTo>
                    <a:pt x="9722" y="129"/>
                    <a:pt x="9546" y="33"/>
                    <a:pt x="9353" y="17"/>
                  </a:cubicBezTo>
                  <a:cubicBezTo>
                    <a:pt x="9337" y="15"/>
                    <a:pt x="9321" y="15"/>
                    <a:pt x="9305" y="15"/>
                  </a:cubicBezTo>
                  <a:cubicBezTo>
                    <a:pt x="9132" y="15"/>
                    <a:pt x="8974" y="94"/>
                    <a:pt x="8856" y="241"/>
                  </a:cubicBezTo>
                  <a:cubicBezTo>
                    <a:pt x="8744" y="370"/>
                    <a:pt x="8680" y="530"/>
                    <a:pt x="8647" y="707"/>
                  </a:cubicBezTo>
                  <a:cubicBezTo>
                    <a:pt x="8599" y="1012"/>
                    <a:pt x="8680" y="1332"/>
                    <a:pt x="8856" y="1605"/>
                  </a:cubicBezTo>
                  <a:cubicBezTo>
                    <a:pt x="8981" y="1780"/>
                    <a:pt x="9135" y="1936"/>
                    <a:pt x="9311" y="2057"/>
                  </a:cubicBezTo>
                  <a:lnTo>
                    <a:pt x="9311" y="2057"/>
                  </a:lnTo>
                  <a:cubicBezTo>
                    <a:pt x="9083" y="2211"/>
                    <a:pt x="8817" y="2305"/>
                    <a:pt x="8535" y="2327"/>
                  </a:cubicBezTo>
                  <a:cubicBezTo>
                    <a:pt x="8443" y="2338"/>
                    <a:pt x="8350" y="2343"/>
                    <a:pt x="8256" y="2343"/>
                  </a:cubicBezTo>
                  <a:cubicBezTo>
                    <a:pt x="7928" y="2343"/>
                    <a:pt x="7596" y="2279"/>
                    <a:pt x="7284" y="2167"/>
                  </a:cubicBezTo>
                  <a:cubicBezTo>
                    <a:pt x="7153" y="2126"/>
                    <a:pt x="7027" y="2075"/>
                    <a:pt x="6907" y="2013"/>
                  </a:cubicBezTo>
                  <a:lnTo>
                    <a:pt x="6907" y="2013"/>
                  </a:lnTo>
                  <a:cubicBezTo>
                    <a:pt x="7219" y="1667"/>
                    <a:pt x="7355" y="1203"/>
                    <a:pt x="7268" y="739"/>
                  </a:cubicBezTo>
                  <a:cubicBezTo>
                    <a:pt x="7220" y="482"/>
                    <a:pt x="7059" y="257"/>
                    <a:pt x="6835" y="113"/>
                  </a:cubicBezTo>
                  <a:cubicBezTo>
                    <a:pt x="6722" y="33"/>
                    <a:pt x="6594" y="1"/>
                    <a:pt x="6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46"/>
            <p:cNvSpPr/>
            <p:nvPr/>
          </p:nvSpPr>
          <p:spPr>
            <a:xfrm>
              <a:off x="5989034" y="4271694"/>
              <a:ext cx="479936" cy="244338"/>
            </a:xfrm>
            <a:custGeom>
              <a:avLst/>
              <a:gdLst/>
              <a:ahLst/>
              <a:cxnLst/>
              <a:rect l="l" t="t" r="r" b="b"/>
              <a:pathLst>
                <a:path w="10654" h="5424" extrusionOk="0">
                  <a:moveTo>
                    <a:pt x="1" y="0"/>
                  </a:moveTo>
                  <a:lnTo>
                    <a:pt x="1" y="5423"/>
                  </a:lnTo>
                  <a:lnTo>
                    <a:pt x="10654" y="5423"/>
                  </a:lnTo>
                  <a:lnTo>
                    <a:pt x="10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46"/>
            <p:cNvSpPr/>
            <p:nvPr/>
          </p:nvSpPr>
          <p:spPr>
            <a:xfrm>
              <a:off x="6065658" y="4280343"/>
              <a:ext cx="6532" cy="236409"/>
            </a:xfrm>
            <a:custGeom>
              <a:avLst/>
              <a:gdLst/>
              <a:ahLst/>
              <a:cxnLst/>
              <a:rect l="l" t="t" r="r" b="b"/>
              <a:pathLst>
                <a:path w="145" h="5248" extrusionOk="0">
                  <a:moveTo>
                    <a:pt x="65" y="1"/>
                  </a:moveTo>
                  <a:cubicBezTo>
                    <a:pt x="32" y="1"/>
                    <a:pt x="0" y="1172"/>
                    <a:pt x="0" y="2632"/>
                  </a:cubicBezTo>
                  <a:cubicBezTo>
                    <a:pt x="0" y="4076"/>
                    <a:pt x="32" y="5247"/>
                    <a:pt x="65" y="5247"/>
                  </a:cubicBezTo>
                  <a:cubicBezTo>
                    <a:pt x="113" y="5247"/>
                    <a:pt x="145" y="4076"/>
                    <a:pt x="145" y="2632"/>
                  </a:cubicBezTo>
                  <a:cubicBezTo>
                    <a:pt x="145" y="1172"/>
                    <a:pt x="113" y="1"/>
                    <a:pt x="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46"/>
            <p:cNvSpPr/>
            <p:nvPr/>
          </p:nvSpPr>
          <p:spPr>
            <a:xfrm>
              <a:off x="6101786" y="4277460"/>
              <a:ext cx="6532" cy="233481"/>
            </a:xfrm>
            <a:custGeom>
              <a:avLst/>
              <a:gdLst/>
              <a:ahLst/>
              <a:cxnLst/>
              <a:rect l="l" t="t" r="r" b="b"/>
              <a:pathLst>
                <a:path w="145" h="5183" extrusionOk="0">
                  <a:moveTo>
                    <a:pt x="81" y="1"/>
                  </a:moveTo>
                  <a:cubicBezTo>
                    <a:pt x="33" y="1"/>
                    <a:pt x="1" y="1156"/>
                    <a:pt x="1" y="2584"/>
                  </a:cubicBezTo>
                  <a:cubicBezTo>
                    <a:pt x="1" y="4012"/>
                    <a:pt x="33" y="5183"/>
                    <a:pt x="81" y="5183"/>
                  </a:cubicBezTo>
                  <a:cubicBezTo>
                    <a:pt x="113" y="5183"/>
                    <a:pt x="145" y="4012"/>
                    <a:pt x="145" y="2584"/>
                  </a:cubicBezTo>
                  <a:cubicBezTo>
                    <a:pt x="145" y="1156"/>
                    <a:pt x="113" y="1"/>
                    <a:pt x="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46"/>
            <p:cNvSpPr/>
            <p:nvPr/>
          </p:nvSpPr>
          <p:spPr>
            <a:xfrm>
              <a:off x="6411120" y="4269532"/>
              <a:ext cx="6532" cy="245734"/>
            </a:xfrm>
            <a:custGeom>
              <a:avLst/>
              <a:gdLst/>
              <a:ahLst/>
              <a:cxnLst/>
              <a:rect l="l" t="t" r="r" b="b"/>
              <a:pathLst>
                <a:path w="145" h="5455" extrusionOk="0">
                  <a:moveTo>
                    <a:pt x="80" y="0"/>
                  </a:moveTo>
                  <a:cubicBezTo>
                    <a:pt x="32" y="0"/>
                    <a:pt x="0" y="1220"/>
                    <a:pt x="0" y="2728"/>
                  </a:cubicBezTo>
                  <a:cubicBezTo>
                    <a:pt x="0" y="4236"/>
                    <a:pt x="32" y="5455"/>
                    <a:pt x="80" y="5455"/>
                  </a:cubicBezTo>
                  <a:cubicBezTo>
                    <a:pt x="112" y="5455"/>
                    <a:pt x="145" y="4236"/>
                    <a:pt x="145" y="2728"/>
                  </a:cubicBezTo>
                  <a:cubicBezTo>
                    <a:pt x="145" y="1220"/>
                    <a:pt x="112" y="0"/>
                    <a:pt x="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46"/>
            <p:cNvSpPr/>
            <p:nvPr/>
          </p:nvSpPr>
          <p:spPr>
            <a:xfrm>
              <a:off x="6368461" y="4273135"/>
              <a:ext cx="6532" cy="239247"/>
            </a:xfrm>
            <a:custGeom>
              <a:avLst/>
              <a:gdLst/>
              <a:ahLst/>
              <a:cxnLst/>
              <a:rect l="l" t="t" r="r" b="b"/>
              <a:pathLst>
                <a:path w="145" h="5311" extrusionOk="0">
                  <a:moveTo>
                    <a:pt x="65" y="0"/>
                  </a:moveTo>
                  <a:cubicBezTo>
                    <a:pt x="33" y="0"/>
                    <a:pt x="1" y="1188"/>
                    <a:pt x="1" y="2648"/>
                  </a:cubicBezTo>
                  <a:cubicBezTo>
                    <a:pt x="1" y="4124"/>
                    <a:pt x="33" y="5311"/>
                    <a:pt x="65" y="5311"/>
                  </a:cubicBezTo>
                  <a:cubicBezTo>
                    <a:pt x="113" y="5311"/>
                    <a:pt x="145" y="4124"/>
                    <a:pt x="145" y="2648"/>
                  </a:cubicBezTo>
                  <a:cubicBezTo>
                    <a:pt x="145" y="1188"/>
                    <a:pt x="113" y="0"/>
                    <a:pt x="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6" name="Google Shape;2116;p46"/>
          <p:cNvSpPr/>
          <p:nvPr/>
        </p:nvSpPr>
        <p:spPr>
          <a:xfrm>
            <a:off x="6606534" y="1441500"/>
            <a:ext cx="2332500" cy="658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Highly correlated features!</a:t>
            </a:r>
            <a:endParaRPr dirty="0"/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724BBE34-7CB5-48AE-ABBA-A473C8AF4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33315"/>
            <a:ext cx="6663604" cy="2823711"/>
          </a:xfrm>
          <a:prstGeom prst="rect">
            <a:avLst/>
          </a:prstGeom>
        </p:spPr>
      </p:pic>
      <p:cxnSp>
        <p:nvCxnSpPr>
          <p:cNvPr id="2119" name="Google Shape;2119;p46"/>
          <p:cNvCxnSpPr>
            <a:cxnSpLocks/>
            <a:stCxn id="2116" idx="4"/>
          </p:cNvCxnSpPr>
          <p:nvPr/>
        </p:nvCxnSpPr>
        <p:spPr>
          <a:xfrm flipH="1">
            <a:off x="2946971" y="2100300"/>
            <a:ext cx="4825813" cy="176446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21" name="Google Shape;2121;p46"/>
          <p:cNvCxnSpPr>
            <a:cxnSpLocks/>
            <a:stCxn id="2116" idx="4"/>
          </p:cNvCxnSpPr>
          <p:nvPr/>
        </p:nvCxnSpPr>
        <p:spPr>
          <a:xfrm flipH="1">
            <a:off x="4572000" y="2100300"/>
            <a:ext cx="3200784" cy="207066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" name="Google Shape;2121;p46">
            <a:extLst>
              <a:ext uri="{FF2B5EF4-FFF2-40B4-BE49-F238E27FC236}">
                <a16:creationId xmlns:a16="http://schemas.microsoft.com/office/drawing/2014/main" id="{702A398F-8742-4F76-B4FF-45E19F81FEFD}"/>
              </a:ext>
            </a:extLst>
          </p:cNvPr>
          <p:cNvCxnSpPr>
            <a:cxnSpLocks/>
            <a:stCxn id="2116" idx="4"/>
          </p:cNvCxnSpPr>
          <p:nvPr/>
        </p:nvCxnSpPr>
        <p:spPr>
          <a:xfrm flipH="1">
            <a:off x="3018808" y="2100300"/>
            <a:ext cx="4753976" cy="207066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49"/>
          <p:cNvSpPr txBox="1">
            <a:spLocks noGrp="1"/>
          </p:cNvSpPr>
          <p:nvPr>
            <p:ph type="title"/>
          </p:nvPr>
        </p:nvSpPr>
        <p:spPr>
          <a:xfrm>
            <a:off x="2386301" y="2263950"/>
            <a:ext cx="4379100" cy="6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03.  Data Modeling</a:t>
            </a:r>
            <a:endParaRPr sz="3000" dirty="0"/>
          </a:p>
        </p:txBody>
      </p:sp>
      <p:grpSp>
        <p:nvGrpSpPr>
          <p:cNvPr id="45" name="Google Shape;2226;p48">
            <a:extLst>
              <a:ext uri="{FF2B5EF4-FFF2-40B4-BE49-F238E27FC236}">
                <a16:creationId xmlns:a16="http://schemas.microsoft.com/office/drawing/2014/main" id="{B5036501-4E0B-4634-9D99-9D8E2326E95B}"/>
              </a:ext>
            </a:extLst>
          </p:cNvPr>
          <p:cNvGrpSpPr/>
          <p:nvPr/>
        </p:nvGrpSpPr>
        <p:grpSpPr>
          <a:xfrm>
            <a:off x="7579519" y="1814513"/>
            <a:ext cx="1552886" cy="2835216"/>
            <a:chOff x="5554375" y="1878575"/>
            <a:chExt cx="1500450" cy="2601450"/>
          </a:xfrm>
        </p:grpSpPr>
        <p:sp>
          <p:nvSpPr>
            <p:cNvPr id="46" name="Google Shape;2227;p48">
              <a:extLst>
                <a:ext uri="{FF2B5EF4-FFF2-40B4-BE49-F238E27FC236}">
                  <a16:creationId xmlns:a16="http://schemas.microsoft.com/office/drawing/2014/main" id="{BB3F98B4-9942-404D-AB0A-A7DE0769ECEC}"/>
                </a:ext>
              </a:extLst>
            </p:cNvPr>
            <p:cNvSpPr/>
            <p:nvPr/>
          </p:nvSpPr>
          <p:spPr>
            <a:xfrm>
              <a:off x="5627475" y="1938300"/>
              <a:ext cx="1180900" cy="1193025"/>
            </a:xfrm>
            <a:custGeom>
              <a:avLst/>
              <a:gdLst/>
              <a:ahLst/>
              <a:cxnLst/>
              <a:rect l="l" t="t" r="r" b="b"/>
              <a:pathLst>
                <a:path w="47236" h="47721" extrusionOk="0">
                  <a:moveTo>
                    <a:pt x="2707" y="1"/>
                  </a:moveTo>
                  <a:lnTo>
                    <a:pt x="0" y="2490"/>
                  </a:lnTo>
                  <a:cubicBezTo>
                    <a:pt x="4495" y="8673"/>
                    <a:pt x="43994" y="47720"/>
                    <a:pt x="43994" y="47720"/>
                  </a:cubicBezTo>
                  <a:lnTo>
                    <a:pt x="47235" y="44295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228;p48">
              <a:extLst>
                <a:ext uri="{FF2B5EF4-FFF2-40B4-BE49-F238E27FC236}">
                  <a16:creationId xmlns:a16="http://schemas.microsoft.com/office/drawing/2014/main" id="{4BAAA751-6FD8-46FF-9701-843BFA9C4C90}"/>
                </a:ext>
              </a:extLst>
            </p:cNvPr>
            <p:cNvSpPr/>
            <p:nvPr/>
          </p:nvSpPr>
          <p:spPr>
            <a:xfrm>
              <a:off x="6431975" y="2678950"/>
              <a:ext cx="622850" cy="658750"/>
            </a:xfrm>
            <a:custGeom>
              <a:avLst/>
              <a:gdLst/>
              <a:ahLst/>
              <a:cxnLst/>
              <a:rect l="l" t="t" r="r" b="b"/>
              <a:pathLst>
                <a:path w="24914" h="26350" extrusionOk="0">
                  <a:moveTo>
                    <a:pt x="525" y="1"/>
                  </a:moveTo>
                  <a:cubicBezTo>
                    <a:pt x="486" y="1"/>
                    <a:pt x="456" y="11"/>
                    <a:pt x="435" y="33"/>
                  </a:cubicBezTo>
                  <a:cubicBezTo>
                    <a:pt x="1" y="500"/>
                    <a:pt x="9107" y="8938"/>
                    <a:pt x="9107" y="8938"/>
                  </a:cubicBezTo>
                  <a:lnTo>
                    <a:pt x="4529" y="13333"/>
                  </a:lnTo>
                  <a:lnTo>
                    <a:pt x="10510" y="18713"/>
                  </a:lnTo>
                  <a:cubicBezTo>
                    <a:pt x="17119" y="25533"/>
                    <a:pt x="21869" y="26350"/>
                    <a:pt x="23728" y="26350"/>
                  </a:cubicBezTo>
                  <a:cubicBezTo>
                    <a:pt x="23768" y="26350"/>
                    <a:pt x="23807" y="26349"/>
                    <a:pt x="23844" y="26348"/>
                  </a:cubicBezTo>
                  <a:lnTo>
                    <a:pt x="23844" y="26332"/>
                  </a:lnTo>
                  <a:cubicBezTo>
                    <a:pt x="24445" y="26332"/>
                    <a:pt x="24913" y="25814"/>
                    <a:pt x="24880" y="25212"/>
                  </a:cubicBezTo>
                  <a:cubicBezTo>
                    <a:pt x="24612" y="21002"/>
                    <a:pt x="13000" y="10392"/>
                    <a:pt x="9525" y="7368"/>
                  </a:cubicBezTo>
                  <a:cubicBezTo>
                    <a:pt x="5879" y="4215"/>
                    <a:pt x="1323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229;p48">
              <a:extLst>
                <a:ext uri="{FF2B5EF4-FFF2-40B4-BE49-F238E27FC236}">
                  <a16:creationId xmlns:a16="http://schemas.microsoft.com/office/drawing/2014/main" id="{4A9AAAB9-0996-49C4-9C75-FA7A07F815C5}"/>
                </a:ext>
              </a:extLst>
            </p:cNvPr>
            <p:cNvSpPr/>
            <p:nvPr/>
          </p:nvSpPr>
          <p:spPr>
            <a:xfrm>
              <a:off x="6431975" y="2678950"/>
              <a:ext cx="619500" cy="658325"/>
            </a:xfrm>
            <a:custGeom>
              <a:avLst/>
              <a:gdLst/>
              <a:ahLst/>
              <a:cxnLst/>
              <a:rect l="l" t="t" r="r" b="b"/>
              <a:pathLst>
                <a:path w="24780" h="26333" extrusionOk="0">
                  <a:moveTo>
                    <a:pt x="525" y="1"/>
                  </a:moveTo>
                  <a:cubicBezTo>
                    <a:pt x="486" y="1"/>
                    <a:pt x="456" y="11"/>
                    <a:pt x="435" y="33"/>
                  </a:cubicBezTo>
                  <a:cubicBezTo>
                    <a:pt x="1" y="500"/>
                    <a:pt x="9107" y="8938"/>
                    <a:pt x="9107" y="8938"/>
                  </a:cubicBezTo>
                  <a:lnTo>
                    <a:pt x="4529" y="13333"/>
                  </a:lnTo>
                  <a:lnTo>
                    <a:pt x="10510" y="18713"/>
                  </a:lnTo>
                  <a:cubicBezTo>
                    <a:pt x="17116" y="25531"/>
                    <a:pt x="21865" y="26333"/>
                    <a:pt x="23726" y="26333"/>
                  </a:cubicBezTo>
                  <a:cubicBezTo>
                    <a:pt x="23766" y="26333"/>
                    <a:pt x="23806" y="26332"/>
                    <a:pt x="23844" y="26332"/>
                  </a:cubicBezTo>
                  <a:cubicBezTo>
                    <a:pt x="24262" y="26332"/>
                    <a:pt x="24629" y="26081"/>
                    <a:pt x="24780" y="25714"/>
                  </a:cubicBezTo>
                  <a:cubicBezTo>
                    <a:pt x="22674" y="25563"/>
                    <a:pt x="18163" y="24410"/>
                    <a:pt x="12031" y="18061"/>
                  </a:cubicBezTo>
                  <a:lnTo>
                    <a:pt x="6066" y="12664"/>
                  </a:lnTo>
                  <a:lnTo>
                    <a:pt x="10611" y="8320"/>
                  </a:lnTo>
                  <a:cubicBezTo>
                    <a:pt x="10193" y="7952"/>
                    <a:pt x="9825" y="7635"/>
                    <a:pt x="9525" y="7368"/>
                  </a:cubicBezTo>
                  <a:cubicBezTo>
                    <a:pt x="5895" y="4215"/>
                    <a:pt x="1324" y="1"/>
                    <a:pt x="525" y="1"/>
                  </a:cubicBezTo>
                  <a:close/>
                </a:path>
              </a:pathLst>
            </a:custGeom>
            <a:solidFill>
              <a:schemeClr val="dk2">
                <a:alpha val="1964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230;p48">
              <a:extLst>
                <a:ext uri="{FF2B5EF4-FFF2-40B4-BE49-F238E27FC236}">
                  <a16:creationId xmlns:a16="http://schemas.microsoft.com/office/drawing/2014/main" id="{AB2A15D2-799C-43B1-83B4-47353DBB2AE9}"/>
                </a:ext>
              </a:extLst>
            </p:cNvPr>
            <p:cNvSpPr/>
            <p:nvPr/>
          </p:nvSpPr>
          <p:spPr>
            <a:xfrm>
              <a:off x="5751100" y="2062375"/>
              <a:ext cx="809975" cy="812475"/>
            </a:xfrm>
            <a:custGeom>
              <a:avLst/>
              <a:gdLst/>
              <a:ahLst/>
              <a:cxnLst/>
              <a:rect l="l" t="t" r="r" b="b"/>
              <a:pathLst>
                <a:path w="32399" h="32499" extrusionOk="0">
                  <a:moveTo>
                    <a:pt x="1321" y="0"/>
                  </a:moveTo>
                  <a:lnTo>
                    <a:pt x="1" y="1203"/>
                  </a:lnTo>
                  <a:lnTo>
                    <a:pt x="31146" y="32498"/>
                  </a:lnTo>
                  <a:lnTo>
                    <a:pt x="32399" y="31162"/>
                  </a:lnTo>
                  <a:lnTo>
                    <a:pt x="13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231;p48">
              <a:extLst>
                <a:ext uri="{FF2B5EF4-FFF2-40B4-BE49-F238E27FC236}">
                  <a16:creationId xmlns:a16="http://schemas.microsoft.com/office/drawing/2014/main" id="{852268C4-0121-4F76-97DC-4B74DCA4C926}"/>
                </a:ext>
              </a:extLst>
            </p:cNvPr>
            <p:cNvSpPr/>
            <p:nvPr/>
          </p:nvSpPr>
          <p:spPr>
            <a:xfrm>
              <a:off x="5554375" y="1878575"/>
              <a:ext cx="234350" cy="213900"/>
            </a:xfrm>
            <a:custGeom>
              <a:avLst/>
              <a:gdLst/>
              <a:ahLst/>
              <a:cxnLst/>
              <a:rect l="l" t="t" r="r" b="b"/>
              <a:pathLst>
                <a:path w="9374" h="8556" extrusionOk="0">
                  <a:moveTo>
                    <a:pt x="950" y="0"/>
                  </a:moveTo>
                  <a:cubicBezTo>
                    <a:pt x="900" y="0"/>
                    <a:pt x="856" y="6"/>
                    <a:pt x="819" y="17"/>
                  </a:cubicBezTo>
                  <a:cubicBezTo>
                    <a:pt x="0" y="268"/>
                    <a:pt x="2941" y="4913"/>
                    <a:pt x="2941" y="4913"/>
                  </a:cubicBezTo>
                  <a:lnTo>
                    <a:pt x="3759" y="4211"/>
                  </a:lnTo>
                  <a:lnTo>
                    <a:pt x="7870" y="8555"/>
                  </a:lnTo>
                  <a:lnTo>
                    <a:pt x="9374" y="7519"/>
                  </a:lnTo>
                  <a:lnTo>
                    <a:pt x="4862" y="3175"/>
                  </a:lnTo>
                  <a:lnTo>
                    <a:pt x="5631" y="2390"/>
                  </a:lnTo>
                  <a:cubicBezTo>
                    <a:pt x="5631" y="2390"/>
                    <a:pt x="1993" y="0"/>
                    <a:pt x="9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232;p48">
              <a:extLst>
                <a:ext uri="{FF2B5EF4-FFF2-40B4-BE49-F238E27FC236}">
                  <a16:creationId xmlns:a16="http://schemas.microsoft.com/office/drawing/2014/main" id="{E5A69270-E152-4CFE-9F53-1985E87E331D}"/>
                </a:ext>
              </a:extLst>
            </p:cNvPr>
            <p:cNvSpPr/>
            <p:nvPr/>
          </p:nvSpPr>
          <p:spPr>
            <a:xfrm>
              <a:off x="6236900" y="2098525"/>
              <a:ext cx="220175" cy="432375"/>
            </a:xfrm>
            <a:custGeom>
              <a:avLst/>
              <a:gdLst/>
              <a:ahLst/>
              <a:cxnLst/>
              <a:rect l="l" t="t" r="r" b="b"/>
              <a:pathLst>
                <a:path w="8807" h="17295" extrusionOk="0">
                  <a:moveTo>
                    <a:pt x="3792" y="1"/>
                  </a:moveTo>
                  <a:cubicBezTo>
                    <a:pt x="2525" y="1"/>
                    <a:pt x="1255" y="291"/>
                    <a:pt x="84" y="877"/>
                  </a:cubicBezTo>
                  <a:cubicBezTo>
                    <a:pt x="84" y="877"/>
                    <a:pt x="1" y="6357"/>
                    <a:pt x="185" y="8730"/>
                  </a:cubicBezTo>
                  <a:cubicBezTo>
                    <a:pt x="352" y="11102"/>
                    <a:pt x="2758" y="11320"/>
                    <a:pt x="2758" y="11320"/>
                  </a:cubicBezTo>
                  <a:cubicBezTo>
                    <a:pt x="2758" y="11320"/>
                    <a:pt x="2808" y="12924"/>
                    <a:pt x="2858" y="14494"/>
                  </a:cubicBezTo>
                  <a:cubicBezTo>
                    <a:pt x="2922" y="16068"/>
                    <a:pt x="4211" y="17294"/>
                    <a:pt x="5746" y="17294"/>
                  </a:cubicBezTo>
                  <a:cubicBezTo>
                    <a:pt x="5824" y="17294"/>
                    <a:pt x="5903" y="17291"/>
                    <a:pt x="5982" y="17285"/>
                  </a:cubicBezTo>
                  <a:cubicBezTo>
                    <a:pt x="7486" y="17168"/>
                    <a:pt x="8656" y="15931"/>
                    <a:pt x="8673" y="14427"/>
                  </a:cubicBezTo>
                  <a:lnTo>
                    <a:pt x="8806" y="1662"/>
                  </a:lnTo>
                  <a:lnTo>
                    <a:pt x="8439" y="1428"/>
                  </a:lnTo>
                  <a:cubicBezTo>
                    <a:pt x="7039" y="480"/>
                    <a:pt x="5418" y="1"/>
                    <a:pt x="3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233;p48">
              <a:extLst>
                <a:ext uri="{FF2B5EF4-FFF2-40B4-BE49-F238E27FC236}">
                  <a16:creationId xmlns:a16="http://schemas.microsoft.com/office/drawing/2014/main" id="{EF76B380-6D87-4AA2-AE52-64FFEF0BF876}"/>
                </a:ext>
              </a:extLst>
            </p:cNvPr>
            <p:cNvSpPr/>
            <p:nvPr/>
          </p:nvSpPr>
          <p:spPr>
            <a:xfrm>
              <a:off x="6134975" y="2042025"/>
              <a:ext cx="364700" cy="371875"/>
            </a:xfrm>
            <a:custGeom>
              <a:avLst/>
              <a:gdLst/>
              <a:ahLst/>
              <a:cxnLst/>
              <a:rect l="l" t="t" r="r" b="b"/>
              <a:pathLst>
                <a:path w="14588" h="14875" extrusionOk="0">
                  <a:moveTo>
                    <a:pt x="9241" y="0"/>
                  </a:moveTo>
                  <a:cubicBezTo>
                    <a:pt x="8760" y="0"/>
                    <a:pt x="8310" y="50"/>
                    <a:pt x="7737" y="113"/>
                  </a:cubicBezTo>
                  <a:cubicBezTo>
                    <a:pt x="6818" y="230"/>
                    <a:pt x="5899" y="597"/>
                    <a:pt x="5364" y="1282"/>
                  </a:cubicBezTo>
                  <a:cubicBezTo>
                    <a:pt x="5030" y="1717"/>
                    <a:pt x="4863" y="2251"/>
                    <a:pt x="4462" y="2652"/>
                  </a:cubicBezTo>
                  <a:cubicBezTo>
                    <a:pt x="4011" y="3103"/>
                    <a:pt x="3309" y="3337"/>
                    <a:pt x="3008" y="3872"/>
                  </a:cubicBezTo>
                  <a:cubicBezTo>
                    <a:pt x="2440" y="4908"/>
                    <a:pt x="3744" y="6194"/>
                    <a:pt x="3226" y="7264"/>
                  </a:cubicBezTo>
                  <a:cubicBezTo>
                    <a:pt x="2942" y="7899"/>
                    <a:pt x="2073" y="8216"/>
                    <a:pt x="1822" y="8868"/>
                  </a:cubicBezTo>
                  <a:cubicBezTo>
                    <a:pt x="1471" y="9737"/>
                    <a:pt x="2357" y="10672"/>
                    <a:pt x="2089" y="11558"/>
                  </a:cubicBezTo>
                  <a:cubicBezTo>
                    <a:pt x="1922" y="12126"/>
                    <a:pt x="1354" y="12494"/>
                    <a:pt x="886" y="12895"/>
                  </a:cubicBezTo>
                  <a:cubicBezTo>
                    <a:pt x="419" y="13296"/>
                    <a:pt x="1" y="13914"/>
                    <a:pt x="302" y="14432"/>
                  </a:cubicBezTo>
                  <a:cubicBezTo>
                    <a:pt x="2460" y="14728"/>
                    <a:pt x="4635" y="14875"/>
                    <a:pt x="6810" y="14875"/>
                  </a:cubicBezTo>
                  <a:cubicBezTo>
                    <a:pt x="9046" y="14875"/>
                    <a:pt x="11282" y="14720"/>
                    <a:pt x="13501" y="14415"/>
                  </a:cubicBezTo>
                  <a:cubicBezTo>
                    <a:pt x="13735" y="14415"/>
                    <a:pt x="13953" y="14332"/>
                    <a:pt x="14120" y="14181"/>
                  </a:cubicBezTo>
                  <a:cubicBezTo>
                    <a:pt x="14237" y="14031"/>
                    <a:pt x="14303" y="13830"/>
                    <a:pt x="14287" y="13646"/>
                  </a:cubicBezTo>
                  <a:cubicBezTo>
                    <a:pt x="14437" y="11073"/>
                    <a:pt x="14588" y="8500"/>
                    <a:pt x="14471" y="5944"/>
                  </a:cubicBezTo>
                  <a:cubicBezTo>
                    <a:pt x="14404" y="4624"/>
                    <a:pt x="14270" y="3287"/>
                    <a:pt x="13602" y="2118"/>
                  </a:cubicBezTo>
                  <a:cubicBezTo>
                    <a:pt x="12945" y="985"/>
                    <a:pt x="11659" y="62"/>
                    <a:pt x="10251" y="62"/>
                  </a:cubicBezTo>
                  <a:cubicBezTo>
                    <a:pt x="10226" y="62"/>
                    <a:pt x="10201" y="62"/>
                    <a:pt x="10176" y="62"/>
                  </a:cubicBezTo>
                  <a:cubicBezTo>
                    <a:pt x="9831" y="18"/>
                    <a:pt x="9530" y="0"/>
                    <a:pt x="92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234;p48">
              <a:extLst>
                <a:ext uri="{FF2B5EF4-FFF2-40B4-BE49-F238E27FC236}">
                  <a16:creationId xmlns:a16="http://schemas.microsoft.com/office/drawing/2014/main" id="{25D4ECE7-9B35-4018-925B-FBDF5CB34159}"/>
                </a:ext>
              </a:extLst>
            </p:cNvPr>
            <p:cNvSpPr/>
            <p:nvPr/>
          </p:nvSpPr>
          <p:spPr>
            <a:xfrm>
              <a:off x="6388125" y="2111650"/>
              <a:ext cx="201775" cy="294950"/>
            </a:xfrm>
            <a:custGeom>
              <a:avLst/>
              <a:gdLst/>
              <a:ahLst/>
              <a:cxnLst/>
              <a:rect l="l" t="t" r="r" b="b"/>
              <a:pathLst>
                <a:path w="8071" h="11798" extrusionOk="0">
                  <a:moveTo>
                    <a:pt x="3426" y="1"/>
                  </a:moveTo>
                  <a:lnTo>
                    <a:pt x="0" y="11730"/>
                  </a:lnTo>
                  <a:lnTo>
                    <a:pt x="7920" y="11797"/>
                  </a:lnTo>
                  <a:cubicBezTo>
                    <a:pt x="8020" y="10962"/>
                    <a:pt x="8071" y="9993"/>
                    <a:pt x="7469" y="9408"/>
                  </a:cubicBezTo>
                  <a:cubicBezTo>
                    <a:pt x="7035" y="8973"/>
                    <a:pt x="6333" y="8856"/>
                    <a:pt x="5982" y="8355"/>
                  </a:cubicBezTo>
                  <a:cubicBezTo>
                    <a:pt x="5431" y="7587"/>
                    <a:pt x="6049" y="6501"/>
                    <a:pt x="5832" y="5582"/>
                  </a:cubicBezTo>
                  <a:cubicBezTo>
                    <a:pt x="5665" y="4863"/>
                    <a:pt x="5046" y="4362"/>
                    <a:pt x="4746" y="3710"/>
                  </a:cubicBezTo>
                  <a:cubicBezTo>
                    <a:pt x="4462" y="3075"/>
                    <a:pt x="4478" y="2374"/>
                    <a:pt x="4395" y="1705"/>
                  </a:cubicBezTo>
                  <a:cubicBezTo>
                    <a:pt x="4311" y="1020"/>
                    <a:pt x="4044" y="285"/>
                    <a:pt x="34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235;p48">
              <a:extLst>
                <a:ext uri="{FF2B5EF4-FFF2-40B4-BE49-F238E27FC236}">
                  <a16:creationId xmlns:a16="http://schemas.microsoft.com/office/drawing/2014/main" id="{739BA145-D52E-4974-A844-E95D49B90853}"/>
                </a:ext>
              </a:extLst>
            </p:cNvPr>
            <p:cNvSpPr/>
            <p:nvPr/>
          </p:nvSpPr>
          <p:spPr>
            <a:xfrm>
              <a:off x="6419875" y="2030650"/>
              <a:ext cx="210125" cy="179400"/>
            </a:xfrm>
            <a:custGeom>
              <a:avLst/>
              <a:gdLst/>
              <a:ahLst/>
              <a:cxnLst/>
              <a:rect l="l" t="t" r="r" b="b"/>
              <a:pathLst>
                <a:path w="8405" h="7176" extrusionOk="0">
                  <a:moveTo>
                    <a:pt x="2784" y="1"/>
                  </a:moveTo>
                  <a:cubicBezTo>
                    <a:pt x="1679" y="1"/>
                    <a:pt x="635" y="777"/>
                    <a:pt x="418" y="1971"/>
                  </a:cubicBezTo>
                  <a:lnTo>
                    <a:pt x="418" y="1754"/>
                  </a:lnTo>
                  <a:cubicBezTo>
                    <a:pt x="0" y="1888"/>
                    <a:pt x="67" y="2573"/>
                    <a:pt x="418" y="2840"/>
                  </a:cubicBezTo>
                  <a:cubicBezTo>
                    <a:pt x="769" y="3107"/>
                    <a:pt x="1237" y="3141"/>
                    <a:pt x="1654" y="3308"/>
                  </a:cubicBezTo>
                  <a:cubicBezTo>
                    <a:pt x="2573" y="3692"/>
                    <a:pt x="3024" y="4711"/>
                    <a:pt x="3526" y="5580"/>
                  </a:cubicBezTo>
                  <a:cubicBezTo>
                    <a:pt x="3982" y="6371"/>
                    <a:pt x="4715" y="7175"/>
                    <a:pt x="5586" y="7175"/>
                  </a:cubicBezTo>
                  <a:cubicBezTo>
                    <a:pt x="5672" y="7175"/>
                    <a:pt x="5759" y="7167"/>
                    <a:pt x="5848" y="7151"/>
                  </a:cubicBezTo>
                  <a:cubicBezTo>
                    <a:pt x="5684" y="6676"/>
                    <a:pt x="5505" y="6185"/>
                    <a:pt x="5340" y="5694"/>
                  </a:cubicBezTo>
                  <a:lnTo>
                    <a:pt x="5340" y="5694"/>
                  </a:lnTo>
                  <a:cubicBezTo>
                    <a:pt x="5497" y="6147"/>
                    <a:pt x="5875" y="6485"/>
                    <a:pt x="6333" y="6583"/>
                  </a:cubicBezTo>
                  <a:cubicBezTo>
                    <a:pt x="6387" y="6592"/>
                    <a:pt x="6441" y="6597"/>
                    <a:pt x="6494" y="6597"/>
                  </a:cubicBezTo>
                  <a:cubicBezTo>
                    <a:pt x="6918" y="6597"/>
                    <a:pt x="7300" y="6311"/>
                    <a:pt x="7419" y="5881"/>
                  </a:cubicBezTo>
                  <a:cubicBezTo>
                    <a:pt x="7494" y="5529"/>
                    <a:pt x="7257" y="5157"/>
                    <a:pt x="6936" y="5038"/>
                  </a:cubicBezTo>
                  <a:lnTo>
                    <a:pt x="6936" y="5038"/>
                  </a:lnTo>
                  <a:cubicBezTo>
                    <a:pt x="7001" y="5042"/>
                    <a:pt x="7066" y="5045"/>
                    <a:pt x="7131" y="5045"/>
                  </a:cubicBezTo>
                  <a:cubicBezTo>
                    <a:pt x="7357" y="5045"/>
                    <a:pt x="7580" y="5015"/>
                    <a:pt x="7786" y="4912"/>
                  </a:cubicBezTo>
                  <a:cubicBezTo>
                    <a:pt x="8154" y="4745"/>
                    <a:pt x="8405" y="4277"/>
                    <a:pt x="8204" y="3926"/>
                  </a:cubicBezTo>
                  <a:cubicBezTo>
                    <a:pt x="8004" y="3592"/>
                    <a:pt x="7552" y="3558"/>
                    <a:pt x="7185" y="3441"/>
                  </a:cubicBezTo>
                  <a:cubicBezTo>
                    <a:pt x="5765" y="3007"/>
                    <a:pt x="5313" y="1136"/>
                    <a:pt x="4044" y="367"/>
                  </a:cubicBezTo>
                  <a:cubicBezTo>
                    <a:pt x="3644" y="116"/>
                    <a:pt x="3209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236;p48">
              <a:extLst>
                <a:ext uri="{FF2B5EF4-FFF2-40B4-BE49-F238E27FC236}">
                  <a16:creationId xmlns:a16="http://schemas.microsoft.com/office/drawing/2014/main" id="{168D1332-7723-4750-81D7-FBD54B20B145}"/>
                </a:ext>
              </a:extLst>
            </p:cNvPr>
            <p:cNvSpPr/>
            <p:nvPr/>
          </p:nvSpPr>
          <p:spPr>
            <a:xfrm>
              <a:off x="6399825" y="2080700"/>
              <a:ext cx="42200" cy="57575"/>
            </a:xfrm>
            <a:custGeom>
              <a:avLst/>
              <a:gdLst/>
              <a:ahLst/>
              <a:cxnLst/>
              <a:rect l="l" t="t" r="r" b="b"/>
              <a:pathLst>
                <a:path w="1688" h="2303" extrusionOk="0">
                  <a:moveTo>
                    <a:pt x="799" y="0"/>
                  </a:moveTo>
                  <a:cubicBezTo>
                    <a:pt x="773" y="0"/>
                    <a:pt x="605" y="91"/>
                    <a:pt x="451" y="337"/>
                  </a:cubicBezTo>
                  <a:cubicBezTo>
                    <a:pt x="0" y="1055"/>
                    <a:pt x="368" y="2024"/>
                    <a:pt x="1203" y="2258"/>
                  </a:cubicBezTo>
                  <a:cubicBezTo>
                    <a:pt x="1284" y="2285"/>
                    <a:pt x="1374" y="2302"/>
                    <a:pt x="1463" y="2302"/>
                  </a:cubicBezTo>
                  <a:cubicBezTo>
                    <a:pt x="1541" y="2302"/>
                    <a:pt x="1618" y="2289"/>
                    <a:pt x="1688" y="2258"/>
                  </a:cubicBezTo>
                  <a:cubicBezTo>
                    <a:pt x="1688" y="2241"/>
                    <a:pt x="1504" y="2241"/>
                    <a:pt x="1253" y="2141"/>
                  </a:cubicBezTo>
                  <a:cubicBezTo>
                    <a:pt x="535" y="1891"/>
                    <a:pt x="201" y="1055"/>
                    <a:pt x="568" y="387"/>
                  </a:cubicBezTo>
                  <a:cubicBezTo>
                    <a:pt x="685" y="136"/>
                    <a:pt x="819" y="19"/>
                    <a:pt x="802" y="3"/>
                  </a:cubicBezTo>
                  <a:cubicBezTo>
                    <a:pt x="802" y="1"/>
                    <a:pt x="801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237;p48">
              <a:extLst>
                <a:ext uri="{FF2B5EF4-FFF2-40B4-BE49-F238E27FC236}">
                  <a16:creationId xmlns:a16="http://schemas.microsoft.com/office/drawing/2014/main" id="{005EF9F7-67AA-4287-A469-4663C14A1CCA}"/>
                </a:ext>
              </a:extLst>
            </p:cNvPr>
            <p:cNvSpPr/>
            <p:nvPr/>
          </p:nvSpPr>
          <p:spPr>
            <a:xfrm>
              <a:off x="5970000" y="3919950"/>
              <a:ext cx="235175" cy="509200"/>
            </a:xfrm>
            <a:custGeom>
              <a:avLst/>
              <a:gdLst/>
              <a:ahLst/>
              <a:cxnLst/>
              <a:rect l="l" t="t" r="r" b="b"/>
              <a:pathLst>
                <a:path w="9407" h="20368" extrusionOk="0">
                  <a:moveTo>
                    <a:pt x="2373" y="0"/>
                  </a:moveTo>
                  <a:lnTo>
                    <a:pt x="0" y="20234"/>
                  </a:lnTo>
                  <a:lnTo>
                    <a:pt x="5363" y="20368"/>
                  </a:lnTo>
                  <a:lnTo>
                    <a:pt x="9407" y="1654"/>
                  </a:lnTo>
                  <a:lnTo>
                    <a:pt x="237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238;p48">
              <a:extLst>
                <a:ext uri="{FF2B5EF4-FFF2-40B4-BE49-F238E27FC236}">
                  <a16:creationId xmlns:a16="http://schemas.microsoft.com/office/drawing/2014/main" id="{E22951B5-9D89-485D-AB01-2C83BDF28CA0}"/>
                </a:ext>
              </a:extLst>
            </p:cNvPr>
            <p:cNvSpPr/>
            <p:nvPr/>
          </p:nvSpPr>
          <p:spPr>
            <a:xfrm>
              <a:off x="6569825" y="2657600"/>
              <a:ext cx="200525" cy="247750"/>
            </a:xfrm>
            <a:custGeom>
              <a:avLst/>
              <a:gdLst/>
              <a:ahLst/>
              <a:cxnLst/>
              <a:rect l="l" t="t" r="r" b="b"/>
              <a:pathLst>
                <a:path w="8021" h="9910" extrusionOk="0">
                  <a:moveTo>
                    <a:pt x="4512" y="1"/>
                  </a:moveTo>
                  <a:lnTo>
                    <a:pt x="1" y="3376"/>
                  </a:lnTo>
                  <a:lnTo>
                    <a:pt x="869" y="5398"/>
                  </a:lnTo>
                  <a:lnTo>
                    <a:pt x="5982" y="9909"/>
                  </a:lnTo>
                  <a:cubicBezTo>
                    <a:pt x="8021" y="6634"/>
                    <a:pt x="5598" y="1739"/>
                    <a:pt x="4746" y="369"/>
                  </a:cubicBezTo>
                  <a:cubicBezTo>
                    <a:pt x="4595" y="135"/>
                    <a:pt x="4512" y="1"/>
                    <a:pt x="45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239;p48">
              <a:extLst>
                <a:ext uri="{FF2B5EF4-FFF2-40B4-BE49-F238E27FC236}">
                  <a16:creationId xmlns:a16="http://schemas.microsoft.com/office/drawing/2014/main" id="{D6D6A1ED-2BFF-4624-BDA7-1C24B18F57C3}"/>
                </a:ext>
              </a:extLst>
            </p:cNvPr>
            <p:cNvSpPr/>
            <p:nvPr/>
          </p:nvSpPr>
          <p:spPr>
            <a:xfrm>
              <a:off x="6421550" y="3583275"/>
              <a:ext cx="230175" cy="830425"/>
            </a:xfrm>
            <a:custGeom>
              <a:avLst/>
              <a:gdLst/>
              <a:ahLst/>
              <a:cxnLst/>
              <a:rect l="l" t="t" r="r" b="b"/>
              <a:pathLst>
                <a:path w="9207" h="33217" extrusionOk="0">
                  <a:moveTo>
                    <a:pt x="7485" y="0"/>
                  </a:moveTo>
                  <a:lnTo>
                    <a:pt x="0" y="668"/>
                  </a:lnTo>
                  <a:lnTo>
                    <a:pt x="3943" y="33217"/>
                  </a:lnTo>
                  <a:lnTo>
                    <a:pt x="9206" y="31947"/>
                  </a:lnTo>
                  <a:lnTo>
                    <a:pt x="74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240;p48">
              <a:extLst>
                <a:ext uri="{FF2B5EF4-FFF2-40B4-BE49-F238E27FC236}">
                  <a16:creationId xmlns:a16="http://schemas.microsoft.com/office/drawing/2014/main" id="{081E662F-6A8F-49DA-962F-69E55D2EF874}"/>
                </a:ext>
              </a:extLst>
            </p:cNvPr>
            <p:cNvSpPr/>
            <p:nvPr/>
          </p:nvSpPr>
          <p:spPr>
            <a:xfrm>
              <a:off x="6026800" y="2406575"/>
              <a:ext cx="684250" cy="632025"/>
            </a:xfrm>
            <a:custGeom>
              <a:avLst/>
              <a:gdLst/>
              <a:ahLst/>
              <a:cxnLst/>
              <a:rect l="l" t="t" r="r" b="b"/>
              <a:pathLst>
                <a:path w="27370" h="25281" extrusionOk="0">
                  <a:moveTo>
                    <a:pt x="1471" y="0"/>
                  </a:moveTo>
                  <a:lnTo>
                    <a:pt x="0" y="6901"/>
                  </a:lnTo>
                  <a:lnTo>
                    <a:pt x="7436" y="8689"/>
                  </a:lnTo>
                  <a:lnTo>
                    <a:pt x="7853" y="14420"/>
                  </a:lnTo>
                  <a:lnTo>
                    <a:pt x="6834" y="17678"/>
                  </a:lnTo>
                  <a:cubicBezTo>
                    <a:pt x="6834" y="17795"/>
                    <a:pt x="5163" y="23292"/>
                    <a:pt x="5163" y="23292"/>
                  </a:cubicBezTo>
                  <a:lnTo>
                    <a:pt x="4629" y="25113"/>
                  </a:lnTo>
                  <a:lnTo>
                    <a:pt x="21605" y="25280"/>
                  </a:lnTo>
                  <a:cubicBezTo>
                    <a:pt x="21671" y="23309"/>
                    <a:pt x="20351" y="21354"/>
                    <a:pt x="20351" y="21354"/>
                  </a:cubicBezTo>
                  <a:cubicBezTo>
                    <a:pt x="19382" y="19716"/>
                    <a:pt x="19633" y="17243"/>
                    <a:pt x="20084" y="15355"/>
                  </a:cubicBezTo>
                  <a:cubicBezTo>
                    <a:pt x="20218" y="14770"/>
                    <a:pt x="20418" y="13785"/>
                    <a:pt x="20485" y="13183"/>
                  </a:cubicBezTo>
                  <a:lnTo>
                    <a:pt x="20502" y="13083"/>
                  </a:lnTo>
                  <a:lnTo>
                    <a:pt x="21471" y="14787"/>
                  </a:lnTo>
                  <a:lnTo>
                    <a:pt x="27369" y="10527"/>
                  </a:lnTo>
                  <a:cubicBezTo>
                    <a:pt x="25448" y="6834"/>
                    <a:pt x="22641" y="3108"/>
                    <a:pt x="22306" y="2824"/>
                  </a:cubicBezTo>
                  <a:cubicBezTo>
                    <a:pt x="21070" y="1805"/>
                    <a:pt x="19533" y="1237"/>
                    <a:pt x="17929" y="1220"/>
                  </a:cubicBezTo>
                  <a:lnTo>
                    <a:pt x="10610" y="1287"/>
                  </a:lnTo>
                  <a:cubicBezTo>
                    <a:pt x="10610" y="1287"/>
                    <a:pt x="4829" y="568"/>
                    <a:pt x="14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241;p48">
              <a:extLst>
                <a:ext uri="{FF2B5EF4-FFF2-40B4-BE49-F238E27FC236}">
                  <a16:creationId xmlns:a16="http://schemas.microsoft.com/office/drawing/2014/main" id="{80933490-DFB4-4018-A998-37AAF70472B2}"/>
                </a:ext>
              </a:extLst>
            </p:cNvPr>
            <p:cNvSpPr/>
            <p:nvPr/>
          </p:nvSpPr>
          <p:spPr>
            <a:xfrm>
              <a:off x="6059800" y="2427025"/>
              <a:ext cx="555175" cy="114925"/>
            </a:xfrm>
            <a:custGeom>
              <a:avLst/>
              <a:gdLst/>
              <a:ahLst/>
              <a:cxnLst/>
              <a:rect l="l" t="t" r="r" b="b"/>
              <a:pathLst>
                <a:path w="22207" h="4597" extrusionOk="0">
                  <a:moveTo>
                    <a:pt x="0" y="1"/>
                  </a:moveTo>
                  <a:cubicBezTo>
                    <a:pt x="11" y="1"/>
                    <a:pt x="21" y="7"/>
                    <a:pt x="35" y="12"/>
                  </a:cubicBezTo>
                  <a:lnTo>
                    <a:pt x="35" y="12"/>
                  </a:lnTo>
                  <a:cubicBezTo>
                    <a:pt x="29" y="8"/>
                    <a:pt x="23" y="5"/>
                    <a:pt x="17" y="1"/>
                  </a:cubicBezTo>
                  <a:close/>
                  <a:moveTo>
                    <a:pt x="35" y="12"/>
                  </a:moveTo>
                  <a:cubicBezTo>
                    <a:pt x="295" y="175"/>
                    <a:pt x="540" y="340"/>
                    <a:pt x="769" y="552"/>
                  </a:cubicBezTo>
                  <a:cubicBezTo>
                    <a:pt x="1003" y="753"/>
                    <a:pt x="1254" y="1020"/>
                    <a:pt x="1554" y="1338"/>
                  </a:cubicBezTo>
                  <a:cubicBezTo>
                    <a:pt x="1888" y="1705"/>
                    <a:pt x="2239" y="2039"/>
                    <a:pt x="2640" y="2340"/>
                  </a:cubicBezTo>
                  <a:cubicBezTo>
                    <a:pt x="3676" y="3109"/>
                    <a:pt x="4929" y="3576"/>
                    <a:pt x="6216" y="3677"/>
                  </a:cubicBezTo>
                  <a:cubicBezTo>
                    <a:pt x="6391" y="3692"/>
                    <a:pt x="6566" y="3699"/>
                    <a:pt x="6741" y="3699"/>
                  </a:cubicBezTo>
                  <a:cubicBezTo>
                    <a:pt x="7333" y="3699"/>
                    <a:pt x="7921" y="3614"/>
                    <a:pt x="8488" y="3460"/>
                  </a:cubicBezTo>
                  <a:cubicBezTo>
                    <a:pt x="9257" y="3259"/>
                    <a:pt x="10009" y="2908"/>
                    <a:pt x="10794" y="2691"/>
                  </a:cubicBezTo>
                  <a:cubicBezTo>
                    <a:pt x="11178" y="2574"/>
                    <a:pt x="11579" y="2507"/>
                    <a:pt x="11980" y="2490"/>
                  </a:cubicBezTo>
                  <a:cubicBezTo>
                    <a:pt x="12381" y="2490"/>
                    <a:pt x="12766" y="2541"/>
                    <a:pt x="13150" y="2624"/>
                  </a:cubicBezTo>
                  <a:cubicBezTo>
                    <a:pt x="13868" y="2841"/>
                    <a:pt x="14570" y="3109"/>
                    <a:pt x="15239" y="3460"/>
                  </a:cubicBezTo>
                  <a:cubicBezTo>
                    <a:pt x="15840" y="3777"/>
                    <a:pt x="16475" y="4044"/>
                    <a:pt x="17110" y="4278"/>
                  </a:cubicBezTo>
                  <a:cubicBezTo>
                    <a:pt x="17678" y="4495"/>
                    <a:pt x="18280" y="4596"/>
                    <a:pt x="18881" y="4596"/>
                  </a:cubicBezTo>
                  <a:cubicBezTo>
                    <a:pt x="18915" y="4596"/>
                    <a:pt x="18949" y="4597"/>
                    <a:pt x="18983" y="4597"/>
                  </a:cubicBezTo>
                  <a:cubicBezTo>
                    <a:pt x="19832" y="4597"/>
                    <a:pt x="20649" y="4397"/>
                    <a:pt x="21404" y="4028"/>
                  </a:cubicBezTo>
                  <a:cubicBezTo>
                    <a:pt x="21621" y="3927"/>
                    <a:pt x="21822" y="3794"/>
                    <a:pt x="22006" y="3660"/>
                  </a:cubicBezTo>
                  <a:cubicBezTo>
                    <a:pt x="22072" y="3627"/>
                    <a:pt x="22139" y="3576"/>
                    <a:pt x="22206" y="3510"/>
                  </a:cubicBezTo>
                  <a:cubicBezTo>
                    <a:pt x="22205" y="3509"/>
                    <a:pt x="22205" y="3509"/>
                    <a:pt x="22203" y="3509"/>
                  </a:cubicBezTo>
                  <a:cubicBezTo>
                    <a:pt x="22170" y="3509"/>
                    <a:pt x="21902" y="3719"/>
                    <a:pt x="21371" y="3961"/>
                  </a:cubicBezTo>
                  <a:cubicBezTo>
                    <a:pt x="20662" y="4300"/>
                    <a:pt x="19881" y="4483"/>
                    <a:pt x="19082" y="4483"/>
                  </a:cubicBezTo>
                  <a:cubicBezTo>
                    <a:pt x="19015" y="4483"/>
                    <a:pt x="18948" y="4481"/>
                    <a:pt x="18881" y="4479"/>
                  </a:cubicBezTo>
                  <a:cubicBezTo>
                    <a:pt x="18296" y="4462"/>
                    <a:pt x="17711" y="4362"/>
                    <a:pt x="17160" y="4161"/>
                  </a:cubicBezTo>
                  <a:cubicBezTo>
                    <a:pt x="16525" y="3911"/>
                    <a:pt x="15907" y="3643"/>
                    <a:pt x="15305" y="3326"/>
                  </a:cubicBezTo>
                  <a:cubicBezTo>
                    <a:pt x="14637" y="2958"/>
                    <a:pt x="13919" y="2674"/>
                    <a:pt x="13183" y="2474"/>
                  </a:cubicBezTo>
                  <a:cubicBezTo>
                    <a:pt x="12799" y="2373"/>
                    <a:pt x="12381" y="2323"/>
                    <a:pt x="11980" y="2323"/>
                  </a:cubicBezTo>
                  <a:cubicBezTo>
                    <a:pt x="11563" y="2340"/>
                    <a:pt x="11145" y="2407"/>
                    <a:pt x="10744" y="2524"/>
                  </a:cubicBezTo>
                  <a:cubicBezTo>
                    <a:pt x="9942" y="2758"/>
                    <a:pt x="9190" y="3109"/>
                    <a:pt x="8438" y="3309"/>
                  </a:cubicBezTo>
                  <a:cubicBezTo>
                    <a:pt x="7871" y="3467"/>
                    <a:pt x="7294" y="3542"/>
                    <a:pt x="6707" y="3542"/>
                  </a:cubicBezTo>
                  <a:cubicBezTo>
                    <a:pt x="6549" y="3542"/>
                    <a:pt x="6391" y="3537"/>
                    <a:pt x="6233" y="3526"/>
                  </a:cubicBezTo>
                  <a:cubicBezTo>
                    <a:pt x="4963" y="3426"/>
                    <a:pt x="3743" y="2992"/>
                    <a:pt x="2707" y="2257"/>
                  </a:cubicBezTo>
                  <a:cubicBezTo>
                    <a:pt x="2323" y="1956"/>
                    <a:pt x="1955" y="1638"/>
                    <a:pt x="1621" y="1271"/>
                  </a:cubicBezTo>
                  <a:cubicBezTo>
                    <a:pt x="1370" y="1003"/>
                    <a:pt x="1103" y="753"/>
                    <a:pt x="819" y="502"/>
                  </a:cubicBezTo>
                  <a:cubicBezTo>
                    <a:pt x="635" y="352"/>
                    <a:pt x="452" y="218"/>
                    <a:pt x="234" y="101"/>
                  </a:cubicBezTo>
                  <a:cubicBezTo>
                    <a:pt x="184" y="68"/>
                    <a:pt x="117" y="51"/>
                    <a:pt x="67" y="18"/>
                  </a:cubicBezTo>
                  <a:cubicBezTo>
                    <a:pt x="54" y="18"/>
                    <a:pt x="44" y="15"/>
                    <a:pt x="35" y="1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242;p48">
              <a:extLst>
                <a:ext uri="{FF2B5EF4-FFF2-40B4-BE49-F238E27FC236}">
                  <a16:creationId xmlns:a16="http://schemas.microsoft.com/office/drawing/2014/main" id="{1B68A208-81A4-4810-96D2-0FC77EBF3044}"/>
                </a:ext>
              </a:extLst>
            </p:cNvPr>
            <p:cNvSpPr/>
            <p:nvPr/>
          </p:nvSpPr>
          <p:spPr>
            <a:xfrm>
              <a:off x="6221875" y="2583675"/>
              <a:ext cx="438200" cy="100575"/>
            </a:xfrm>
            <a:custGeom>
              <a:avLst/>
              <a:gdLst/>
              <a:ahLst/>
              <a:cxnLst/>
              <a:rect l="l" t="t" r="r" b="b"/>
              <a:pathLst>
                <a:path w="17528" h="4023" extrusionOk="0">
                  <a:moveTo>
                    <a:pt x="17528" y="1"/>
                  </a:moveTo>
                  <a:cubicBezTo>
                    <a:pt x="17494" y="51"/>
                    <a:pt x="17444" y="101"/>
                    <a:pt x="17411" y="168"/>
                  </a:cubicBezTo>
                  <a:lnTo>
                    <a:pt x="17093" y="652"/>
                  </a:lnTo>
                  <a:cubicBezTo>
                    <a:pt x="16709" y="1254"/>
                    <a:pt x="16274" y="1822"/>
                    <a:pt x="15790" y="2340"/>
                  </a:cubicBezTo>
                  <a:cubicBezTo>
                    <a:pt x="15456" y="2707"/>
                    <a:pt x="15071" y="3008"/>
                    <a:pt x="14654" y="3275"/>
                  </a:cubicBezTo>
                  <a:cubicBezTo>
                    <a:pt x="14186" y="3559"/>
                    <a:pt x="13651" y="3760"/>
                    <a:pt x="13100" y="3827"/>
                  </a:cubicBezTo>
                  <a:cubicBezTo>
                    <a:pt x="12904" y="3848"/>
                    <a:pt x="12708" y="3859"/>
                    <a:pt x="12513" y="3859"/>
                  </a:cubicBezTo>
                  <a:cubicBezTo>
                    <a:pt x="12092" y="3859"/>
                    <a:pt x="11673" y="3807"/>
                    <a:pt x="11262" y="3693"/>
                  </a:cubicBezTo>
                  <a:cubicBezTo>
                    <a:pt x="10627" y="3526"/>
                    <a:pt x="9992" y="3292"/>
                    <a:pt x="9374" y="3025"/>
                  </a:cubicBezTo>
                  <a:cubicBezTo>
                    <a:pt x="8104" y="2490"/>
                    <a:pt x="6851" y="1972"/>
                    <a:pt x="5614" y="1939"/>
                  </a:cubicBezTo>
                  <a:cubicBezTo>
                    <a:pt x="5579" y="1938"/>
                    <a:pt x="5543" y="1937"/>
                    <a:pt x="5507" y="1937"/>
                  </a:cubicBezTo>
                  <a:cubicBezTo>
                    <a:pt x="4973" y="1937"/>
                    <a:pt x="4428" y="2054"/>
                    <a:pt x="3927" y="2273"/>
                  </a:cubicBezTo>
                  <a:cubicBezTo>
                    <a:pt x="3492" y="2507"/>
                    <a:pt x="3075" y="2757"/>
                    <a:pt x="2674" y="3058"/>
                  </a:cubicBezTo>
                  <a:cubicBezTo>
                    <a:pt x="2340" y="3309"/>
                    <a:pt x="1989" y="3493"/>
                    <a:pt x="1604" y="3610"/>
                  </a:cubicBezTo>
                  <a:cubicBezTo>
                    <a:pt x="1381" y="3672"/>
                    <a:pt x="1158" y="3706"/>
                    <a:pt x="935" y="3706"/>
                  </a:cubicBezTo>
                  <a:cubicBezTo>
                    <a:pt x="857" y="3706"/>
                    <a:pt x="780" y="3702"/>
                    <a:pt x="702" y="3693"/>
                  </a:cubicBezTo>
                  <a:cubicBezTo>
                    <a:pt x="451" y="3643"/>
                    <a:pt x="201" y="3543"/>
                    <a:pt x="0" y="3376"/>
                  </a:cubicBezTo>
                  <a:lnTo>
                    <a:pt x="0" y="3376"/>
                  </a:lnTo>
                  <a:cubicBezTo>
                    <a:pt x="50" y="3426"/>
                    <a:pt x="101" y="3476"/>
                    <a:pt x="151" y="3509"/>
                  </a:cubicBezTo>
                  <a:cubicBezTo>
                    <a:pt x="318" y="3643"/>
                    <a:pt x="502" y="3710"/>
                    <a:pt x="685" y="3743"/>
                  </a:cubicBezTo>
                  <a:cubicBezTo>
                    <a:pt x="818" y="3771"/>
                    <a:pt x="950" y="3785"/>
                    <a:pt x="1082" y="3785"/>
                  </a:cubicBezTo>
                  <a:cubicBezTo>
                    <a:pt x="1265" y="3785"/>
                    <a:pt x="1446" y="3759"/>
                    <a:pt x="1621" y="3710"/>
                  </a:cubicBezTo>
                  <a:cubicBezTo>
                    <a:pt x="2022" y="3593"/>
                    <a:pt x="2390" y="3409"/>
                    <a:pt x="2741" y="3158"/>
                  </a:cubicBezTo>
                  <a:cubicBezTo>
                    <a:pt x="3125" y="2874"/>
                    <a:pt x="3559" y="2624"/>
                    <a:pt x="3994" y="2390"/>
                  </a:cubicBezTo>
                  <a:cubicBezTo>
                    <a:pt x="4432" y="2200"/>
                    <a:pt x="4921" y="2100"/>
                    <a:pt x="5405" y="2100"/>
                  </a:cubicBezTo>
                  <a:cubicBezTo>
                    <a:pt x="5475" y="2100"/>
                    <a:pt x="5545" y="2102"/>
                    <a:pt x="5614" y="2106"/>
                  </a:cubicBezTo>
                  <a:cubicBezTo>
                    <a:pt x="6801" y="2139"/>
                    <a:pt x="8037" y="2641"/>
                    <a:pt x="9307" y="3192"/>
                  </a:cubicBezTo>
                  <a:cubicBezTo>
                    <a:pt x="9925" y="3459"/>
                    <a:pt x="10577" y="3676"/>
                    <a:pt x="11228" y="3860"/>
                  </a:cubicBezTo>
                  <a:cubicBezTo>
                    <a:pt x="11666" y="3967"/>
                    <a:pt x="12112" y="4023"/>
                    <a:pt x="12561" y="4023"/>
                  </a:cubicBezTo>
                  <a:cubicBezTo>
                    <a:pt x="12746" y="4023"/>
                    <a:pt x="12931" y="4013"/>
                    <a:pt x="13117" y="3994"/>
                  </a:cubicBezTo>
                  <a:cubicBezTo>
                    <a:pt x="13701" y="3910"/>
                    <a:pt x="14253" y="3710"/>
                    <a:pt x="14737" y="3392"/>
                  </a:cubicBezTo>
                  <a:cubicBezTo>
                    <a:pt x="15155" y="3125"/>
                    <a:pt x="15539" y="2791"/>
                    <a:pt x="15873" y="2423"/>
                  </a:cubicBezTo>
                  <a:cubicBezTo>
                    <a:pt x="16358" y="1889"/>
                    <a:pt x="16776" y="1304"/>
                    <a:pt x="17143" y="686"/>
                  </a:cubicBezTo>
                  <a:cubicBezTo>
                    <a:pt x="17277" y="468"/>
                    <a:pt x="17377" y="301"/>
                    <a:pt x="17444" y="184"/>
                  </a:cubicBezTo>
                  <a:cubicBezTo>
                    <a:pt x="17477" y="118"/>
                    <a:pt x="17511" y="67"/>
                    <a:pt x="175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243;p48">
              <a:extLst>
                <a:ext uri="{FF2B5EF4-FFF2-40B4-BE49-F238E27FC236}">
                  <a16:creationId xmlns:a16="http://schemas.microsoft.com/office/drawing/2014/main" id="{2478C4B5-23D4-46E8-B942-44997105C78D}"/>
                </a:ext>
              </a:extLst>
            </p:cNvPr>
            <p:cNvSpPr/>
            <p:nvPr/>
          </p:nvSpPr>
          <p:spPr>
            <a:xfrm>
              <a:off x="6215600" y="2777800"/>
              <a:ext cx="302875" cy="48500"/>
            </a:xfrm>
            <a:custGeom>
              <a:avLst/>
              <a:gdLst/>
              <a:ahLst/>
              <a:cxnLst/>
              <a:rect l="l" t="t" r="r" b="b"/>
              <a:pathLst>
                <a:path w="12115" h="1940" extrusionOk="0">
                  <a:moveTo>
                    <a:pt x="8341" y="1"/>
                  </a:moveTo>
                  <a:cubicBezTo>
                    <a:pt x="7559" y="1"/>
                    <a:pt x="6769" y="168"/>
                    <a:pt x="6049" y="490"/>
                  </a:cubicBezTo>
                  <a:cubicBezTo>
                    <a:pt x="5214" y="824"/>
                    <a:pt x="4445" y="1241"/>
                    <a:pt x="3727" y="1492"/>
                  </a:cubicBezTo>
                  <a:cubicBezTo>
                    <a:pt x="3184" y="1701"/>
                    <a:pt x="2617" y="1805"/>
                    <a:pt x="2057" y="1805"/>
                  </a:cubicBezTo>
                  <a:cubicBezTo>
                    <a:pt x="1945" y="1805"/>
                    <a:pt x="1833" y="1801"/>
                    <a:pt x="1722" y="1793"/>
                  </a:cubicBezTo>
                  <a:cubicBezTo>
                    <a:pt x="1254" y="1776"/>
                    <a:pt x="803" y="1626"/>
                    <a:pt x="418" y="1392"/>
                  </a:cubicBezTo>
                  <a:cubicBezTo>
                    <a:pt x="149" y="1233"/>
                    <a:pt x="30" y="1090"/>
                    <a:pt x="4" y="1090"/>
                  </a:cubicBezTo>
                  <a:cubicBezTo>
                    <a:pt x="3" y="1090"/>
                    <a:pt x="2" y="1090"/>
                    <a:pt x="1" y="1091"/>
                  </a:cubicBezTo>
                  <a:cubicBezTo>
                    <a:pt x="1" y="1091"/>
                    <a:pt x="34" y="1125"/>
                    <a:pt x="84" y="1191"/>
                  </a:cubicBezTo>
                  <a:cubicBezTo>
                    <a:pt x="168" y="1292"/>
                    <a:pt x="268" y="1375"/>
                    <a:pt x="385" y="1459"/>
                  </a:cubicBezTo>
                  <a:cubicBezTo>
                    <a:pt x="769" y="1726"/>
                    <a:pt x="1237" y="1876"/>
                    <a:pt x="1705" y="1927"/>
                  </a:cubicBezTo>
                  <a:cubicBezTo>
                    <a:pt x="1823" y="1935"/>
                    <a:pt x="1941" y="1939"/>
                    <a:pt x="2059" y="1939"/>
                  </a:cubicBezTo>
                  <a:cubicBezTo>
                    <a:pt x="2642" y="1939"/>
                    <a:pt x="3221" y="1837"/>
                    <a:pt x="3777" y="1642"/>
                  </a:cubicBezTo>
                  <a:cubicBezTo>
                    <a:pt x="4529" y="1375"/>
                    <a:pt x="5281" y="974"/>
                    <a:pt x="6116" y="640"/>
                  </a:cubicBezTo>
                  <a:cubicBezTo>
                    <a:pt x="6820" y="334"/>
                    <a:pt x="7580" y="168"/>
                    <a:pt x="8345" y="168"/>
                  </a:cubicBezTo>
                  <a:cubicBezTo>
                    <a:pt x="8415" y="168"/>
                    <a:pt x="8485" y="169"/>
                    <a:pt x="8555" y="172"/>
                  </a:cubicBezTo>
                  <a:cubicBezTo>
                    <a:pt x="9241" y="206"/>
                    <a:pt x="9909" y="356"/>
                    <a:pt x="10527" y="640"/>
                  </a:cubicBezTo>
                  <a:cubicBezTo>
                    <a:pt x="11567" y="1127"/>
                    <a:pt x="12054" y="1694"/>
                    <a:pt x="12095" y="1694"/>
                  </a:cubicBezTo>
                  <a:cubicBezTo>
                    <a:pt x="12096" y="1694"/>
                    <a:pt x="12097" y="1694"/>
                    <a:pt x="12098" y="1693"/>
                  </a:cubicBezTo>
                  <a:cubicBezTo>
                    <a:pt x="12114" y="1693"/>
                    <a:pt x="12081" y="1659"/>
                    <a:pt x="12014" y="1592"/>
                  </a:cubicBezTo>
                  <a:cubicBezTo>
                    <a:pt x="11931" y="1492"/>
                    <a:pt x="11847" y="1409"/>
                    <a:pt x="11747" y="1325"/>
                  </a:cubicBezTo>
                  <a:cubicBezTo>
                    <a:pt x="11396" y="1008"/>
                    <a:pt x="11012" y="740"/>
                    <a:pt x="10577" y="540"/>
                  </a:cubicBezTo>
                  <a:cubicBezTo>
                    <a:pt x="9942" y="239"/>
                    <a:pt x="9257" y="55"/>
                    <a:pt x="8555" y="5"/>
                  </a:cubicBezTo>
                  <a:cubicBezTo>
                    <a:pt x="8484" y="2"/>
                    <a:pt x="8413" y="1"/>
                    <a:pt x="83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244;p48">
              <a:extLst>
                <a:ext uri="{FF2B5EF4-FFF2-40B4-BE49-F238E27FC236}">
                  <a16:creationId xmlns:a16="http://schemas.microsoft.com/office/drawing/2014/main" id="{60B9001A-7A4E-4B4E-B5A0-FAF8F8E7B179}"/>
                </a:ext>
              </a:extLst>
            </p:cNvPr>
            <p:cNvSpPr/>
            <p:nvPr/>
          </p:nvSpPr>
          <p:spPr>
            <a:xfrm>
              <a:off x="6170075" y="2916025"/>
              <a:ext cx="356325" cy="43650"/>
            </a:xfrm>
            <a:custGeom>
              <a:avLst/>
              <a:gdLst/>
              <a:ahLst/>
              <a:cxnLst/>
              <a:rect l="l" t="t" r="r" b="b"/>
              <a:pathLst>
                <a:path w="14253" h="1746" extrusionOk="0">
                  <a:moveTo>
                    <a:pt x="2561" y="1"/>
                  </a:moveTo>
                  <a:cubicBezTo>
                    <a:pt x="2381" y="1"/>
                    <a:pt x="2201" y="8"/>
                    <a:pt x="2022" y="23"/>
                  </a:cubicBezTo>
                  <a:cubicBezTo>
                    <a:pt x="1471" y="73"/>
                    <a:pt x="953" y="240"/>
                    <a:pt x="485" y="491"/>
                  </a:cubicBezTo>
                  <a:cubicBezTo>
                    <a:pt x="351" y="558"/>
                    <a:pt x="234" y="641"/>
                    <a:pt x="117" y="742"/>
                  </a:cubicBezTo>
                  <a:cubicBezTo>
                    <a:pt x="51" y="792"/>
                    <a:pt x="0" y="825"/>
                    <a:pt x="17" y="842"/>
                  </a:cubicBezTo>
                  <a:cubicBezTo>
                    <a:pt x="17" y="843"/>
                    <a:pt x="18" y="843"/>
                    <a:pt x="19" y="843"/>
                  </a:cubicBezTo>
                  <a:cubicBezTo>
                    <a:pt x="37" y="843"/>
                    <a:pt x="203" y="715"/>
                    <a:pt x="518" y="541"/>
                  </a:cubicBezTo>
                  <a:cubicBezTo>
                    <a:pt x="986" y="324"/>
                    <a:pt x="1504" y="190"/>
                    <a:pt x="2022" y="140"/>
                  </a:cubicBezTo>
                  <a:cubicBezTo>
                    <a:pt x="2169" y="131"/>
                    <a:pt x="2317" y="126"/>
                    <a:pt x="2464" y="126"/>
                  </a:cubicBezTo>
                  <a:cubicBezTo>
                    <a:pt x="3101" y="126"/>
                    <a:pt x="3734" y="214"/>
                    <a:pt x="4345" y="391"/>
                  </a:cubicBezTo>
                  <a:cubicBezTo>
                    <a:pt x="5197" y="625"/>
                    <a:pt x="6099" y="992"/>
                    <a:pt x="7085" y="1293"/>
                  </a:cubicBezTo>
                  <a:cubicBezTo>
                    <a:pt x="7958" y="1595"/>
                    <a:pt x="8876" y="1745"/>
                    <a:pt x="9797" y="1745"/>
                  </a:cubicBezTo>
                  <a:cubicBezTo>
                    <a:pt x="9845" y="1745"/>
                    <a:pt x="9894" y="1745"/>
                    <a:pt x="9942" y="1744"/>
                  </a:cubicBezTo>
                  <a:cubicBezTo>
                    <a:pt x="10744" y="1744"/>
                    <a:pt x="11529" y="1611"/>
                    <a:pt x="12281" y="1360"/>
                  </a:cubicBezTo>
                  <a:cubicBezTo>
                    <a:pt x="12799" y="1210"/>
                    <a:pt x="13284" y="992"/>
                    <a:pt x="13752" y="725"/>
                  </a:cubicBezTo>
                  <a:cubicBezTo>
                    <a:pt x="13919" y="641"/>
                    <a:pt x="14036" y="558"/>
                    <a:pt x="14119" y="508"/>
                  </a:cubicBezTo>
                  <a:cubicBezTo>
                    <a:pt x="14203" y="458"/>
                    <a:pt x="14253" y="424"/>
                    <a:pt x="14253" y="408"/>
                  </a:cubicBezTo>
                  <a:cubicBezTo>
                    <a:pt x="14252" y="406"/>
                    <a:pt x="14250" y="406"/>
                    <a:pt x="14248" y="406"/>
                  </a:cubicBezTo>
                  <a:cubicBezTo>
                    <a:pt x="14212" y="406"/>
                    <a:pt x="14031" y="518"/>
                    <a:pt x="13718" y="675"/>
                  </a:cubicBezTo>
                  <a:cubicBezTo>
                    <a:pt x="13250" y="909"/>
                    <a:pt x="12766" y="1109"/>
                    <a:pt x="12248" y="1260"/>
                  </a:cubicBezTo>
                  <a:cubicBezTo>
                    <a:pt x="11496" y="1477"/>
                    <a:pt x="10727" y="1594"/>
                    <a:pt x="9942" y="1594"/>
                  </a:cubicBezTo>
                  <a:cubicBezTo>
                    <a:pt x="8990" y="1594"/>
                    <a:pt x="8037" y="1443"/>
                    <a:pt x="7135" y="1143"/>
                  </a:cubicBezTo>
                  <a:cubicBezTo>
                    <a:pt x="6149" y="825"/>
                    <a:pt x="5247" y="474"/>
                    <a:pt x="4378" y="240"/>
                  </a:cubicBezTo>
                  <a:cubicBezTo>
                    <a:pt x="3785" y="86"/>
                    <a:pt x="3171" y="1"/>
                    <a:pt x="25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245;p48">
              <a:extLst>
                <a:ext uri="{FF2B5EF4-FFF2-40B4-BE49-F238E27FC236}">
                  <a16:creationId xmlns:a16="http://schemas.microsoft.com/office/drawing/2014/main" id="{646FC65B-2794-4B98-ABB1-663F6DC748A0}"/>
                </a:ext>
              </a:extLst>
            </p:cNvPr>
            <p:cNvSpPr/>
            <p:nvPr/>
          </p:nvSpPr>
          <p:spPr>
            <a:xfrm>
              <a:off x="6016775" y="3022700"/>
              <a:ext cx="630775" cy="940700"/>
            </a:xfrm>
            <a:custGeom>
              <a:avLst/>
              <a:gdLst/>
              <a:ahLst/>
              <a:cxnLst/>
              <a:rect l="l" t="t" r="r" b="b"/>
              <a:pathLst>
                <a:path w="25231" h="37628" extrusionOk="0">
                  <a:moveTo>
                    <a:pt x="21989" y="0"/>
                  </a:moveTo>
                  <a:lnTo>
                    <a:pt x="4929" y="318"/>
                  </a:lnTo>
                  <a:lnTo>
                    <a:pt x="0" y="36141"/>
                  </a:lnTo>
                  <a:lnTo>
                    <a:pt x="8037" y="37628"/>
                  </a:lnTo>
                  <a:lnTo>
                    <a:pt x="13234" y="7452"/>
                  </a:lnTo>
                  <a:lnTo>
                    <a:pt x="17194" y="37360"/>
                  </a:lnTo>
                  <a:lnTo>
                    <a:pt x="25230" y="37310"/>
                  </a:lnTo>
                  <a:lnTo>
                    <a:pt x="219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246;p48">
              <a:extLst>
                <a:ext uri="{FF2B5EF4-FFF2-40B4-BE49-F238E27FC236}">
                  <a16:creationId xmlns:a16="http://schemas.microsoft.com/office/drawing/2014/main" id="{E0495F27-F050-44BE-BF8E-2877BA226130}"/>
                </a:ext>
              </a:extLst>
            </p:cNvPr>
            <p:cNvSpPr/>
            <p:nvPr/>
          </p:nvSpPr>
          <p:spPr>
            <a:xfrm>
              <a:off x="6203500" y="3184625"/>
              <a:ext cx="308300" cy="36650"/>
            </a:xfrm>
            <a:custGeom>
              <a:avLst/>
              <a:gdLst/>
              <a:ahLst/>
              <a:cxnLst/>
              <a:rect l="l" t="t" r="r" b="b"/>
              <a:pathLst>
                <a:path w="12332" h="1466" extrusionOk="0">
                  <a:moveTo>
                    <a:pt x="48" y="0"/>
                  </a:moveTo>
                  <a:cubicBezTo>
                    <a:pt x="16" y="0"/>
                    <a:pt x="0" y="2"/>
                    <a:pt x="0" y="6"/>
                  </a:cubicBezTo>
                  <a:cubicBezTo>
                    <a:pt x="0" y="56"/>
                    <a:pt x="2757" y="407"/>
                    <a:pt x="6149" y="825"/>
                  </a:cubicBezTo>
                  <a:cubicBezTo>
                    <a:pt x="9295" y="1195"/>
                    <a:pt x="11901" y="1466"/>
                    <a:pt x="12283" y="1466"/>
                  </a:cubicBezTo>
                  <a:cubicBezTo>
                    <a:pt x="12315" y="1466"/>
                    <a:pt x="12331" y="1464"/>
                    <a:pt x="12331" y="1460"/>
                  </a:cubicBezTo>
                  <a:cubicBezTo>
                    <a:pt x="12331" y="1426"/>
                    <a:pt x="9574" y="1059"/>
                    <a:pt x="6166" y="658"/>
                  </a:cubicBezTo>
                  <a:cubicBezTo>
                    <a:pt x="3034" y="272"/>
                    <a:pt x="430" y="0"/>
                    <a:pt x="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247;p48">
              <a:extLst>
                <a:ext uri="{FF2B5EF4-FFF2-40B4-BE49-F238E27FC236}">
                  <a16:creationId xmlns:a16="http://schemas.microsoft.com/office/drawing/2014/main" id="{36829E4F-FD5E-45EF-95AD-279885926BB1}"/>
                </a:ext>
              </a:extLst>
            </p:cNvPr>
            <p:cNvSpPr/>
            <p:nvPr/>
          </p:nvSpPr>
          <p:spPr>
            <a:xfrm>
              <a:off x="5822950" y="4424550"/>
              <a:ext cx="281150" cy="54800"/>
            </a:xfrm>
            <a:custGeom>
              <a:avLst/>
              <a:gdLst/>
              <a:ahLst/>
              <a:cxnLst/>
              <a:rect l="l" t="t" r="r" b="b"/>
              <a:pathLst>
                <a:path w="11246" h="2192" extrusionOk="0">
                  <a:moveTo>
                    <a:pt x="5180" y="0"/>
                  </a:moveTo>
                  <a:lnTo>
                    <a:pt x="5164" y="602"/>
                  </a:lnTo>
                  <a:cubicBezTo>
                    <a:pt x="5164" y="602"/>
                    <a:pt x="1" y="1537"/>
                    <a:pt x="1220" y="1921"/>
                  </a:cubicBezTo>
                  <a:cubicBezTo>
                    <a:pt x="1925" y="2135"/>
                    <a:pt x="4961" y="2192"/>
                    <a:pt x="7499" y="2192"/>
                  </a:cubicBezTo>
                  <a:cubicBezTo>
                    <a:pt x="8933" y="2192"/>
                    <a:pt x="10208" y="2174"/>
                    <a:pt x="10811" y="2155"/>
                  </a:cubicBezTo>
                  <a:lnTo>
                    <a:pt x="11195" y="2155"/>
                  </a:lnTo>
                  <a:lnTo>
                    <a:pt x="11245" y="184"/>
                  </a:lnTo>
                  <a:lnTo>
                    <a:pt x="51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248;p48">
              <a:extLst>
                <a:ext uri="{FF2B5EF4-FFF2-40B4-BE49-F238E27FC236}">
                  <a16:creationId xmlns:a16="http://schemas.microsoft.com/office/drawing/2014/main" id="{E6E622F1-1EB2-41FB-B1C0-60EAD4A1E74D}"/>
                </a:ext>
              </a:extLst>
            </p:cNvPr>
            <p:cNvSpPr/>
            <p:nvPr/>
          </p:nvSpPr>
          <p:spPr>
            <a:xfrm>
              <a:off x="6048100" y="4436800"/>
              <a:ext cx="55575" cy="39550"/>
            </a:xfrm>
            <a:custGeom>
              <a:avLst/>
              <a:gdLst/>
              <a:ahLst/>
              <a:cxnLst/>
              <a:rect l="l" t="t" r="r" b="b"/>
              <a:pathLst>
                <a:path w="2223" h="1582" extrusionOk="0">
                  <a:moveTo>
                    <a:pt x="2015" y="1"/>
                  </a:moveTo>
                  <a:cubicBezTo>
                    <a:pt x="1585" y="1"/>
                    <a:pt x="1163" y="134"/>
                    <a:pt x="803" y="379"/>
                  </a:cubicBezTo>
                  <a:cubicBezTo>
                    <a:pt x="402" y="663"/>
                    <a:pt x="101" y="1081"/>
                    <a:pt x="1" y="1548"/>
                  </a:cubicBezTo>
                  <a:lnTo>
                    <a:pt x="2173" y="1582"/>
                  </a:lnTo>
                  <a:lnTo>
                    <a:pt x="2223" y="11"/>
                  </a:lnTo>
                  <a:cubicBezTo>
                    <a:pt x="2154" y="4"/>
                    <a:pt x="2084" y="1"/>
                    <a:pt x="2015" y="1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249;p48">
              <a:extLst>
                <a:ext uri="{FF2B5EF4-FFF2-40B4-BE49-F238E27FC236}">
                  <a16:creationId xmlns:a16="http://schemas.microsoft.com/office/drawing/2014/main" id="{25495776-E37C-464B-A9F5-3D244F0376A8}"/>
                </a:ext>
              </a:extLst>
            </p:cNvPr>
            <p:cNvSpPr/>
            <p:nvPr/>
          </p:nvSpPr>
          <p:spPr>
            <a:xfrm>
              <a:off x="5843425" y="4452950"/>
              <a:ext cx="259000" cy="27075"/>
            </a:xfrm>
            <a:custGeom>
              <a:avLst/>
              <a:gdLst/>
              <a:ahLst/>
              <a:cxnLst/>
              <a:rect l="l" t="t" r="r" b="b"/>
              <a:pathLst>
                <a:path w="10360" h="1083" extrusionOk="0">
                  <a:moveTo>
                    <a:pt x="1822" y="0"/>
                  </a:moveTo>
                  <a:cubicBezTo>
                    <a:pt x="1822" y="0"/>
                    <a:pt x="0" y="435"/>
                    <a:pt x="218" y="719"/>
                  </a:cubicBezTo>
                  <a:cubicBezTo>
                    <a:pt x="378" y="928"/>
                    <a:pt x="4161" y="1083"/>
                    <a:pt x="7357" y="1083"/>
                  </a:cubicBezTo>
                  <a:cubicBezTo>
                    <a:pt x="8496" y="1083"/>
                    <a:pt x="9561" y="1063"/>
                    <a:pt x="10360" y="1019"/>
                  </a:cubicBezTo>
                  <a:lnTo>
                    <a:pt x="10360" y="886"/>
                  </a:lnTo>
                  <a:lnTo>
                    <a:pt x="2323" y="735"/>
                  </a:lnTo>
                  <a:cubicBezTo>
                    <a:pt x="2323" y="735"/>
                    <a:pt x="2172" y="34"/>
                    <a:pt x="1822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250;p48">
              <a:extLst>
                <a:ext uri="{FF2B5EF4-FFF2-40B4-BE49-F238E27FC236}">
                  <a16:creationId xmlns:a16="http://schemas.microsoft.com/office/drawing/2014/main" id="{40656B86-3064-471B-9E67-93DEF5166F87}"/>
                </a:ext>
              </a:extLst>
            </p:cNvPr>
            <p:cNvSpPr/>
            <p:nvPr/>
          </p:nvSpPr>
          <p:spPr>
            <a:xfrm>
              <a:off x="5848850" y="4468400"/>
              <a:ext cx="256075" cy="7550"/>
            </a:xfrm>
            <a:custGeom>
              <a:avLst/>
              <a:gdLst/>
              <a:ahLst/>
              <a:cxnLst/>
              <a:rect l="l" t="t" r="r" b="b"/>
              <a:pathLst>
                <a:path w="10243" h="302" extrusionOk="0">
                  <a:moveTo>
                    <a:pt x="10143" y="268"/>
                  </a:moveTo>
                  <a:cubicBezTo>
                    <a:pt x="10154" y="273"/>
                    <a:pt x="10165" y="275"/>
                    <a:pt x="10176" y="275"/>
                  </a:cubicBezTo>
                  <a:cubicBezTo>
                    <a:pt x="10198" y="275"/>
                    <a:pt x="10221" y="268"/>
                    <a:pt x="10243" y="268"/>
                  </a:cubicBezTo>
                  <a:close/>
                  <a:moveTo>
                    <a:pt x="1" y="0"/>
                  </a:moveTo>
                  <a:cubicBezTo>
                    <a:pt x="34" y="17"/>
                    <a:pt x="67" y="17"/>
                    <a:pt x="101" y="17"/>
                  </a:cubicBezTo>
                  <a:cubicBezTo>
                    <a:pt x="201" y="34"/>
                    <a:pt x="285" y="34"/>
                    <a:pt x="402" y="51"/>
                  </a:cubicBezTo>
                  <a:cubicBezTo>
                    <a:pt x="702" y="67"/>
                    <a:pt x="1070" y="84"/>
                    <a:pt x="1504" y="117"/>
                  </a:cubicBezTo>
                  <a:cubicBezTo>
                    <a:pt x="2423" y="167"/>
                    <a:pt x="3710" y="234"/>
                    <a:pt x="5113" y="268"/>
                  </a:cubicBezTo>
                  <a:cubicBezTo>
                    <a:pt x="6534" y="301"/>
                    <a:pt x="7803" y="301"/>
                    <a:pt x="8739" y="301"/>
                  </a:cubicBezTo>
                  <a:lnTo>
                    <a:pt x="9842" y="284"/>
                  </a:lnTo>
                  <a:lnTo>
                    <a:pt x="10143" y="268"/>
                  </a:lnTo>
                  <a:lnTo>
                    <a:pt x="9842" y="251"/>
                  </a:lnTo>
                  <a:lnTo>
                    <a:pt x="8739" y="251"/>
                  </a:lnTo>
                  <a:cubicBezTo>
                    <a:pt x="7820" y="251"/>
                    <a:pt x="6534" y="234"/>
                    <a:pt x="5113" y="201"/>
                  </a:cubicBezTo>
                  <a:cubicBezTo>
                    <a:pt x="3710" y="167"/>
                    <a:pt x="2423" y="101"/>
                    <a:pt x="1504" y="67"/>
                  </a:cubicBezTo>
                  <a:cubicBezTo>
                    <a:pt x="1070" y="51"/>
                    <a:pt x="702" y="34"/>
                    <a:pt x="402" y="17"/>
                  </a:cubicBezTo>
                  <a:cubicBezTo>
                    <a:pt x="301" y="17"/>
                    <a:pt x="201" y="17"/>
                    <a:pt x="1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251;p48">
              <a:extLst>
                <a:ext uri="{FF2B5EF4-FFF2-40B4-BE49-F238E27FC236}">
                  <a16:creationId xmlns:a16="http://schemas.microsoft.com/office/drawing/2014/main" id="{101FDAE8-4EA7-4C92-8BCC-C4CF0A0D0EDA}"/>
                </a:ext>
              </a:extLst>
            </p:cNvPr>
            <p:cNvSpPr/>
            <p:nvPr/>
          </p:nvSpPr>
          <p:spPr>
            <a:xfrm>
              <a:off x="5887700" y="4451275"/>
              <a:ext cx="14650" cy="22575"/>
            </a:xfrm>
            <a:custGeom>
              <a:avLst/>
              <a:gdLst/>
              <a:ahLst/>
              <a:cxnLst/>
              <a:rect l="l" t="t" r="r" b="b"/>
              <a:pathLst>
                <a:path w="586" h="903" extrusionOk="0">
                  <a:moveTo>
                    <a:pt x="0" y="0"/>
                  </a:moveTo>
                  <a:lnTo>
                    <a:pt x="0" y="0"/>
                  </a:lnTo>
                  <a:cubicBezTo>
                    <a:pt x="134" y="117"/>
                    <a:pt x="251" y="251"/>
                    <a:pt x="368" y="401"/>
                  </a:cubicBezTo>
                  <a:cubicBezTo>
                    <a:pt x="452" y="552"/>
                    <a:pt x="502" y="719"/>
                    <a:pt x="552" y="903"/>
                  </a:cubicBezTo>
                  <a:cubicBezTo>
                    <a:pt x="585" y="702"/>
                    <a:pt x="535" y="518"/>
                    <a:pt x="418" y="368"/>
                  </a:cubicBezTo>
                  <a:cubicBezTo>
                    <a:pt x="335" y="201"/>
                    <a:pt x="184" y="6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252;p48">
              <a:extLst>
                <a:ext uri="{FF2B5EF4-FFF2-40B4-BE49-F238E27FC236}">
                  <a16:creationId xmlns:a16="http://schemas.microsoft.com/office/drawing/2014/main" id="{EE3DEDE4-8C92-4177-852E-6767EFFD9868}"/>
                </a:ext>
              </a:extLst>
            </p:cNvPr>
            <p:cNvSpPr/>
            <p:nvPr/>
          </p:nvSpPr>
          <p:spPr>
            <a:xfrm>
              <a:off x="5938650" y="4442025"/>
              <a:ext cx="8400" cy="11825"/>
            </a:xfrm>
            <a:custGeom>
              <a:avLst/>
              <a:gdLst/>
              <a:ahLst/>
              <a:cxnLst/>
              <a:rect l="l" t="t" r="r" b="b"/>
              <a:pathLst>
                <a:path w="336" h="473" extrusionOk="0">
                  <a:moveTo>
                    <a:pt x="22" y="1"/>
                  </a:moveTo>
                  <a:cubicBezTo>
                    <a:pt x="20" y="1"/>
                    <a:pt x="19" y="2"/>
                    <a:pt x="18" y="3"/>
                  </a:cubicBezTo>
                  <a:cubicBezTo>
                    <a:pt x="1" y="3"/>
                    <a:pt x="51" y="120"/>
                    <a:pt x="135" y="253"/>
                  </a:cubicBezTo>
                  <a:cubicBezTo>
                    <a:pt x="212" y="377"/>
                    <a:pt x="289" y="472"/>
                    <a:pt x="314" y="472"/>
                  </a:cubicBezTo>
                  <a:cubicBezTo>
                    <a:pt x="316" y="472"/>
                    <a:pt x="317" y="472"/>
                    <a:pt x="318" y="471"/>
                  </a:cubicBezTo>
                  <a:cubicBezTo>
                    <a:pt x="335" y="454"/>
                    <a:pt x="285" y="354"/>
                    <a:pt x="201" y="220"/>
                  </a:cubicBezTo>
                  <a:cubicBezTo>
                    <a:pt x="124" y="96"/>
                    <a:pt x="47" y="1"/>
                    <a:pt x="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253;p48">
              <a:extLst>
                <a:ext uri="{FF2B5EF4-FFF2-40B4-BE49-F238E27FC236}">
                  <a16:creationId xmlns:a16="http://schemas.microsoft.com/office/drawing/2014/main" id="{FADABF7E-D13A-4C9A-A525-C8382BD0C074}"/>
                </a:ext>
              </a:extLst>
            </p:cNvPr>
            <p:cNvSpPr/>
            <p:nvPr/>
          </p:nvSpPr>
          <p:spPr>
            <a:xfrm>
              <a:off x="5949525" y="4439925"/>
              <a:ext cx="10050" cy="8100"/>
            </a:xfrm>
            <a:custGeom>
              <a:avLst/>
              <a:gdLst/>
              <a:ahLst/>
              <a:cxnLst/>
              <a:rect l="l" t="t" r="r" b="b"/>
              <a:pathLst>
                <a:path w="402" h="324" extrusionOk="0">
                  <a:moveTo>
                    <a:pt x="24" y="1"/>
                  </a:moveTo>
                  <a:cubicBezTo>
                    <a:pt x="21" y="1"/>
                    <a:pt x="19" y="1"/>
                    <a:pt x="17" y="3"/>
                  </a:cubicBezTo>
                  <a:cubicBezTo>
                    <a:pt x="0" y="20"/>
                    <a:pt x="67" y="103"/>
                    <a:pt x="167" y="187"/>
                  </a:cubicBezTo>
                  <a:cubicBezTo>
                    <a:pt x="255" y="275"/>
                    <a:pt x="342" y="324"/>
                    <a:pt x="374" y="324"/>
                  </a:cubicBezTo>
                  <a:cubicBezTo>
                    <a:pt x="379" y="324"/>
                    <a:pt x="382" y="323"/>
                    <a:pt x="385" y="321"/>
                  </a:cubicBezTo>
                  <a:cubicBezTo>
                    <a:pt x="401" y="321"/>
                    <a:pt x="318" y="237"/>
                    <a:pt x="218" y="137"/>
                  </a:cubicBezTo>
                  <a:cubicBezTo>
                    <a:pt x="128" y="62"/>
                    <a:pt x="51" y="1"/>
                    <a:pt x="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254;p48">
              <a:extLst>
                <a:ext uri="{FF2B5EF4-FFF2-40B4-BE49-F238E27FC236}">
                  <a16:creationId xmlns:a16="http://schemas.microsoft.com/office/drawing/2014/main" id="{9580ADCD-4842-4D9B-8CC7-7A099F2BFC8E}"/>
                </a:ext>
              </a:extLst>
            </p:cNvPr>
            <p:cNvSpPr/>
            <p:nvPr/>
          </p:nvSpPr>
          <p:spPr>
            <a:xfrm>
              <a:off x="5951600" y="4434050"/>
              <a:ext cx="15500" cy="1950"/>
            </a:xfrm>
            <a:custGeom>
              <a:avLst/>
              <a:gdLst/>
              <a:ahLst/>
              <a:cxnLst/>
              <a:rect l="l" t="t" r="r" b="b"/>
              <a:pathLst>
                <a:path w="620" h="78" extrusionOk="0">
                  <a:moveTo>
                    <a:pt x="310" y="0"/>
                  </a:moveTo>
                  <a:cubicBezTo>
                    <a:pt x="206" y="0"/>
                    <a:pt x="101" y="13"/>
                    <a:pt x="1" y="38"/>
                  </a:cubicBezTo>
                  <a:cubicBezTo>
                    <a:pt x="101" y="71"/>
                    <a:pt x="201" y="71"/>
                    <a:pt x="302" y="71"/>
                  </a:cubicBezTo>
                  <a:cubicBezTo>
                    <a:pt x="333" y="76"/>
                    <a:pt x="363" y="78"/>
                    <a:pt x="392" y="78"/>
                  </a:cubicBezTo>
                  <a:cubicBezTo>
                    <a:pt x="472" y="78"/>
                    <a:pt x="546" y="62"/>
                    <a:pt x="619" y="38"/>
                  </a:cubicBezTo>
                  <a:cubicBezTo>
                    <a:pt x="519" y="13"/>
                    <a:pt x="414" y="0"/>
                    <a:pt x="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255;p48">
              <a:extLst>
                <a:ext uri="{FF2B5EF4-FFF2-40B4-BE49-F238E27FC236}">
                  <a16:creationId xmlns:a16="http://schemas.microsoft.com/office/drawing/2014/main" id="{FC5288DD-F7A0-4271-B64D-828B04CEBBD0}"/>
                </a:ext>
              </a:extLst>
            </p:cNvPr>
            <p:cNvSpPr/>
            <p:nvPr/>
          </p:nvSpPr>
          <p:spPr>
            <a:xfrm>
              <a:off x="5952025" y="4425800"/>
              <a:ext cx="18000" cy="2250"/>
            </a:xfrm>
            <a:custGeom>
              <a:avLst/>
              <a:gdLst/>
              <a:ahLst/>
              <a:cxnLst/>
              <a:rect l="l" t="t" r="r" b="b"/>
              <a:pathLst>
                <a:path w="720" h="90" extrusionOk="0">
                  <a:moveTo>
                    <a:pt x="719" y="0"/>
                  </a:moveTo>
                  <a:cubicBezTo>
                    <a:pt x="485" y="17"/>
                    <a:pt x="251" y="17"/>
                    <a:pt x="1" y="34"/>
                  </a:cubicBezTo>
                  <a:cubicBezTo>
                    <a:pt x="88" y="71"/>
                    <a:pt x="185" y="90"/>
                    <a:pt x="278" y="90"/>
                  </a:cubicBezTo>
                  <a:cubicBezTo>
                    <a:pt x="309" y="90"/>
                    <a:pt x="339" y="88"/>
                    <a:pt x="368" y="84"/>
                  </a:cubicBezTo>
                  <a:cubicBezTo>
                    <a:pt x="388" y="87"/>
                    <a:pt x="409" y="88"/>
                    <a:pt x="430" y="88"/>
                  </a:cubicBezTo>
                  <a:cubicBezTo>
                    <a:pt x="530" y="88"/>
                    <a:pt x="636" y="56"/>
                    <a:pt x="7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256;p48">
              <a:extLst>
                <a:ext uri="{FF2B5EF4-FFF2-40B4-BE49-F238E27FC236}">
                  <a16:creationId xmlns:a16="http://schemas.microsoft.com/office/drawing/2014/main" id="{C174DF73-FD60-43B8-99DC-9D20EBE85954}"/>
                </a:ext>
              </a:extLst>
            </p:cNvPr>
            <p:cNvSpPr/>
            <p:nvPr/>
          </p:nvSpPr>
          <p:spPr>
            <a:xfrm>
              <a:off x="5913600" y="4428400"/>
              <a:ext cx="28425" cy="15375"/>
            </a:xfrm>
            <a:custGeom>
              <a:avLst/>
              <a:gdLst/>
              <a:ahLst/>
              <a:cxnLst/>
              <a:rect l="l" t="t" r="r" b="b"/>
              <a:pathLst>
                <a:path w="1137" h="615" extrusionOk="0">
                  <a:moveTo>
                    <a:pt x="368" y="61"/>
                  </a:moveTo>
                  <a:cubicBezTo>
                    <a:pt x="442" y="61"/>
                    <a:pt x="515" y="73"/>
                    <a:pt x="585" y="97"/>
                  </a:cubicBezTo>
                  <a:cubicBezTo>
                    <a:pt x="702" y="130"/>
                    <a:pt x="819" y="214"/>
                    <a:pt x="903" y="297"/>
                  </a:cubicBezTo>
                  <a:cubicBezTo>
                    <a:pt x="958" y="364"/>
                    <a:pt x="999" y="430"/>
                    <a:pt x="1030" y="502"/>
                  </a:cubicBezTo>
                  <a:lnTo>
                    <a:pt x="1030" y="502"/>
                  </a:lnTo>
                  <a:cubicBezTo>
                    <a:pt x="963" y="493"/>
                    <a:pt x="868" y="481"/>
                    <a:pt x="752" y="464"/>
                  </a:cubicBezTo>
                  <a:cubicBezTo>
                    <a:pt x="619" y="431"/>
                    <a:pt x="485" y="397"/>
                    <a:pt x="351" y="347"/>
                  </a:cubicBezTo>
                  <a:cubicBezTo>
                    <a:pt x="284" y="331"/>
                    <a:pt x="218" y="297"/>
                    <a:pt x="151" y="264"/>
                  </a:cubicBezTo>
                  <a:cubicBezTo>
                    <a:pt x="67" y="230"/>
                    <a:pt x="51" y="147"/>
                    <a:pt x="117" y="113"/>
                  </a:cubicBezTo>
                  <a:cubicBezTo>
                    <a:pt x="198" y="78"/>
                    <a:pt x="283" y="61"/>
                    <a:pt x="368" y="61"/>
                  </a:cubicBezTo>
                  <a:close/>
                  <a:moveTo>
                    <a:pt x="372" y="1"/>
                  </a:moveTo>
                  <a:cubicBezTo>
                    <a:pt x="271" y="1"/>
                    <a:pt x="167" y="21"/>
                    <a:pt x="67" y="63"/>
                  </a:cubicBezTo>
                  <a:cubicBezTo>
                    <a:pt x="17" y="97"/>
                    <a:pt x="0" y="147"/>
                    <a:pt x="17" y="197"/>
                  </a:cubicBezTo>
                  <a:cubicBezTo>
                    <a:pt x="17" y="247"/>
                    <a:pt x="51" y="297"/>
                    <a:pt x="101" y="314"/>
                  </a:cubicBezTo>
                  <a:cubicBezTo>
                    <a:pt x="167" y="364"/>
                    <a:pt x="251" y="397"/>
                    <a:pt x="335" y="414"/>
                  </a:cubicBezTo>
                  <a:cubicBezTo>
                    <a:pt x="468" y="464"/>
                    <a:pt x="602" y="481"/>
                    <a:pt x="752" y="514"/>
                  </a:cubicBezTo>
                  <a:cubicBezTo>
                    <a:pt x="811" y="523"/>
                    <a:pt x="873" y="527"/>
                    <a:pt x="938" y="527"/>
                  </a:cubicBezTo>
                  <a:cubicBezTo>
                    <a:pt x="971" y="527"/>
                    <a:pt x="1005" y="526"/>
                    <a:pt x="1039" y="524"/>
                  </a:cubicBezTo>
                  <a:lnTo>
                    <a:pt x="1039" y="524"/>
                  </a:lnTo>
                  <a:cubicBezTo>
                    <a:pt x="1051" y="553"/>
                    <a:pt x="1061" y="583"/>
                    <a:pt x="1070" y="615"/>
                  </a:cubicBezTo>
                  <a:cubicBezTo>
                    <a:pt x="1070" y="615"/>
                    <a:pt x="1070" y="584"/>
                    <a:pt x="1070" y="521"/>
                  </a:cubicBezTo>
                  <a:lnTo>
                    <a:pt x="1070" y="521"/>
                  </a:lnTo>
                  <a:cubicBezTo>
                    <a:pt x="1092" y="519"/>
                    <a:pt x="1114" y="517"/>
                    <a:pt x="1137" y="514"/>
                  </a:cubicBezTo>
                  <a:cubicBezTo>
                    <a:pt x="1137" y="514"/>
                    <a:pt x="1112" y="512"/>
                    <a:pt x="1066" y="506"/>
                  </a:cubicBezTo>
                  <a:lnTo>
                    <a:pt x="1066" y="506"/>
                  </a:lnTo>
                  <a:cubicBezTo>
                    <a:pt x="1034" y="425"/>
                    <a:pt x="1001" y="345"/>
                    <a:pt x="953" y="280"/>
                  </a:cubicBezTo>
                  <a:cubicBezTo>
                    <a:pt x="804" y="97"/>
                    <a:pt x="593" y="1"/>
                    <a:pt x="3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2257;p48">
              <a:extLst>
                <a:ext uri="{FF2B5EF4-FFF2-40B4-BE49-F238E27FC236}">
                  <a16:creationId xmlns:a16="http://schemas.microsoft.com/office/drawing/2014/main" id="{ECC6DF9D-7A8F-413A-AC7F-D030DF252B06}"/>
                </a:ext>
              </a:extLst>
            </p:cNvPr>
            <p:cNvSpPr/>
            <p:nvPr/>
          </p:nvSpPr>
          <p:spPr>
            <a:xfrm>
              <a:off x="5937825" y="4424550"/>
              <a:ext cx="15050" cy="17150"/>
            </a:xfrm>
            <a:custGeom>
              <a:avLst/>
              <a:gdLst/>
              <a:ahLst/>
              <a:cxnLst/>
              <a:rect l="l" t="t" r="r" b="b"/>
              <a:pathLst>
                <a:path w="602" h="686" extrusionOk="0">
                  <a:moveTo>
                    <a:pt x="468" y="0"/>
                  </a:moveTo>
                  <a:cubicBezTo>
                    <a:pt x="335" y="0"/>
                    <a:pt x="218" y="67"/>
                    <a:pt x="134" y="184"/>
                  </a:cubicBezTo>
                  <a:cubicBezTo>
                    <a:pt x="84" y="251"/>
                    <a:pt x="34" y="351"/>
                    <a:pt x="34" y="434"/>
                  </a:cubicBezTo>
                  <a:cubicBezTo>
                    <a:pt x="0" y="518"/>
                    <a:pt x="17" y="618"/>
                    <a:pt x="67" y="685"/>
                  </a:cubicBezTo>
                  <a:cubicBezTo>
                    <a:pt x="67" y="602"/>
                    <a:pt x="67" y="535"/>
                    <a:pt x="84" y="451"/>
                  </a:cubicBezTo>
                  <a:cubicBezTo>
                    <a:pt x="101" y="368"/>
                    <a:pt x="134" y="284"/>
                    <a:pt x="201" y="217"/>
                  </a:cubicBezTo>
                  <a:cubicBezTo>
                    <a:pt x="251" y="134"/>
                    <a:pt x="351" y="84"/>
                    <a:pt x="452" y="67"/>
                  </a:cubicBezTo>
                  <a:cubicBezTo>
                    <a:pt x="552" y="84"/>
                    <a:pt x="502" y="217"/>
                    <a:pt x="452" y="301"/>
                  </a:cubicBezTo>
                  <a:cubicBezTo>
                    <a:pt x="401" y="368"/>
                    <a:pt x="351" y="451"/>
                    <a:pt x="285" y="518"/>
                  </a:cubicBezTo>
                  <a:cubicBezTo>
                    <a:pt x="168" y="618"/>
                    <a:pt x="84" y="668"/>
                    <a:pt x="101" y="685"/>
                  </a:cubicBezTo>
                  <a:cubicBezTo>
                    <a:pt x="184" y="652"/>
                    <a:pt x="251" y="602"/>
                    <a:pt x="318" y="551"/>
                  </a:cubicBezTo>
                  <a:cubicBezTo>
                    <a:pt x="401" y="485"/>
                    <a:pt x="452" y="418"/>
                    <a:pt x="518" y="334"/>
                  </a:cubicBezTo>
                  <a:cubicBezTo>
                    <a:pt x="552" y="284"/>
                    <a:pt x="569" y="234"/>
                    <a:pt x="585" y="167"/>
                  </a:cubicBezTo>
                  <a:cubicBezTo>
                    <a:pt x="602" y="100"/>
                    <a:pt x="552" y="17"/>
                    <a:pt x="4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258;p48">
              <a:extLst>
                <a:ext uri="{FF2B5EF4-FFF2-40B4-BE49-F238E27FC236}">
                  <a16:creationId xmlns:a16="http://schemas.microsoft.com/office/drawing/2014/main" id="{72E4EE49-D0EC-4919-80E2-8C97F9EE0CA3}"/>
                </a:ext>
              </a:extLst>
            </p:cNvPr>
            <p:cNvSpPr/>
            <p:nvPr/>
          </p:nvSpPr>
          <p:spPr>
            <a:xfrm>
              <a:off x="6048100" y="4435400"/>
              <a:ext cx="54750" cy="39325"/>
            </a:xfrm>
            <a:custGeom>
              <a:avLst/>
              <a:gdLst/>
              <a:ahLst/>
              <a:cxnLst/>
              <a:rect l="l" t="t" r="r" b="b"/>
              <a:pathLst>
                <a:path w="2190" h="1573" extrusionOk="0">
                  <a:moveTo>
                    <a:pt x="1738" y="0"/>
                  </a:moveTo>
                  <a:cubicBezTo>
                    <a:pt x="1371" y="17"/>
                    <a:pt x="1020" y="134"/>
                    <a:pt x="719" y="351"/>
                  </a:cubicBezTo>
                  <a:cubicBezTo>
                    <a:pt x="435" y="552"/>
                    <a:pt x="201" y="836"/>
                    <a:pt x="84" y="1170"/>
                  </a:cubicBezTo>
                  <a:cubicBezTo>
                    <a:pt x="51" y="1270"/>
                    <a:pt x="17" y="1371"/>
                    <a:pt x="1" y="1471"/>
                  </a:cubicBezTo>
                  <a:cubicBezTo>
                    <a:pt x="1" y="1504"/>
                    <a:pt x="1" y="1538"/>
                    <a:pt x="1" y="1571"/>
                  </a:cubicBezTo>
                  <a:cubicBezTo>
                    <a:pt x="1" y="1572"/>
                    <a:pt x="2" y="1572"/>
                    <a:pt x="3" y="1572"/>
                  </a:cubicBezTo>
                  <a:cubicBezTo>
                    <a:pt x="19" y="1572"/>
                    <a:pt x="39" y="1410"/>
                    <a:pt x="134" y="1187"/>
                  </a:cubicBezTo>
                  <a:cubicBezTo>
                    <a:pt x="268" y="869"/>
                    <a:pt x="485" y="602"/>
                    <a:pt x="769" y="401"/>
                  </a:cubicBezTo>
                  <a:cubicBezTo>
                    <a:pt x="1053" y="201"/>
                    <a:pt x="1387" y="84"/>
                    <a:pt x="1755" y="51"/>
                  </a:cubicBezTo>
                  <a:cubicBezTo>
                    <a:pt x="1811" y="47"/>
                    <a:pt x="1863" y="46"/>
                    <a:pt x="1910" y="46"/>
                  </a:cubicBezTo>
                  <a:cubicBezTo>
                    <a:pt x="2039" y="46"/>
                    <a:pt x="2129" y="55"/>
                    <a:pt x="2168" y="55"/>
                  </a:cubicBezTo>
                  <a:cubicBezTo>
                    <a:pt x="2182" y="55"/>
                    <a:pt x="2189" y="54"/>
                    <a:pt x="2189" y="51"/>
                  </a:cubicBezTo>
                  <a:cubicBezTo>
                    <a:pt x="2156" y="34"/>
                    <a:pt x="2123" y="17"/>
                    <a:pt x="2072" y="17"/>
                  </a:cubicBezTo>
                  <a:cubicBezTo>
                    <a:pt x="1972" y="0"/>
                    <a:pt x="1855" y="0"/>
                    <a:pt x="1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259;p48">
              <a:extLst>
                <a:ext uri="{FF2B5EF4-FFF2-40B4-BE49-F238E27FC236}">
                  <a16:creationId xmlns:a16="http://schemas.microsoft.com/office/drawing/2014/main" id="{63C8408A-523B-4A7B-9E47-30AEC94B8CB3}"/>
                </a:ext>
              </a:extLst>
            </p:cNvPr>
            <p:cNvSpPr/>
            <p:nvPr/>
          </p:nvSpPr>
          <p:spPr>
            <a:xfrm>
              <a:off x="5985450" y="4460700"/>
              <a:ext cx="43875" cy="2375"/>
            </a:xfrm>
            <a:custGeom>
              <a:avLst/>
              <a:gdLst/>
              <a:ahLst/>
              <a:cxnLst/>
              <a:rect l="l" t="t" r="r" b="b"/>
              <a:pathLst>
                <a:path w="1755" h="95" extrusionOk="0">
                  <a:moveTo>
                    <a:pt x="92" y="1"/>
                  </a:moveTo>
                  <a:cubicBezTo>
                    <a:pt x="33" y="1"/>
                    <a:pt x="0" y="3"/>
                    <a:pt x="0" y="8"/>
                  </a:cubicBezTo>
                  <a:cubicBezTo>
                    <a:pt x="323" y="65"/>
                    <a:pt x="656" y="95"/>
                    <a:pt x="991" y="95"/>
                  </a:cubicBezTo>
                  <a:cubicBezTo>
                    <a:pt x="1246" y="95"/>
                    <a:pt x="1502" y="77"/>
                    <a:pt x="1755" y="41"/>
                  </a:cubicBezTo>
                  <a:lnTo>
                    <a:pt x="1755" y="24"/>
                  </a:lnTo>
                  <a:cubicBezTo>
                    <a:pt x="1755" y="19"/>
                    <a:pt x="1712" y="17"/>
                    <a:pt x="1636" y="17"/>
                  </a:cubicBezTo>
                  <a:cubicBezTo>
                    <a:pt x="1485" y="17"/>
                    <a:pt x="1203" y="24"/>
                    <a:pt x="869" y="24"/>
                  </a:cubicBezTo>
                  <a:cubicBezTo>
                    <a:pt x="526" y="13"/>
                    <a:pt x="234" y="1"/>
                    <a:pt x="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2260;p48">
              <a:extLst>
                <a:ext uri="{FF2B5EF4-FFF2-40B4-BE49-F238E27FC236}">
                  <a16:creationId xmlns:a16="http://schemas.microsoft.com/office/drawing/2014/main" id="{6264203A-18FB-4066-98C9-65CE1FC2B1A1}"/>
                </a:ext>
              </a:extLst>
            </p:cNvPr>
            <p:cNvSpPr/>
            <p:nvPr/>
          </p:nvSpPr>
          <p:spPr>
            <a:xfrm>
              <a:off x="6053950" y="4462050"/>
              <a:ext cx="5450" cy="8050"/>
            </a:xfrm>
            <a:custGeom>
              <a:avLst/>
              <a:gdLst/>
              <a:ahLst/>
              <a:cxnLst/>
              <a:rect l="l" t="t" r="r" b="b"/>
              <a:pathLst>
                <a:path w="218" h="322" extrusionOk="0">
                  <a:moveTo>
                    <a:pt x="192" y="1"/>
                  </a:moveTo>
                  <a:cubicBezTo>
                    <a:pt x="164" y="1"/>
                    <a:pt x="94" y="50"/>
                    <a:pt x="51" y="137"/>
                  </a:cubicBezTo>
                  <a:cubicBezTo>
                    <a:pt x="0" y="238"/>
                    <a:pt x="17" y="321"/>
                    <a:pt x="34" y="321"/>
                  </a:cubicBezTo>
                  <a:cubicBezTo>
                    <a:pt x="51" y="321"/>
                    <a:pt x="84" y="254"/>
                    <a:pt x="117" y="171"/>
                  </a:cubicBezTo>
                  <a:cubicBezTo>
                    <a:pt x="168" y="87"/>
                    <a:pt x="218" y="20"/>
                    <a:pt x="201" y="4"/>
                  </a:cubicBezTo>
                  <a:cubicBezTo>
                    <a:pt x="199" y="2"/>
                    <a:pt x="196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2261;p48">
              <a:extLst>
                <a:ext uri="{FF2B5EF4-FFF2-40B4-BE49-F238E27FC236}">
                  <a16:creationId xmlns:a16="http://schemas.microsoft.com/office/drawing/2014/main" id="{EB970A08-FD8A-4F5F-B89B-85607B927F2C}"/>
                </a:ext>
              </a:extLst>
            </p:cNvPr>
            <p:cNvSpPr/>
            <p:nvPr/>
          </p:nvSpPr>
          <p:spPr>
            <a:xfrm>
              <a:off x="6064400" y="4449500"/>
              <a:ext cx="6275" cy="5550"/>
            </a:xfrm>
            <a:custGeom>
              <a:avLst/>
              <a:gdLst/>
              <a:ahLst/>
              <a:cxnLst/>
              <a:rect l="l" t="t" r="r" b="b"/>
              <a:pathLst>
                <a:path w="251" h="222" extrusionOk="0">
                  <a:moveTo>
                    <a:pt x="238" y="0"/>
                  </a:moveTo>
                  <a:cubicBezTo>
                    <a:pt x="211" y="0"/>
                    <a:pt x="156" y="33"/>
                    <a:pt x="100" y="88"/>
                  </a:cubicBezTo>
                  <a:cubicBezTo>
                    <a:pt x="34" y="138"/>
                    <a:pt x="0" y="205"/>
                    <a:pt x="17" y="222"/>
                  </a:cubicBezTo>
                  <a:cubicBezTo>
                    <a:pt x="34" y="222"/>
                    <a:pt x="84" y="188"/>
                    <a:pt x="151" y="138"/>
                  </a:cubicBezTo>
                  <a:cubicBezTo>
                    <a:pt x="217" y="71"/>
                    <a:pt x="251" y="21"/>
                    <a:pt x="251" y="5"/>
                  </a:cubicBezTo>
                  <a:cubicBezTo>
                    <a:pt x="248" y="2"/>
                    <a:pt x="244" y="0"/>
                    <a:pt x="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262;p48">
              <a:extLst>
                <a:ext uri="{FF2B5EF4-FFF2-40B4-BE49-F238E27FC236}">
                  <a16:creationId xmlns:a16="http://schemas.microsoft.com/office/drawing/2014/main" id="{9C07F6D1-E578-4FE0-B225-1703FDD29759}"/>
                </a:ext>
              </a:extLst>
            </p:cNvPr>
            <p:cNvSpPr/>
            <p:nvPr/>
          </p:nvSpPr>
          <p:spPr>
            <a:xfrm>
              <a:off x="6077750" y="4443400"/>
              <a:ext cx="9100" cy="3375"/>
            </a:xfrm>
            <a:custGeom>
              <a:avLst/>
              <a:gdLst/>
              <a:ahLst/>
              <a:cxnLst/>
              <a:rect l="l" t="t" r="r" b="b"/>
              <a:pathLst>
                <a:path w="364" h="135" extrusionOk="0">
                  <a:moveTo>
                    <a:pt x="252" y="0"/>
                  </a:moveTo>
                  <a:cubicBezTo>
                    <a:pt x="222" y="0"/>
                    <a:pt x="187" y="4"/>
                    <a:pt x="151" y="15"/>
                  </a:cubicBezTo>
                  <a:cubicBezTo>
                    <a:pt x="51" y="48"/>
                    <a:pt x="1" y="115"/>
                    <a:pt x="18" y="132"/>
                  </a:cubicBezTo>
                  <a:cubicBezTo>
                    <a:pt x="18" y="134"/>
                    <a:pt x="19" y="135"/>
                    <a:pt x="21" y="135"/>
                  </a:cubicBezTo>
                  <a:cubicBezTo>
                    <a:pt x="37" y="135"/>
                    <a:pt x="98" y="96"/>
                    <a:pt x="185" y="81"/>
                  </a:cubicBezTo>
                  <a:cubicBezTo>
                    <a:pt x="268" y="48"/>
                    <a:pt x="352" y="48"/>
                    <a:pt x="352" y="31"/>
                  </a:cubicBezTo>
                  <a:cubicBezTo>
                    <a:pt x="363" y="20"/>
                    <a:pt x="319" y="0"/>
                    <a:pt x="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263;p48">
              <a:extLst>
                <a:ext uri="{FF2B5EF4-FFF2-40B4-BE49-F238E27FC236}">
                  <a16:creationId xmlns:a16="http://schemas.microsoft.com/office/drawing/2014/main" id="{8C83A2D5-269A-4D6F-A7F7-40005A0A88F1}"/>
                </a:ext>
              </a:extLst>
            </p:cNvPr>
            <p:cNvSpPr/>
            <p:nvPr/>
          </p:nvSpPr>
          <p:spPr>
            <a:xfrm>
              <a:off x="6093225" y="4441350"/>
              <a:ext cx="5025" cy="2325"/>
            </a:xfrm>
            <a:custGeom>
              <a:avLst/>
              <a:gdLst/>
              <a:ahLst/>
              <a:cxnLst/>
              <a:rect l="l" t="t" r="r" b="b"/>
              <a:pathLst>
                <a:path w="201" h="93" extrusionOk="0">
                  <a:moveTo>
                    <a:pt x="155" y="1"/>
                  </a:moveTo>
                  <a:cubicBezTo>
                    <a:pt x="134" y="1"/>
                    <a:pt x="109" y="5"/>
                    <a:pt x="84" y="13"/>
                  </a:cubicBezTo>
                  <a:cubicBezTo>
                    <a:pt x="33" y="30"/>
                    <a:pt x="0" y="63"/>
                    <a:pt x="17" y="80"/>
                  </a:cubicBezTo>
                  <a:cubicBezTo>
                    <a:pt x="17" y="88"/>
                    <a:pt x="29" y="92"/>
                    <a:pt x="48" y="92"/>
                  </a:cubicBezTo>
                  <a:cubicBezTo>
                    <a:pt x="67" y="92"/>
                    <a:pt x="92" y="88"/>
                    <a:pt x="117" y="80"/>
                  </a:cubicBezTo>
                  <a:cubicBezTo>
                    <a:pt x="167" y="63"/>
                    <a:pt x="201" y="30"/>
                    <a:pt x="201" y="13"/>
                  </a:cubicBezTo>
                  <a:cubicBezTo>
                    <a:pt x="192" y="5"/>
                    <a:pt x="176" y="1"/>
                    <a:pt x="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2264;p48">
              <a:extLst>
                <a:ext uri="{FF2B5EF4-FFF2-40B4-BE49-F238E27FC236}">
                  <a16:creationId xmlns:a16="http://schemas.microsoft.com/office/drawing/2014/main" id="{9448C1FA-C8DC-41BD-8AB3-9F6364265B25}"/>
                </a:ext>
              </a:extLst>
            </p:cNvPr>
            <p:cNvSpPr/>
            <p:nvPr/>
          </p:nvSpPr>
          <p:spPr>
            <a:xfrm>
              <a:off x="6520125" y="4375250"/>
              <a:ext cx="157925" cy="98600"/>
            </a:xfrm>
            <a:custGeom>
              <a:avLst/>
              <a:gdLst/>
              <a:ahLst/>
              <a:cxnLst/>
              <a:rect l="l" t="t" r="r" b="b"/>
              <a:pathLst>
                <a:path w="6317" h="3944" extrusionOk="0">
                  <a:moveTo>
                    <a:pt x="5431" y="0"/>
                  </a:moveTo>
                  <a:lnTo>
                    <a:pt x="0" y="1371"/>
                  </a:lnTo>
                  <a:lnTo>
                    <a:pt x="251" y="3944"/>
                  </a:lnTo>
                  <a:lnTo>
                    <a:pt x="6316" y="3944"/>
                  </a:lnTo>
                  <a:lnTo>
                    <a:pt x="54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2265;p48">
              <a:extLst>
                <a:ext uri="{FF2B5EF4-FFF2-40B4-BE49-F238E27FC236}">
                  <a16:creationId xmlns:a16="http://schemas.microsoft.com/office/drawing/2014/main" id="{7CA5797C-523E-4C54-A4D9-94BB4BECC535}"/>
                </a:ext>
              </a:extLst>
            </p:cNvPr>
            <p:cNvSpPr/>
            <p:nvPr/>
          </p:nvSpPr>
          <p:spPr>
            <a:xfrm>
              <a:off x="6523450" y="4454450"/>
              <a:ext cx="150400" cy="6600"/>
            </a:xfrm>
            <a:custGeom>
              <a:avLst/>
              <a:gdLst/>
              <a:ahLst/>
              <a:cxnLst/>
              <a:rect l="l" t="t" r="r" b="b"/>
              <a:pathLst>
                <a:path w="6016" h="264" extrusionOk="0">
                  <a:moveTo>
                    <a:pt x="5363" y="1"/>
                  </a:moveTo>
                  <a:cubicBezTo>
                    <a:pt x="5290" y="1"/>
                    <a:pt x="5218" y="3"/>
                    <a:pt x="5147" y="7"/>
                  </a:cubicBezTo>
                  <a:cubicBezTo>
                    <a:pt x="4596" y="7"/>
                    <a:pt x="3844" y="24"/>
                    <a:pt x="3008" y="40"/>
                  </a:cubicBezTo>
                  <a:lnTo>
                    <a:pt x="886" y="141"/>
                  </a:lnTo>
                  <a:cubicBezTo>
                    <a:pt x="586" y="141"/>
                    <a:pt x="285" y="157"/>
                    <a:pt x="1" y="208"/>
                  </a:cubicBezTo>
                  <a:cubicBezTo>
                    <a:pt x="226" y="245"/>
                    <a:pt x="443" y="264"/>
                    <a:pt x="663" y="264"/>
                  </a:cubicBezTo>
                  <a:cubicBezTo>
                    <a:pt x="737" y="264"/>
                    <a:pt x="811" y="262"/>
                    <a:pt x="886" y="258"/>
                  </a:cubicBezTo>
                  <a:cubicBezTo>
                    <a:pt x="1438" y="258"/>
                    <a:pt x="2190" y="241"/>
                    <a:pt x="3008" y="208"/>
                  </a:cubicBezTo>
                  <a:lnTo>
                    <a:pt x="5147" y="124"/>
                  </a:lnTo>
                  <a:cubicBezTo>
                    <a:pt x="5431" y="124"/>
                    <a:pt x="5732" y="107"/>
                    <a:pt x="6016" y="57"/>
                  </a:cubicBezTo>
                  <a:cubicBezTo>
                    <a:pt x="5803" y="20"/>
                    <a:pt x="5581" y="1"/>
                    <a:pt x="53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2266;p48">
              <a:extLst>
                <a:ext uri="{FF2B5EF4-FFF2-40B4-BE49-F238E27FC236}">
                  <a16:creationId xmlns:a16="http://schemas.microsoft.com/office/drawing/2014/main" id="{3184C11E-5C8A-49B1-BD3E-FD45E19E3994}"/>
                </a:ext>
              </a:extLst>
            </p:cNvPr>
            <p:cNvSpPr/>
            <p:nvPr/>
          </p:nvSpPr>
          <p:spPr>
            <a:xfrm>
              <a:off x="6586525" y="4394475"/>
              <a:ext cx="6725" cy="63500"/>
            </a:xfrm>
            <a:custGeom>
              <a:avLst/>
              <a:gdLst/>
              <a:ahLst/>
              <a:cxnLst/>
              <a:rect l="l" t="t" r="r" b="b"/>
              <a:pathLst>
                <a:path w="269" h="2540" extrusionOk="0">
                  <a:moveTo>
                    <a:pt x="51" y="0"/>
                  </a:moveTo>
                  <a:cubicBezTo>
                    <a:pt x="1" y="0"/>
                    <a:pt x="1" y="568"/>
                    <a:pt x="51" y="1270"/>
                  </a:cubicBezTo>
                  <a:cubicBezTo>
                    <a:pt x="101" y="1972"/>
                    <a:pt x="168" y="2540"/>
                    <a:pt x="218" y="2540"/>
                  </a:cubicBezTo>
                  <a:cubicBezTo>
                    <a:pt x="268" y="2540"/>
                    <a:pt x="268" y="1972"/>
                    <a:pt x="218" y="1270"/>
                  </a:cubicBezTo>
                  <a:cubicBezTo>
                    <a:pt x="168" y="568"/>
                    <a:pt x="101" y="0"/>
                    <a:pt x="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2267;p48">
              <a:extLst>
                <a:ext uri="{FF2B5EF4-FFF2-40B4-BE49-F238E27FC236}">
                  <a16:creationId xmlns:a16="http://schemas.microsoft.com/office/drawing/2014/main" id="{C7369A82-E50D-468F-9D4F-358C7D34EB00}"/>
                </a:ext>
              </a:extLst>
            </p:cNvPr>
            <p:cNvSpPr/>
            <p:nvPr/>
          </p:nvSpPr>
          <p:spPr>
            <a:xfrm>
              <a:off x="6525125" y="4455875"/>
              <a:ext cx="152925" cy="17975"/>
            </a:xfrm>
            <a:custGeom>
              <a:avLst/>
              <a:gdLst/>
              <a:ahLst/>
              <a:cxnLst/>
              <a:rect l="l" t="t" r="r" b="b"/>
              <a:pathLst>
                <a:path w="6117" h="719" extrusionOk="0">
                  <a:moveTo>
                    <a:pt x="6016" y="0"/>
                  </a:moveTo>
                  <a:lnTo>
                    <a:pt x="1" y="151"/>
                  </a:lnTo>
                  <a:lnTo>
                    <a:pt x="51" y="719"/>
                  </a:lnTo>
                  <a:lnTo>
                    <a:pt x="6116" y="719"/>
                  </a:lnTo>
                  <a:lnTo>
                    <a:pt x="6116" y="652"/>
                  </a:lnTo>
                  <a:lnTo>
                    <a:pt x="6016" y="0"/>
                  </a:ln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2268;p48">
              <a:extLst>
                <a:ext uri="{FF2B5EF4-FFF2-40B4-BE49-F238E27FC236}">
                  <a16:creationId xmlns:a16="http://schemas.microsoft.com/office/drawing/2014/main" id="{B3DEAB97-556B-4099-8424-94F711BFCBCC}"/>
                </a:ext>
              </a:extLst>
            </p:cNvPr>
            <p:cNvSpPr/>
            <p:nvPr/>
          </p:nvSpPr>
          <p:spPr>
            <a:xfrm>
              <a:off x="5692200" y="2077775"/>
              <a:ext cx="368050" cy="470850"/>
            </a:xfrm>
            <a:custGeom>
              <a:avLst/>
              <a:gdLst/>
              <a:ahLst/>
              <a:cxnLst/>
              <a:rect l="l" t="t" r="r" b="b"/>
              <a:pathLst>
                <a:path w="14722" h="18834" extrusionOk="0">
                  <a:moveTo>
                    <a:pt x="3424" y="1"/>
                  </a:moveTo>
                  <a:cubicBezTo>
                    <a:pt x="3277" y="1"/>
                    <a:pt x="2872" y="748"/>
                    <a:pt x="2858" y="1473"/>
                  </a:cubicBezTo>
                  <a:lnTo>
                    <a:pt x="636" y="688"/>
                  </a:lnTo>
                  <a:cubicBezTo>
                    <a:pt x="636" y="688"/>
                    <a:pt x="1" y="1439"/>
                    <a:pt x="218" y="2342"/>
                  </a:cubicBezTo>
                  <a:cubicBezTo>
                    <a:pt x="419" y="3044"/>
                    <a:pt x="669" y="3745"/>
                    <a:pt x="953" y="4414"/>
                  </a:cubicBezTo>
                  <a:lnTo>
                    <a:pt x="5348" y="14923"/>
                  </a:lnTo>
                  <a:cubicBezTo>
                    <a:pt x="5882" y="16227"/>
                    <a:pt x="7018" y="17196"/>
                    <a:pt x="8372" y="17530"/>
                  </a:cubicBezTo>
                  <a:lnTo>
                    <a:pt x="13652" y="18833"/>
                  </a:lnTo>
                  <a:lnTo>
                    <a:pt x="14721" y="13837"/>
                  </a:lnTo>
                  <a:lnTo>
                    <a:pt x="10928" y="13018"/>
                  </a:lnTo>
                  <a:cubicBezTo>
                    <a:pt x="10093" y="12885"/>
                    <a:pt x="8940" y="12150"/>
                    <a:pt x="8305" y="10863"/>
                  </a:cubicBezTo>
                  <a:lnTo>
                    <a:pt x="3693" y="2843"/>
                  </a:lnTo>
                  <a:cubicBezTo>
                    <a:pt x="3693" y="2843"/>
                    <a:pt x="3476" y="554"/>
                    <a:pt x="3476" y="120"/>
                  </a:cubicBezTo>
                  <a:cubicBezTo>
                    <a:pt x="3476" y="38"/>
                    <a:pt x="3456" y="1"/>
                    <a:pt x="34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50"/>
          <p:cNvSpPr txBox="1">
            <a:spLocks noGrp="1"/>
          </p:cNvSpPr>
          <p:nvPr>
            <p:ph type="title"/>
          </p:nvPr>
        </p:nvSpPr>
        <p:spPr>
          <a:xfrm>
            <a:off x="720000" y="367400"/>
            <a:ext cx="5995500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grpSp>
        <p:nvGrpSpPr>
          <p:cNvPr id="2325" name="Google Shape;2325;p50"/>
          <p:cNvGrpSpPr/>
          <p:nvPr/>
        </p:nvGrpSpPr>
        <p:grpSpPr>
          <a:xfrm>
            <a:off x="6047895" y="4387536"/>
            <a:ext cx="576726" cy="283581"/>
            <a:chOff x="6546428" y="4405392"/>
            <a:chExt cx="521830" cy="256588"/>
          </a:xfrm>
        </p:grpSpPr>
        <p:sp>
          <p:nvSpPr>
            <p:cNvPr id="2326" name="Google Shape;2326;p50"/>
            <p:cNvSpPr/>
            <p:nvPr/>
          </p:nvSpPr>
          <p:spPr>
            <a:xfrm>
              <a:off x="6564492" y="4539811"/>
              <a:ext cx="503766" cy="122169"/>
            </a:xfrm>
            <a:custGeom>
              <a:avLst/>
              <a:gdLst/>
              <a:ahLst/>
              <a:cxnLst/>
              <a:rect l="l" t="t" r="r" b="b"/>
              <a:pathLst>
                <a:path w="11183" h="2712" extrusionOk="0">
                  <a:moveTo>
                    <a:pt x="1" y="0"/>
                  </a:moveTo>
                  <a:lnTo>
                    <a:pt x="241" y="2712"/>
                  </a:lnTo>
                  <a:lnTo>
                    <a:pt x="11183" y="2712"/>
                  </a:lnTo>
                  <a:lnTo>
                    <a:pt x="11183" y="8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50"/>
            <p:cNvSpPr/>
            <p:nvPr/>
          </p:nvSpPr>
          <p:spPr>
            <a:xfrm>
              <a:off x="6592691" y="4470439"/>
              <a:ext cx="468359" cy="105546"/>
            </a:xfrm>
            <a:custGeom>
              <a:avLst/>
              <a:gdLst/>
              <a:ahLst/>
              <a:cxnLst/>
              <a:rect l="l" t="t" r="r" b="b"/>
              <a:pathLst>
                <a:path w="10397" h="2343" extrusionOk="0">
                  <a:moveTo>
                    <a:pt x="0" y="0"/>
                  </a:moveTo>
                  <a:lnTo>
                    <a:pt x="0" y="1589"/>
                  </a:lnTo>
                  <a:lnTo>
                    <a:pt x="10188" y="2343"/>
                  </a:lnTo>
                  <a:lnTo>
                    <a:pt x="103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50"/>
            <p:cNvSpPr/>
            <p:nvPr/>
          </p:nvSpPr>
          <p:spPr>
            <a:xfrm>
              <a:off x="6546428" y="4405392"/>
              <a:ext cx="471963" cy="65094"/>
            </a:xfrm>
            <a:custGeom>
              <a:avLst/>
              <a:gdLst/>
              <a:ahLst/>
              <a:cxnLst/>
              <a:rect l="l" t="t" r="r" b="b"/>
              <a:pathLst>
                <a:path w="10477" h="1445" extrusionOk="0">
                  <a:moveTo>
                    <a:pt x="1" y="0"/>
                  </a:moveTo>
                  <a:lnTo>
                    <a:pt x="209" y="1444"/>
                  </a:lnTo>
                  <a:lnTo>
                    <a:pt x="10477" y="1444"/>
                  </a:lnTo>
                  <a:lnTo>
                    <a:pt x="10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50"/>
            <p:cNvSpPr/>
            <p:nvPr/>
          </p:nvSpPr>
          <p:spPr>
            <a:xfrm>
              <a:off x="6592691" y="4470439"/>
              <a:ext cx="452457" cy="15947"/>
            </a:xfrm>
            <a:custGeom>
              <a:avLst/>
              <a:gdLst/>
              <a:ahLst/>
              <a:cxnLst/>
              <a:rect l="l" t="t" r="r" b="b"/>
              <a:pathLst>
                <a:path w="10044" h="354" extrusionOk="0">
                  <a:moveTo>
                    <a:pt x="0" y="0"/>
                  </a:moveTo>
                  <a:lnTo>
                    <a:pt x="0" y="353"/>
                  </a:lnTo>
                  <a:lnTo>
                    <a:pt x="100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50"/>
            <p:cNvSpPr/>
            <p:nvPr/>
          </p:nvSpPr>
          <p:spPr>
            <a:xfrm>
              <a:off x="6592691" y="4541973"/>
              <a:ext cx="460385" cy="34011"/>
            </a:xfrm>
            <a:custGeom>
              <a:avLst/>
              <a:gdLst/>
              <a:ahLst/>
              <a:cxnLst/>
              <a:rect l="l" t="t" r="r" b="b"/>
              <a:pathLst>
                <a:path w="10220" h="755" extrusionOk="0">
                  <a:moveTo>
                    <a:pt x="0" y="1"/>
                  </a:moveTo>
                  <a:lnTo>
                    <a:pt x="10188" y="755"/>
                  </a:lnTo>
                  <a:lnTo>
                    <a:pt x="10220" y="3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50"/>
            <p:cNvSpPr/>
            <p:nvPr/>
          </p:nvSpPr>
          <p:spPr>
            <a:xfrm>
              <a:off x="6844906" y="4504404"/>
              <a:ext cx="200236" cy="10136"/>
            </a:xfrm>
            <a:custGeom>
              <a:avLst/>
              <a:gdLst/>
              <a:ahLst/>
              <a:cxnLst/>
              <a:rect l="l" t="t" r="r" b="b"/>
              <a:pathLst>
                <a:path w="4445" h="225" extrusionOk="0">
                  <a:moveTo>
                    <a:pt x="1765" y="0"/>
                  </a:moveTo>
                  <a:lnTo>
                    <a:pt x="1" y="225"/>
                  </a:lnTo>
                  <a:lnTo>
                    <a:pt x="4445" y="225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50"/>
            <p:cNvSpPr/>
            <p:nvPr/>
          </p:nvSpPr>
          <p:spPr>
            <a:xfrm>
              <a:off x="6571023" y="4611345"/>
              <a:ext cx="149648" cy="10901"/>
            </a:xfrm>
            <a:custGeom>
              <a:avLst/>
              <a:gdLst/>
              <a:ahLst/>
              <a:cxnLst/>
              <a:rect l="l" t="t" r="r" b="b"/>
              <a:pathLst>
                <a:path w="3322" h="242" extrusionOk="0">
                  <a:moveTo>
                    <a:pt x="0" y="1"/>
                  </a:moveTo>
                  <a:lnTo>
                    <a:pt x="16" y="241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50"/>
            <p:cNvSpPr/>
            <p:nvPr/>
          </p:nvSpPr>
          <p:spPr>
            <a:xfrm>
              <a:off x="6710487" y="4428501"/>
              <a:ext cx="308620" cy="9460"/>
            </a:xfrm>
            <a:custGeom>
              <a:avLst/>
              <a:gdLst/>
              <a:ahLst/>
              <a:cxnLst/>
              <a:rect l="l" t="t" r="r" b="b"/>
              <a:pathLst>
                <a:path w="6851" h="210" extrusionOk="0">
                  <a:moveTo>
                    <a:pt x="6835" y="1"/>
                  </a:moveTo>
                  <a:lnTo>
                    <a:pt x="0" y="209"/>
                  </a:lnTo>
                  <a:cubicBezTo>
                    <a:pt x="0" y="209"/>
                    <a:pt x="6851" y="161"/>
                    <a:pt x="68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4" name="Google Shape;2334;p50"/>
          <p:cNvGrpSpPr/>
          <p:nvPr/>
        </p:nvGrpSpPr>
        <p:grpSpPr>
          <a:xfrm>
            <a:off x="6715558" y="4159917"/>
            <a:ext cx="589572" cy="505624"/>
            <a:chOff x="5954517" y="4199439"/>
            <a:chExt cx="533452" cy="457495"/>
          </a:xfrm>
        </p:grpSpPr>
        <p:sp>
          <p:nvSpPr>
            <p:cNvPr id="2335" name="Google Shape;2335;p50"/>
            <p:cNvSpPr/>
            <p:nvPr/>
          </p:nvSpPr>
          <p:spPr>
            <a:xfrm>
              <a:off x="5956724" y="4199439"/>
              <a:ext cx="526876" cy="70860"/>
            </a:xfrm>
            <a:custGeom>
              <a:avLst/>
              <a:gdLst/>
              <a:ahLst/>
              <a:cxnLst/>
              <a:rect l="l" t="t" r="r" b="b"/>
              <a:pathLst>
                <a:path w="11696" h="1573" extrusionOk="0">
                  <a:moveTo>
                    <a:pt x="0" y="0"/>
                  </a:moveTo>
                  <a:lnTo>
                    <a:pt x="0" y="1572"/>
                  </a:lnTo>
                  <a:lnTo>
                    <a:pt x="11696" y="1572"/>
                  </a:lnTo>
                  <a:lnTo>
                    <a:pt x="1169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50"/>
            <p:cNvSpPr/>
            <p:nvPr/>
          </p:nvSpPr>
          <p:spPr>
            <a:xfrm>
              <a:off x="6025375" y="4202322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4" y="0"/>
                  </a:moveTo>
                  <a:cubicBezTo>
                    <a:pt x="32" y="0"/>
                    <a:pt x="0" y="337"/>
                    <a:pt x="0" y="738"/>
                  </a:cubicBezTo>
                  <a:cubicBezTo>
                    <a:pt x="0" y="1139"/>
                    <a:pt x="32" y="1476"/>
                    <a:pt x="64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50"/>
            <p:cNvSpPr/>
            <p:nvPr/>
          </p:nvSpPr>
          <p:spPr>
            <a:xfrm>
              <a:off x="6013798" y="4200881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5" y="0"/>
                  </a:moveTo>
                  <a:cubicBezTo>
                    <a:pt x="33" y="0"/>
                    <a:pt x="1" y="337"/>
                    <a:pt x="1" y="738"/>
                  </a:cubicBezTo>
                  <a:cubicBezTo>
                    <a:pt x="1" y="1139"/>
                    <a:pt x="33" y="1476"/>
                    <a:pt x="65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50"/>
            <p:cNvSpPr/>
            <p:nvPr/>
          </p:nvSpPr>
          <p:spPr>
            <a:xfrm>
              <a:off x="6439487" y="4202322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4" y="0"/>
                  </a:moveTo>
                  <a:cubicBezTo>
                    <a:pt x="32" y="0"/>
                    <a:pt x="0" y="337"/>
                    <a:pt x="0" y="738"/>
                  </a:cubicBezTo>
                  <a:cubicBezTo>
                    <a:pt x="0" y="1139"/>
                    <a:pt x="32" y="1476"/>
                    <a:pt x="64" y="1476"/>
                  </a:cubicBezTo>
                  <a:cubicBezTo>
                    <a:pt x="112" y="1476"/>
                    <a:pt x="145" y="1139"/>
                    <a:pt x="145" y="738"/>
                  </a:cubicBezTo>
                  <a:cubicBezTo>
                    <a:pt x="145" y="337"/>
                    <a:pt x="112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50"/>
            <p:cNvSpPr/>
            <p:nvPr/>
          </p:nvSpPr>
          <p:spPr>
            <a:xfrm>
              <a:off x="6427910" y="4200881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81" y="0"/>
                  </a:moveTo>
                  <a:cubicBezTo>
                    <a:pt x="33" y="0"/>
                    <a:pt x="0" y="337"/>
                    <a:pt x="0" y="738"/>
                  </a:cubicBezTo>
                  <a:cubicBezTo>
                    <a:pt x="0" y="1139"/>
                    <a:pt x="33" y="1476"/>
                    <a:pt x="81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50"/>
            <p:cNvSpPr/>
            <p:nvPr/>
          </p:nvSpPr>
          <p:spPr>
            <a:xfrm>
              <a:off x="6093305" y="4233404"/>
              <a:ext cx="268889" cy="6532"/>
            </a:xfrm>
            <a:custGeom>
              <a:avLst/>
              <a:gdLst/>
              <a:ahLst/>
              <a:cxnLst/>
              <a:rect l="l" t="t" r="r" b="b"/>
              <a:pathLst>
                <a:path w="5969" h="145" extrusionOk="0">
                  <a:moveTo>
                    <a:pt x="2984" y="0"/>
                  </a:moveTo>
                  <a:cubicBezTo>
                    <a:pt x="1332" y="0"/>
                    <a:pt x="0" y="32"/>
                    <a:pt x="0" y="80"/>
                  </a:cubicBezTo>
                  <a:cubicBezTo>
                    <a:pt x="0" y="112"/>
                    <a:pt x="1332" y="144"/>
                    <a:pt x="2984" y="144"/>
                  </a:cubicBezTo>
                  <a:cubicBezTo>
                    <a:pt x="4637" y="144"/>
                    <a:pt x="5968" y="112"/>
                    <a:pt x="5968" y="80"/>
                  </a:cubicBezTo>
                  <a:cubicBezTo>
                    <a:pt x="5968" y="32"/>
                    <a:pt x="4637" y="0"/>
                    <a:pt x="29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50"/>
            <p:cNvSpPr/>
            <p:nvPr/>
          </p:nvSpPr>
          <p:spPr>
            <a:xfrm>
              <a:off x="5954517" y="4516702"/>
              <a:ext cx="526921" cy="140233"/>
            </a:xfrm>
            <a:custGeom>
              <a:avLst/>
              <a:gdLst/>
              <a:ahLst/>
              <a:cxnLst/>
              <a:rect l="l" t="t" r="r" b="b"/>
              <a:pathLst>
                <a:path w="11697" h="3113" extrusionOk="0">
                  <a:moveTo>
                    <a:pt x="1" y="0"/>
                  </a:moveTo>
                  <a:lnTo>
                    <a:pt x="1" y="3112"/>
                  </a:lnTo>
                  <a:lnTo>
                    <a:pt x="11697" y="3112"/>
                  </a:lnTo>
                  <a:lnTo>
                    <a:pt x="116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50"/>
            <p:cNvSpPr/>
            <p:nvPr/>
          </p:nvSpPr>
          <p:spPr>
            <a:xfrm>
              <a:off x="5956003" y="4528234"/>
              <a:ext cx="531966" cy="122259"/>
            </a:xfrm>
            <a:custGeom>
              <a:avLst/>
              <a:gdLst/>
              <a:ahLst/>
              <a:cxnLst/>
              <a:rect l="l" t="t" r="r" b="b"/>
              <a:pathLst>
                <a:path w="11809" h="2714" extrusionOk="0">
                  <a:moveTo>
                    <a:pt x="6494" y="154"/>
                  </a:moveTo>
                  <a:cubicBezTo>
                    <a:pt x="6583" y="154"/>
                    <a:pt x="6674" y="183"/>
                    <a:pt x="6754" y="241"/>
                  </a:cubicBezTo>
                  <a:cubicBezTo>
                    <a:pt x="6947" y="354"/>
                    <a:pt x="7075" y="546"/>
                    <a:pt x="7123" y="771"/>
                  </a:cubicBezTo>
                  <a:cubicBezTo>
                    <a:pt x="7198" y="1203"/>
                    <a:pt x="7078" y="1636"/>
                    <a:pt x="6778" y="1940"/>
                  </a:cubicBezTo>
                  <a:lnTo>
                    <a:pt x="6778" y="1940"/>
                  </a:lnTo>
                  <a:cubicBezTo>
                    <a:pt x="6568" y="1811"/>
                    <a:pt x="6381" y="1646"/>
                    <a:pt x="6225" y="1445"/>
                  </a:cubicBezTo>
                  <a:cubicBezTo>
                    <a:pt x="6081" y="1284"/>
                    <a:pt x="6000" y="1076"/>
                    <a:pt x="5984" y="851"/>
                  </a:cubicBezTo>
                  <a:cubicBezTo>
                    <a:pt x="5968" y="643"/>
                    <a:pt x="6032" y="418"/>
                    <a:pt x="6193" y="274"/>
                  </a:cubicBezTo>
                  <a:cubicBezTo>
                    <a:pt x="6280" y="195"/>
                    <a:pt x="6386" y="154"/>
                    <a:pt x="6494" y="154"/>
                  </a:cubicBezTo>
                  <a:close/>
                  <a:moveTo>
                    <a:pt x="9312" y="127"/>
                  </a:moveTo>
                  <a:cubicBezTo>
                    <a:pt x="9326" y="127"/>
                    <a:pt x="9340" y="128"/>
                    <a:pt x="9353" y="129"/>
                  </a:cubicBezTo>
                  <a:cubicBezTo>
                    <a:pt x="9658" y="145"/>
                    <a:pt x="9931" y="482"/>
                    <a:pt x="9963" y="819"/>
                  </a:cubicBezTo>
                  <a:cubicBezTo>
                    <a:pt x="9979" y="1204"/>
                    <a:pt x="9851" y="1557"/>
                    <a:pt x="9578" y="1830"/>
                  </a:cubicBezTo>
                  <a:cubicBezTo>
                    <a:pt x="9517" y="1894"/>
                    <a:pt x="9451" y="1953"/>
                    <a:pt x="9381" y="2006"/>
                  </a:cubicBezTo>
                  <a:lnTo>
                    <a:pt x="9381" y="2006"/>
                  </a:lnTo>
                  <a:cubicBezTo>
                    <a:pt x="9201" y="1884"/>
                    <a:pt x="9053" y="1726"/>
                    <a:pt x="8936" y="1557"/>
                  </a:cubicBezTo>
                  <a:cubicBezTo>
                    <a:pt x="8776" y="1300"/>
                    <a:pt x="8712" y="1012"/>
                    <a:pt x="8744" y="723"/>
                  </a:cubicBezTo>
                  <a:cubicBezTo>
                    <a:pt x="8776" y="562"/>
                    <a:pt x="8840" y="418"/>
                    <a:pt x="8936" y="306"/>
                  </a:cubicBezTo>
                  <a:cubicBezTo>
                    <a:pt x="9039" y="203"/>
                    <a:pt x="9168" y="127"/>
                    <a:pt x="9312" y="127"/>
                  </a:cubicBezTo>
                  <a:close/>
                  <a:moveTo>
                    <a:pt x="3584" y="182"/>
                  </a:moveTo>
                  <a:cubicBezTo>
                    <a:pt x="3710" y="182"/>
                    <a:pt x="3837" y="221"/>
                    <a:pt x="3947" y="306"/>
                  </a:cubicBezTo>
                  <a:cubicBezTo>
                    <a:pt x="4203" y="530"/>
                    <a:pt x="4300" y="899"/>
                    <a:pt x="4187" y="1236"/>
                  </a:cubicBezTo>
                  <a:cubicBezTo>
                    <a:pt x="4091" y="1541"/>
                    <a:pt x="3899" y="1814"/>
                    <a:pt x="3642" y="2006"/>
                  </a:cubicBezTo>
                  <a:cubicBezTo>
                    <a:pt x="3620" y="2024"/>
                    <a:pt x="3599" y="2042"/>
                    <a:pt x="3577" y="2060"/>
                  </a:cubicBezTo>
                  <a:lnTo>
                    <a:pt x="3577" y="2060"/>
                  </a:lnTo>
                  <a:cubicBezTo>
                    <a:pt x="3434" y="1939"/>
                    <a:pt x="3310" y="1796"/>
                    <a:pt x="3209" y="1637"/>
                  </a:cubicBezTo>
                  <a:cubicBezTo>
                    <a:pt x="2984" y="1316"/>
                    <a:pt x="2936" y="899"/>
                    <a:pt x="3080" y="530"/>
                  </a:cubicBezTo>
                  <a:cubicBezTo>
                    <a:pt x="3145" y="354"/>
                    <a:pt x="3289" y="225"/>
                    <a:pt x="3465" y="193"/>
                  </a:cubicBezTo>
                  <a:cubicBezTo>
                    <a:pt x="3504" y="186"/>
                    <a:pt x="3544" y="182"/>
                    <a:pt x="3584" y="182"/>
                  </a:cubicBezTo>
                  <a:close/>
                  <a:moveTo>
                    <a:pt x="6450" y="1"/>
                  </a:moveTo>
                  <a:cubicBezTo>
                    <a:pt x="6321" y="17"/>
                    <a:pt x="6193" y="65"/>
                    <a:pt x="6097" y="161"/>
                  </a:cubicBezTo>
                  <a:cubicBezTo>
                    <a:pt x="5904" y="354"/>
                    <a:pt x="5808" y="610"/>
                    <a:pt x="5840" y="867"/>
                  </a:cubicBezTo>
                  <a:cubicBezTo>
                    <a:pt x="5856" y="1108"/>
                    <a:pt x="5952" y="1348"/>
                    <a:pt x="6113" y="1541"/>
                  </a:cubicBezTo>
                  <a:cubicBezTo>
                    <a:pt x="6269" y="1732"/>
                    <a:pt x="6458" y="1899"/>
                    <a:pt x="6670" y="2036"/>
                  </a:cubicBezTo>
                  <a:lnTo>
                    <a:pt x="6670" y="2036"/>
                  </a:lnTo>
                  <a:cubicBezTo>
                    <a:pt x="6323" y="2307"/>
                    <a:pt x="5905" y="2473"/>
                    <a:pt x="5471" y="2504"/>
                  </a:cubicBezTo>
                  <a:cubicBezTo>
                    <a:pt x="5342" y="2523"/>
                    <a:pt x="5211" y="2532"/>
                    <a:pt x="5080" y="2532"/>
                  </a:cubicBezTo>
                  <a:cubicBezTo>
                    <a:pt x="4772" y="2532"/>
                    <a:pt x="4464" y="2481"/>
                    <a:pt x="4171" y="2391"/>
                  </a:cubicBezTo>
                  <a:cubicBezTo>
                    <a:pt x="3985" y="2332"/>
                    <a:pt x="3813" y="2241"/>
                    <a:pt x="3659" y="2126"/>
                  </a:cubicBezTo>
                  <a:lnTo>
                    <a:pt x="3659" y="2126"/>
                  </a:lnTo>
                  <a:cubicBezTo>
                    <a:pt x="3675" y="2113"/>
                    <a:pt x="3691" y="2100"/>
                    <a:pt x="3706" y="2086"/>
                  </a:cubicBezTo>
                  <a:cubicBezTo>
                    <a:pt x="3979" y="1878"/>
                    <a:pt x="4187" y="1589"/>
                    <a:pt x="4300" y="1268"/>
                  </a:cubicBezTo>
                  <a:cubicBezTo>
                    <a:pt x="4428" y="883"/>
                    <a:pt x="4316" y="466"/>
                    <a:pt x="4027" y="209"/>
                  </a:cubicBezTo>
                  <a:cubicBezTo>
                    <a:pt x="3886" y="107"/>
                    <a:pt x="3724" y="55"/>
                    <a:pt x="3558" y="55"/>
                  </a:cubicBezTo>
                  <a:cubicBezTo>
                    <a:pt x="3517" y="55"/>
                    <a:pt x="3475" y="59"/>
                    <a:pt x="3433" y="65"/>
                  </a:cubicBezTo>
                  <a:cubicBezTo>
                    <a:pt x="3225" y="113"/>
                    <a:pt x="3032" y="257"/>
                    <a:pt x="2952" y="466"/>
                  </a:cubicBezTo>
                  <a:cubicBezTo>
                    <a:pt x="2808" y="883"/>
                    <a:pt x="2856" y="1348"/>
                    <a:pt x="3080" y="1717"/>
                  </a:cubicBezTo>
                  <a:cubicBezTo>
                    <a:pt x="3184" y="1883"/>
                    <a:pt x="3311" y="2028"/>
                    <a:pt x="3457" y="2151"/>
                  </a:cubicBezTo>
                  <a:lnTo>
                    <a:pt x="3457" y="2151"/>
                  </a:lnTo>
                  <a:cubicBezTo>
                    <a:pt x="3062" y="2434"/>
                    <a:pt x="2600" y="2604"/>
                    <a:pt x="2102" y="2632"/>
                  </a:cubicBezTo>
                  <a:cubicBezTo>
                    <a:pt x="2066" y="2633"/>
                    <a:pt x="2030" y="2634"/>
                    <a:pt x="1995" y="2634"/>
                  </a:cubicBezTo>
                  <a:cubicBezTo>
                    <a:pt x="1600" y="2634"/>
                    <a:pt x="1220" y="2552"/>
                    <a:pt x="866" y="2375"/>
                  </a:cubicBezTo>
                  <a:cubicBezTo>
                    <a:pt x="529" y="2215"/>
                    <a:pt x="241" y="1990"/>
                    <a:pt x="0" y="1717"/>
                  </a:cubicBezTo>
                  <a:lnTo>
                    <a:pt x="0" y="1717"/>
                  </a:lnTo>
                  <a:cubicBezTo>
                    <a:pt x="0" y="1733"/>
                    <a:pt x="16" y="1750"/>
                    <a:pt x="32" y="1766"/>
                  </a:cubicBezTo>
                  <a:cubicBezTo>
                    <a:pt x="80" y="1830"/>
                    <a:pt x="128" y="1878"/>
                    <a:pt x="177" y="1926"/>
                  </a:cubicBezTo>
                  <a:cubicBezTo>
                    <a:pt x="369" y="2135"/>
                    <a:pt x="594" y="2295"/>
                    <a:pt x="834" y="2423"/>
                  </a:cubicBezTo>
                  <a:cubicBezTo>
                    <a:pt x="1207" y="2617"/>
                    <a:pt x="1607" y="2714"/>
                    <a:pt x="2009" y="2714"/>
                  </a:cubicBezTo>
                  <a:cubicBezTo>
                    <a:pt x="2040" y="2714"/>
                    <a:pt x="2071" y="2713"/>
                    <a:pt x="2102" y="2712"/>
                  </a:cubicBezTo>
                  <a:cubicBezTo>
                    <a:pt x="2625" y="2698"/>
                    <a:pt x="3123" y="2522"/>
                    <a:pt x="3541" y="2217"/>
                  </a:cubicBezTo>
                  <a:lnTo>
                    <a:pt x="3541" y="2217"/>
                  </a:lnTo>
                  <a:cubicBezTo>
                    <a:pt x="3715" y="2347"/>
                    <a:pt x="3911" y="2449"/>
                    <a:pt x="4123" y="2520"/>
                  </a:cubicBezTo>
                  <a:cubicBezTo>
                    <a:pt x="4441" y="2622"/>
                    <a:pt x="4768" y="2676"/>
                    <a:pt x="5090" y="2676"/>
                  </a:cubicBezTo>
                  <a:cubicBezTo>
                    <a:pt x="5223" y="2676"/>
                    <a:pt x="5356" y="2667"/>
                    <a:pt x="5487" y="2648"/>
                  </a:cubicBezTo>
                  <a:cubicBezTo>
                    <a:pt x="5968" y="2616"/>
                    <a:pt x="6433" y="2423"/>
                    <a:pt x="6802" y="2119"/>
                  </a:cubicBezTo>
                  <a:cubicBezTo>
                    <a:pt x="6803" y="2118"/>
                    <a:pt x="6804" y="2117"/>
                    <a:pt x="6805" y="2117"/>
                  </a:cubicBezTo>
                  <a:lnTo>
                    <a:pt x="6805" y="2117"/>
                  </a:lnTo>
                  <a:cubicBezTo>
                    <a:pt x="6946" y="2195"/>
                    <a:pt x="7096" y="2261"/>
                    <a:pt x="7252" y="2311"/>
                  </a:cubicBezTo>
                  <a:cubicBezTo>
                    <a:pt x="7587" y="2427"/>
                    <a:pt x="7933" y="2481"/>
                    <a:pt x="8289" y="2481"/>
                  </a:cubicBezTo>
                  <a:cubicBezTo>
                    <a:pt x="8376" y="2481"/>
                    <a:pt x="8463" y="2478"/>
                    <a:pt x="8551" y="2471"/>
                  </a:cubicBezTo>
                  <a:cubicBezTo>
                    <a:pt x="8873" y="2436"/>
                    <a:pt x="9177" y="2320"/>
                    <a:pt x="9431" y="2131"/>
                  </a:cubicBezTo>
                  <a:lnTo>
                    <a:pt x="9431" y="2131"/>
                  </a:lnTo>
                  <a:cubicBezTo>
                    <a:pt x="9442" y="2138"/>
                    <a:pt x="9454" y="2144"/>
                    <a:pt x="9466" y="2151"/>
                  </a:cubicBezTo>
                  <a:cubicBezTo>
                    <a:pt x="9767" y="2295"/>
                    <a:pt x="10094" y="2367"/>
                    <a:pt x="10422" y="2367"/>
                  </a:cubicBezTo>
                  <a:cubicBezTo>
                    <a:pt x="10532" y="2367"/>
                    <a:pt x="10641" y="2359"/>
                    <a:pt x="10749" y="2343"/>
                  </a:cubicBezTo>
                  <a:cubicBezTo>
                    <a:pt x="11022" y="2295"/>
                    <a:pt x="11295" y="2215"/>
                    <a:pt x="11551" y="2102"/>
                  </a:cubicBezTo>
                  <a:cubicBezTo>
                    <a:pt x="11632" y="2070"/>
                    <a:pt x="11696" y="2038"/>
                    <a:pt x="11744" y="2022"/>
                  </a:cubicBezTo>
                  <a:cubicBezTo>
                    <a:pt x="11760" y="2006"/>
                    <a:pt x="11792" y="2006"/>
                    <a:pt x="11808" y="1990"/>
                  </a:cubicBezTo>
                  <a:cubicBezTo>
                    <a:pt x="11808" y="1988"/>
                    <a:pt x="11806" y="1987"/>
                    <a:pt x="11803" y="1987"/>
                  </a:cubicBezTo>
                  <a:cubicBezTo>
                    <a:pt x="11781" y="1987"/>
                    <a:pt x="11689" y="2031"/>
                    <a:pt x="11535" y="2086"/>
                  </a:cubicBezTo>
                  <a:cubicBezTo>
                    <a:pt x="11279" y="2183"/>
                    <a:pt x="11022" y="2247"/>
                    <a:pt x="10749" y="2279"/>
                  </a:cubicBezTo>
                  <a:cubicBezTo>
                    <a:pt x="10645" y="2295"/>
                    <a:pt x="10540" y="2303"/>
                    <a:pt x="10434" y="2303"/>
                  </a:cubicBezTo>
                  <a:cubicBezTo>
                    <a:pt x="10118" y="2303"/>
                    <a:pt x="9803" y="2231"/>
                    <a:pt x="9514" y="2086"/>
                  </a:cubicBezTo>
                  <a:cubicBezTo>
                    <a:pt x="9509" y="2084"/>
                    <a:pt x="9504" y="2081"/>
                    <a:pt x="9499" y="2078"/>
                  </a:cubicBezTo>
                  <a:lnTo>
                    <a:pt x="9499" y="2078"/>
                  </a:lnTo>
                  <a:cubicBezTo>
                    <a:pt x="9561" y="2027"/>
                    <a:pt x="9620" y="1971"/>
                    <a:pt x="9674" y="1910"/>
                  </a:cubicBezTo>
                  <a:cubicBezTo>
                    <a:pt x="9963" y="1621"/>
                    <a:pt x="10107" y="1220"/>
                    <a:pt x="10075" y="803"/>
                  </a:cubicBezTo>
                  <a:cubicBezTo>
                    <a:pt x="10059" y="610"/>
                    <a:pt x="9979" y="434"/>
                    <a:pt x="9851" y="274"/>
                  </a:cubicBezTo>
                  <a:cubicBezTo>
                    <a:pt x="9722" y="129"/>
                    <a:pt x="9546" y="33"/>
                    <a:pt x="9353" y="17"/>
                  </a:cubicBezTo>
                  <a:cubicBezTo>
                    <a:pt x="9337" y="15"/>
                    <a:pt x="9321" y="15"/>
                    <a:pt x="9305" y="15"/>
                  </a:cubicBezTo>
                  <a:cubicBezTo>
                    <a:pt x="9132" y="15"/>
                    <a:pt x="8974" y="94"/>
                    <a:pt x="8856" y="241"/>
                  </a:cubicBezTo>
                  <a:cubicBezTo>
                    <a:pt x="8744" y="370"/>
                    <a:pt x="8680" y="530"/>
                    <a:pt x="8647" y="707"/>
                  </a:cubicBezTo>
                  <a:cubicBezTo>
                    <a:pt x="8599" y="1012"/>
                    <a:pt x="8680" y="1332"/>
                    <a:pt x="8856" y="1605"/>
                  </a:cubicBezTo>
                  <a:cubicBezTo>
                    <a:pt x="8981" y="1780"/>
                    <a:pt x="9135" y="1936"/>
                    <a:pt x="9311" y="2057"/>
                  </a:cubicBezTo>
                  <a:lnTo>
                    <a:pt x="9311" y="2057"/>
                  </a:lnTo>
                  <a:cubicBezTo>
                    <a:pt x="9083" y="2211"/>
                    <a:pt x="8817" y="2305"/>
                    <a:pt x="8535" y="2327"/>
                  </a:cubicBezTo>
                  <a:cubicBezTo>
                    <a:pt x="8443" y="2338"/>
                    <a:pt x="8350" y="2343"/>
                    <a:pt x="8256" y="2343"/>
                  </a:cubicBezTo>
                  <a:cubicBezTo>
                    <a:pt x="7928" y="2343"/>
                    <a:pt x="7596" y="2279"/>
                    <a:pt x="7284" y="2167"/>
                  </a:cubicBezTo>
                  <a:cubicBezTo>
                    <a:pt x="7153" y="2126"/>
                    <a:pt x="7027" y="2075"/>
                    <a:pt x="6907" y="2013"/>
                  </a:cubicBezTo>
                  <a:lnTo>
                    <a:pt x="6907" y="2013"/>
                  </a:lnTo>
                  <a:cubicBezTo>
                    <a:pt x="7219" y="1667"/>
                    <a:pt x="7355" y="1203"/>
                    <a:pt x="7268" y="739"/>
                  </a:cubicBezTo>
                  <a:cubicBezTo>
                    <a:pt x="7220" y="482"/>
                    <a:pt x="7059" y="257"/>
                    <a:pt x="6835" y="113"/>
                  </a:cubicBezTo>
                  <a:cubicBezTo>
                    <a:pt x="6722" y="33"/>
                    <a:pt x="6594" y="1"/>
                    <a:pt x="6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50"/>
            <p:cNvSpPr/>
            <p:nvPr/>
          </p:nvSpPr>
          <p:spPr>
            <a:xfrm>
              <a:off x="5989034" y="4271694"/>
              <a:ext cx="479936" cy="244338"/>
            </a:xfrm>
            <a:custGeom>
              <a:avLst/>
              <a:gdLst/>
              <a:ahLst/>
              <a:cxnLst/>
              <a:rect l="l" t="t" r="r" b="b"/>
              <a:pathLst>
                <a:path w="10654" h="5424" extrusionOk="0">
                  <a:moveTo>
                    <a:pt x="1" y="0"/>
                  </a:moveTo>
                  <a:lnTo>
                    <a:pt x="1" y="5423"/>
                  </a:lnTo>
                  <a:lnTo>
                    <a:pt x="10654" y="5423"/>
                  </a:lnTo>
                  <a:lnTo>
                    <a:pt x="10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50"/>
            <p:cNvSpPr/>
            <p:nvPr/>
          </p:nvSpPr>
          <p:spPr>
            <a:xfrm>
              <a:off x="6065658" y="4280343"/>
              <a:ext cx="6532" cy="236409"/>
            </a:xfrm>
            <a:custGeom>
              <a:avLst/>
              <a:gdLst/>
              <a:ahLst/>
              <a:cxnLst/>
              <a:rect l="l" t="t" r="r" b="b"/>
              <a:pathLst>
                <a:path w="145" h="5248" extrusionOk="0">
                  <a:moveTo>
                    <a:pt x="65" y="1"/>
                  </a:moveTo>
                  <a:cubicBezTo>
                    <a:pt x="32" y="1"/>
                    <a:pt x="0" y="1172"/>
                    <a:pt x="0" y="2632"/>
                  </a:cubicBezTo>
                  <a:cubicBezTo>
                    <a:pt x="0" y="4076"/>
                    <a:pt x="32" y="5247"/>
                    <a:pt x="65" y="5247"/>
                  </a:cubicBezTo>
                  <a:cubicBezTo>
                    <a:pt x="113" y="5247"/>
                    <a:pt x="145" y="4076"/>
                    <a:pt x="145" y="2632"/>
                  </a:cubicBezTo>
                  <a:cubicBezTo>
                    <a:pt x="145" y="1172"/>
                    <a:pt x="113" y="1"/>
                    <a:pt x="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50"/>
            <p:cNvSpPr/>
            <p:nvPr/>
          </p:nvSpPr>
          <p:spPr>
            <a:xfrm>
              <a:off x="6101786" y="4277460"/>
              <a:ext cx="6532" cy="233481"/>
            </a:xfrm>
            <a:custGeom>
              <a:avLst/>
              <a:gdLst/>
              <a:ahLst/>
              <a:cxnLst/>
              <a:rect l="l" t="t" r="r" b="b"/>
              <a:pathLst>
                <a:path w="145" h="5183" extrusionOk="0">
                  <a:moveTo>
                    <a:pt x="81" y="1"/>
                  </a:moveTo>
                  <a:cubicBezTo>
                    <a:pt x="33" y="1"/>
                    <a:pt x="1" y="1156"/>
                    <a:pt x="1" y="2584"/>
                  </a:cubicBezTo>
                  <a:cubicBezTo>
                    <a:pt x="1" y="4012"/>
                    <a:pt x="33" y="5183"/>
                    <a:pt x="81" y="5183"/>
                  </a:cubicBezTo>
                  <a:cubicBezTo>
                    <a:pt x="113" y="5183"/>
                    <a:pt x="145" y="4012"/>
                    <a:pt x="145" y="2584"/>
                  </a:cubicBezTo>
                  <a:cubicBezTo>
                    <a:pt x="145" y="1156"/>
                    <a:pt x="113" y="1"/>
                    <a:pt x="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50"/>
            <p:cNvSpPr/>
            <p:nvPr/>
          </p:nvSpPr>
          <p:spPr>
            <a:xfrm>
              <a:off x="6411120" y="4269532"/>
              <a:ext cx="6532" cy="245734"/>
            </a:xfrm>
            <a:custGeom>
              <a:avLst/>
              <a:gdLst/>
              <a:ahLst/>
              <a:cxnLst/>
              <a:rect l="l" t="t" r="r" b="b"/>
              <a:pathLst>
                <a:path w="145" h="5455" extrusionOk="0">
                  <a:moveTo>
                    <a:pt x="80" y="0"/>
                  </a:moveTo>
                  <a:cubicBezTo>
                    <a:pt x="32" y="0"/>
                    <a:pt x="0" y="1220"/>
                    <a:pt x="0" y="2728"/>
                  </a:cubicBezTo>
                  <a:cubicBezTo>
                    <a:pt x="0" y="4236"/>
                    <a:pt x="32" y="5455"/>
                    <a:pt x="80" y="5455"/>
                  </a:cubicBezTo>
                  <a:cubicBezTo>
                    <a:pt x="112" y="5455"/>
                    <a:pt x="145" y="4236"/>
                    <a:pt x="145" y="2728"/>
                  </a:cubicBezTo>
                  <a:cubicBezTo>
                    <a:pt x="145" y="1220"/>
                    <a:pt x="112" y="0"/>
                    <a:pt x="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50"/>
            <p:cNvSpPr/>
            <p:nvPr/>
          </p:nvSpPr>
          <p:spPr>
            <a:xfrm>
              <a:off x="6368461" y="4273135"/>
              <a:ext cx="6532" cy="239247"/>
            </a:xfrm>
            <a:custGeom>
              <a:avLst/>
              <a:gdLst/>
              <a:ahLst/>
              <a:cxnLst/>
              <a:rect l="l" t="t" r="r" b="b"/>
              <a:pathLst>
                <a:path w="145" h="5311" extrusionOk="0">
                  <a:moveTo>
                    <a:pt x="65" y="0"/>
                  </a:moveTo>
                  <a:cubicBezTo>
                    <a:pt x="33" y="0"/>
                    <a:pt x="1" y="1188"/>
                    <a:pt x="1" y="2648"/>
                  </a:cubicBezTo>
                  <a:cubicBezTo>
                    <a:pt x="1" y="4124"/>
                    <a:pt x="33" y="5311"/>
                    <a:pt x="65" y="5311"/>
                  </a:cubicBezTo>
                  <a:cubicBezTo>
                    <a:pt x="113" y="5311"/>
                    <a:pt x="145" y="4124"/>
                    <a:pt x="145" y="2648"/>
                  </a:cubicBezTo>
                  <a:cubicBezTo>
                    <a:pt x="145" y="1188"/>
                    <a:pt x="113" y="0"/>
                    <a:pt x="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8" name="Google Shape;2348;p50"/>
          <p:cNvSpPr txBox="1">
            <a:spLocks noGrp="1"/>
          </p:cNvSpPr>
          <p:nvPr>
            <p:ph type="body" idx="4294967295"/>
          </p:nvPr>
        </p:nvSpPr>
        <p:spPr>
          <a:xfrm>
            <a:off x="720000" y="1001363"/>
            <a:ext cx="4487700" cy="33861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69999" marR="0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300" dirty="0"/>
              <a:t>No missing values.</a:t>
            </a:r>
          </a:p>
          <a:p>
            <a:pPr marL="269999" marR="0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300" dirty="0"/>
              <a:t>10k rows with “unknown” values for a few categorical features.</a:t>
            </a:r>
          </a:p>
          <a:p>
            <a:pPr marL="269999" marR="0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300" dirty="0"/>
              <a:t>12 duplicate records were removed.</a:t>
            </a:r>
          </a:p>
          <a:p>
            <a:pPr marL="269999" marR="0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300" dirty="0"/>
              <a:t>Removed “Duration” feature.</a:t>
            </a:r>
          </a:p>
          <a:p>
            <a:pPr marL="269999" marR="0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300" dirty="0"/>
              <a:t>Encoded target column using Label Encoder.</a:t>
            </a:r>
          </a:p>
          <a:p>
            <a:pPr marL="727199" lvl="1" indent="-257175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Char char="●"/>
            </a:pPr>
            <a:r>
              <a:rPr lang="en-US" sz="1300" dirty="0"/>
              <a:t>1 = “Yes”</a:t>
            </a:r>
          </a:p>
          <a:p>
            <a:pPr marL="727199" lvl="1" indent="-257175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Char char="●"/>
            </a:pPr>
            <a:r>
              <a:rPr lang="en-US" sz="1300" dirty="0"/>
              <a:t>0 = “No”</a:t>
            </a:r>
          </a:p>
          <a:p>
            <a:pPr marL="269999" indent="-257175">
              <a:lnSpc>
                <a:spcPct val="100000"/>
              </a:lnSpc>
              <a:buClr>
                <a:schemeClr val="dk1"/>
              </a:buClr>
              <a:buSzPts val="1200"/>
            </a:pPr>
            <a:r>
              <a:rPr lang="en-US" sz="1300" dirty="0"/>
              <a:t>Scaled the numerical features.</a:t>
            </a:r>
          </a:p>
          <a:p>
            <a:pPr marL="269999" indent="-257175">
              <a:lnSpc>
                <a:spcPct val="100000"/>
              </a:lnSpc>
              <a:buClr>
                <a:schemeClr val="dk1"/>
              </a:buClr>
              <a:buSzPts val="1200"/>
            </a:pPr>
            <a:r>
              <a:rPr lang="en-US" sz="1300" dirty="0"/>
              <a:t>Encoded the categorical features using One Hot Encoder.</a:t>
            </a:r>
          </a:p>
          <a:p>
            <a:pPr marL="269999" indent="-257175">
              <a:lnSpc>
                <a:spcPct val="100000"/>
              </a:lnSpc>
              <a:buClr>
                <a:schemeClr val="dk1"/>
              </a:buClr>
              <a:buSzPts val="1200"/>
            </a:pPr>
            <a:r>
              <a:rPr lang="en-US" sz="1300" dirty="0"/>
              <a:t>Dropped the Model Predictions and y from the features data-frame.</a:t>
            </a:r>
          </a:p>
          <a:p>
            <a:pPr marL="269999" lvl="0" indent="-257175">
              <a:lnSpc>
                <a:spcPct val="100000"/>
              </a:lnSpc>
              <a:buClr>
                <a:schemeClr val="dk1"/>
              </a:buClr>
              <a:buSzPts val="1200"/>
            </a:pPr>
            <a:r>
              <a:rPr lang="en-US" sz="1300" dirty="0"/>
              <a:t>Stored the transformed data-frame.</a:t>
            </a:r>
          </a:p>
          <a:p>
            <a:pPr marL="727199" lvl="1" indent="-257175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Char char="●"/>
            </a:pPr>
            <a:r>
              <a:rPr lang="en-US" sz="1300" dirty="0"/>
              <a:t>41176 records</a:t>
            </a:r>
          </a:p>
          <a:p>
            <a:pPr marL="727199" lvl="1" indent="-257175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Char char="●"/>
            </a:pPr>
            <a:r>
              <a:rPr lang="en-US" sz="1300" dirty="0"/>
              <a:t>62 features</a:t>
            </a:r>
          </a:p>
        </p:txBody>
      </p:sp>
      <p:grpSp>
        <p:nvGrpSpPr>
          <p:cNvPr id="2349" name="Google Shape;2349;p50"/>
          <p:cNvGrpSpPr/>
          <p:nvPr/>
        </p:nvGrpSpPr>
        <p:grpSpPr>
          <a:xfrm>
            <a:off x="6804390" y="1403763"/>
            <a:ext cx="2356224" cy="3267435"/>
            <a:chOff x="5213500" y="1896950"/>
            <a:chExt cx="1894375" cy="2597325"/>
          </a:xfrm>
        </p:grpSpPr>
        <p:sp>
          <p:nvSpPr>
            <p:cNvPr id="2350" name="Google Shape;2350;p50"/>
            <p:cNvSpPr/>
            <p:nvPr/>
          </p:nvSpPr>
          <p:spPr>
            <a:xfrm>
              <a:off x="7045175" y="1896950"/>
              <a:ext cx="62700" cy="2588600"/>
            </a:xfrm>
            <a:custGeom>
              <a:avLst/>
              <a:gdLst/>
              <a:ahLst/>
              <a:cxnLst/>
              <a:rect l="l" t="t" r="r" b="b"/>
              <a:pathLst>
                <a:path w="2508" h="103544" extrusionOk="0">
                  <a:moveTo>
                    <a:pt x="1" y="1"/>
                  </a:moveTo>
                  <a:lnTo>
                    <a:pt x="168" y="103543"/>
                  </a:lnTo>
                  <a:lnTo>
                    <a:pt x="2507" y="103543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50"/>
            <p:cNvSpPr/>
            <p:nvPr/>
          </p:nvSpPr>
          <p:spPr>
            <a:xfrm>
              <a:off x="6905675" y="1897375"/>
              <a:ext cx="62675" cy="2588175"/>
            </a:xfrm>
            <a:custGeom>
              <a:avLst/>
              <a:gdLst/>
              <a:ahLst/>
              <a:cxnLst/>
              <a:rect l="l" t="t" r="r" b="b"/>
              <a:pathLst>
                <a:path w="2507" h="103527" extrusionOk="0">
                  <a:moveTo>
                    <a:pt x="0" y="0"/>
                  </a:moveTo>
                  <a:lnTo>
                    <a:pt x="167" y="103526"/>
                  </a:lnTo>
                  <a:lnTo>
                    <a:pt x="2507" y="103526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50"/>
            <p:cNvSpPr/>
            <p:nvPr/>
          </p:nvSpPr>
          <p:spPr>
            <a:xfrm>
              <a:off x="5687200" y="1899475"/>
              <a:ext cx="62675" cy="2588150"/>
            </a:xfrm>
            <a:custGeom>
              <a:avLst/>
              <a:gdLst/>
              <a:ahLst/>
              <a:cxnLst/>
              <a:rect l="l" t="t" r="r" b="b"/>
              <a:pathLst>
                <a:path w="2507" h="103526" extrusionOk="0">
                  <a:moveTo>
                    <a:pt x="0" y="0"/>
                  </a:moveTo>
                  <a:lnTo>
                    <a:pt x="184" y="103526"/>
                  </a:lnTo>
                  <a:lnTo>
                    <a:pt x="2507" y="103526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50"/>
            <p:cNvSpPr/>
            <p:nvPr/>
          </p:nvSpPr>
          <p:spPr>
            <a:xfrm>
              <a:off x="5547675" y="1899475"/>
              <a:ext cx="62675" cy="2588575"/>
            </a:xfrm>
            <a:custGeom>
              <a:avLst/>
              <a:gdLst/>
              <a:ahLst/>
              <a:cxnLst/>
              <a:rect l="l" t="t" r="r" b="b"/>
              <a:pathLst>
                <a:path w="2507" h="103543" extrusionOk="0">
                  <a:moveTo>
                    <a:pt x="2340" y="0"/>
                  </a:moveTo>
                  <a:lnTo>
                    <a:pt x="1" y="17"/>
                  </a:lnTo>
                  <a:lnTo>
                    <a:pt x="184" y="103543"/>
                  </a:lnTo>
                  <a:lnTo>
                    <a:pt x="2507" y="103543"/>
                  </a:lnTo>
                  <a:lnTo>
                    <a:pt x="234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50"/>
            <p:cNvSpPr/>
            <p:nvPr/>
          </p:nvSpPr>
          <p:spPr>
            <a:xfrm>
              <a:off x="5547675" y="1896950"/>
              <a:ext cx="1555600" cy="61850"/>
            </a:xfrm>
            <a:custGeom>
              <a:avLst/>
              <a:gdLst/>
              <a:ahLst/>
              <a:cxnLst/>
              <a:rect l="l" t="t" r="r" b="b"/>
              <a:pathLst>
                <a:path w="62224" h="2474" extrusionOk="0">
                  <a:moveTo>
                    <a:pt x="62223" y="1"/>
                  </a:moveTo>
                  <a:lnTo>
                    <a:pt x="1" y="118"/>
                  </a:lnTo>
                  <a:lnTo>
                    <a:pt x="17" y="2474"/>
                  </a:lnTo>
                  <a:lnTo>
                    <a:pt x="62223" y="2373"/>
                  </a:lnTo>
                  <a:lnTo>
                    <a:pt x="622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50"/>
            <p:cNvSpPr/>
            <p:nvPr/>
          </p:nvSpPr>
          <p:spPr>
            <a:xfrm>
              <a:off x="5548525" y="2428300"/>
              <a:ext cx="1555575" cy="20475"/>
            </a:xfrm>
            <a:custGeom>
              <a:avLst/>
              <a:gdLst/>
              <a:ahLst/>
              <a:cxnLst/>
              <a:rect l="l" t="t" r="r" b="b"/>
              <a:pathLst>
                <a:path w="62223" h="819" extrusionOk="0">
                  <a:moveTo>
                    <a:pt x="62223" y="0"/>
                  </a:moveTo>
                  <a:lnTo>
                    <a:pt x="0" y="117"/>
                  </a:lnTo>
                  <a:lnTo>
                    <a:pt x="17" y="819"/>
                  </a:lnTo>
                  <a:lnTo>
                    <a:pt x="62223" y="718"/>
                  </a:lnTo>
                  <a:lnTo>
                    <a:pt x="622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50"/>
            <p:cNvSpPr/>
            <p:nvPr/>
          </p:nvSpPr>
          <p:spPr>
            <a:xfrm>
              <a:off x="5549350" y="2929550"/>
              <a:ext cx="1555600" cy="20075"/>
            </a:xfrm>
            <a:custGeom>
              <a:avLst/>
              <a:gdLst/>
              <a:ahLst/>
              <a:cxnLst/>
              <a:rect l="l" t="t" r="r" b="b"/>
              <a:pathLst>
                <a:path w="62224" h="803" extrusionOk="0">
                  <a:moveTo>
                    <a:pt x="62223" y="0"/>
                  </a:moveTo>
                  <a:lnTo>
                    <a:pt x="1" y="100"/>
                  </a:lnTo>
                  <a:lnTo>
                    <a:pt x="17" y="802"/>
                  </a:lnTo>
                  <a:lnTo>
                    <a:pt x="62223" y="702"/>
                  </a:lnTo>
                  <a:lnTo>
                    <a:pt x="622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50"/>
            <p:cNvSpPr/>
            <p:nvPr/>
          </p:nvSpPr>
          <p:spPr>
            <a:xfrm>
              <a:off x="5550600" y="3430375"/>
              <a:ext cx="1555175" cy="20075"/>
            </a:xfrm>
            <a:custGeom>
              <a:avLst/>
              <a:gdLst/>
              <a:ahLst/>
              <a:cxnLst/>
              <a:rect l="l" t="t" r="r" b="b"/>
              <a:pathLst>
                <a:path w="62207" h="803" extrusionOk="0">
                  <a:moveTo>
                    <a:pt x="62207" y="1"/>
                  </a:moveTo>
                  <a:lnTo>
                    <a:pt x="1" y="101"/>
                  </a:lnTo>
                  <a:lnTo>
                    <a:pt x="1" y="803"/>
                  </a:lnTo>
                  <a:lnTo>
                    <a:pt x="62207" y="702"/>
                  </a:lnTo>
                  <a:lnTo>
                    <a:pt x="6220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50"/>
            <p:cNvSpPr/>
            <p:nvPr/>
          </p:nvSpPr>
          <p:spPr>
            <a:xfrm>
              <a:off x="5551450" y="3931225"/>
              <a:ext cx="1555175" cy="20075"/>
            </a:xfrm>
            <a:custGeom>
              <a:avLst/>
              <a:gdLst/>
              <a:ahLst/>
              <a:cxnLst/>
              <a:rect l="l" t="t" r="r" b="b"/>
              <a:pathLst>
                <a:path w="62207" h="803" extrusionOk="0">
                  <a:moveTo>
                    <a:pt x="62206" y="0"/>
                  </a:moveTo>
                  <a:lnTo>
                    <a:pt x="0" y="101"/>
                  </a:lnTo>
                  <a:lnTo>
                    <a:pt x="0" y="802"/>
                  </a:lnTo>
                  <a:lnTo>
                    <a:pt x="62206" y="702"/>
                  </a:lnTo>
                  <a:lnTo>
                    <a:pt x="6220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50"/>
            <p:cNvSpPr/>
            <p:nvPr/>
          </p:nvSpPr>
          <p:spPr>
            <a:xfrm>
              <a:off x="6199325" y="3640075"/>
              <a:ext cx="276125" cy="292850"/>
            </a:xfrm>
            <a:custGeom>
              <a:avLst/>
              <a:gdLst/>
              <a:ahLst/>
              <a:cxnLst/>
              <a:rect l="l" t="t" r="r" b="b"/>
              <a:pathLst>
                <a:path w="11045" h="11714" extrusionOk="0">
                  <a:moveTo>
                    <a:pt x="11011" y="0"/>
                  </a:moveTo>
                  <a:lnTo>
                    <a:pt x="0" y="17"/>
                  </a:lnTo>
                  <a:lnTo>
                    <a:pt x="17" y="11713"/>
                  </a:lnTo>
                  <a:lnTo>
                    <a:pt x="11044" y="11680"/>
                  </a:lnTo>
                  <a:lnTo>
                    <a:pt x="110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50"/>
            <p:cNvSpPr/>
            <p:nvPr/>
          </p:nvSpPr>
          <p:spPr>
            <a:xfrm>
              <a:off x="5924875" y="3640500"/>
              <a:ext cx="276125" cy="292825"/>
            </a:xfrm>
            <a:custGeom>
              <a:avLst/>
              <a:gdLst/>
              <a:ahLst/>
              <a:cxnLst/>
              <a:rect l="l" t="t" r="r" b="b"/>
              <a:pathLst>
                <a:path w="11045" h="11713" extrusionOk="0">
                  <a:moveTo>
                    <a:pt x="11028" y="0"/>
                  </a:moveTo>
                  <a:lnTo>
                    <a:pt x="1" y="17"/>
                  </a:lnTo>
                  <a:lnTo>
                    <a:pt x="17" y="11713"/>
                  </a:lnTo>
                  <a:lnTo>
                    <a:pt x="11045" y="11679"/>
                  </a:lnTo>
                  <a:lnTo>
                    <a:pt x="1102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50"/>
            <p:cNvSpPr/>
            <p:nvPr/>
          </p:nvSpPr>
          <p:spPr>
            <a:xfrm>
              <a:off x="5922375" y="3714875"/>
              <a:ext cx="555150" cy="7525"/>
            </a:xfrm>
            <a:custGeom>
              <a:avLst/>
              <a:gdLst/>
              <a:ahLst/>
              <a:cxnLst/>
              <a:rect l="l" t="t" r="r" b="b"/>
              <a:pathLst>
                <a:path w="22206" h="301" extrusionOk="0">
                  <a:moveTo>
                    <a:pt x="13223" y="1"/>
                  </a:moveTo>
                  <a:cubicBezTo>
                    <a:pt x="8851" y="1"/>
                    <a:pt x="4481" y="33"/>
                    <a:pt x="117" y="83"/>
                  </a:cubicBezTo>
                  <a:cubicBezTo>
                    <a:pt x="0" y="83"/>
                    <a:pt x="0" y="250"/>
                    <a:pt x="117" y="250"/>
                  </a:cubicBezTo>
                  <a:cubicBezTo>
                    <a:pt x="3465" y="280"/>
                    <a:pt x="6819" y="301"/>
                    <a:pt x="10175" y="301"/>
                  </a:cubicBezTo>
                  <a:cubicBezTo>
                    <a:pt x="14154" y="301"/>
                    <a:pt x="18135" y="272"/>
                    <a:pt x="22106" y="200"/>
                  </a:cubicBezTo>
                  <a:cubicBezTo>
                    <a:pt x="22206" y="200"/>
                    <a:pt x="22206" y="49"/>
                    <a:pt x="22106" y="49"/>
                  </a:cubicBezTo>
                  <a:cubicBezTo>
                    <a:pt x="19144" y="16"/>
                    <a:pt x="16183" y="1"/>
                    <a:pt x="132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50"/>
            <p:cNvSpPr/>
            <p:nvPr/>
          </p:nvSpPr>
          <p:spPr>
            <a:xfrm>
              <a:off x="6271150" y="2538975"/>
              <a:ext cx="202200" cy="214725"/>
            </a:xfrm>
            <a:custGeom>
              <a:avLst/>
              <a:gdLst/>
              <a:ahLst/>
              <a:cxnLst/>
              <a:rect l="l" t="t" r="r" b="b"/>
              <a:pathLst>
                <a:path w="8088" h="8589" extrusionOk="0">
                  <a:moveTo>
                    <a:pt x="8071" y="1"/>
                  </a:moveTo>
                  <a:lnTo>
                    <a:pt x="1" y="17"/>
                  </a:lnTo>
                  <a:lnTo>
                    <a:pt x="18" y="8589"/>
                  </a:lnTo>
                  <a:lnTo>
                    <a:pt x="8088" y="8572"/>
                  </a:lnTo>
                  <a:lnTo>
                    <a:pt x="80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50"/>
            <p:cNvSpPr/>
            <p:nvPr/>
          </p:nvSpPr>
          <p:spPr>
            <a:xfrm>
              <a:off x="6070250" y="2539400"/>
              <a:ext cx="202200" cy="214725"/>
            </a:xfrm>
            <a:custGeom>
              <a:avLst/>
              <a:gdLst/>
              <a:ahLst/>
              <a:cxnLst/>
              <a:rect l="l" t="t" r="r" b="b"/>
              <a:pathLst>
                <a:path w="8088" h="8589" extrusionOk="0">
                  <a:moveTo>
                    <a:pt x="8070" y="0"/>
                  </a:moveTo>
                  <a:lnTo>
                    <a:pt x="0" y="17"/>
                  </a:lnTo>
                  <a:lnTo>
                    <a:pt x="17" y="8589"/>
                  </a:lnTo>
                  <a:lnTo>
                    <a:pt x="8087" y="8572"/>
                  </a:lnTo>
                  <a:lnTo>
                    <a:pt x="807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50"/>
            <p:cNvSpPr/>
            <p:nvPr/>
          </p:nvSpPr>
          <p:spPr>
            <a:xfrm>
              <a:off x="6067725" y="2593475"/>
              <a:ext cx="407300" cy="6525"/>
            </a:xfrm>
            <a:custGeom>
              <a:avLst/>
              <a:gdLst/>
              <a:ahLst/>
              <a:cxnLst/>
              <a:rect l="l" t="t" r="r" b="b"/>
              <a:pathLst>
                <a:path w="16292" h="261" extrusionOk="0">
                  <a:moveTo>
                    <a:pt x="9147" y="0"/>
                  </a:moveTo>
                  <a:cubicBezTo>
                    <a:pt x="6130" y="0"/>
                    <a:pt x="3113" y="22"/>
                    <a:pt x="101" y="60"/>
                  </a:cubicBezTo>
                  <a:cubicBezTo>
                    <a:pt x="1" y="60"/>
                    <a:pt x="1" y="227"/>
                    <a:pt x="101" y="227"/>
                  </a:cubicBezTo>
                  <a:cubicBezTo>
                    <a:pt x="2442" y="249"/>
                    <a:pt x="4786" y="261"/>
                    <a:pt x="7131" y="261"/>
                  </a:cubicBezTo>
                  <a:cubicBezTo>
                    <a:pt x="10158" y="261"/>
                    <a:pt x="13186" y="240"/>
                    <a:pt x="16208" y="193"/>
                  </a:cubicBezTo>
                  <a:cubicBezTo>
                    <a:pt x="16292" y="177"/>
                    <a:pt x="16292" y="60"/>
                    <a:pt x="16208" y="43"/>
                  </a:cubicBezTo>
                  <a:cubicBezTo>
                    <a:pt x="13857" y="14"/>
                    <a:pt x="11502" y="0"/>
                    <a:pt x="91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50"/>
            <p:cNvSpPr/>
            <p:nvPr/>
          </p:nvSpPr>
          <p:spPr>
            <a:xfrm>
              <a:off x="6233575" y="2749925"/>
              <a:ext cx="366775" cy="175050"/>
            </a:xfrm>
            <a:custGeom>
              <a:avLst/>
              <a:gdLst/>
              <a:ahLst/>
              <a:cxnLst/>
              <a:rect l="l" t="t" r="r" b="b"/>
              <a:pathLst>
                <a:path w="14671" h="7002" extrusionOk="0">
                  <a:moveTo>
                    <a:pt x="14670" y="1"/>
                  </a:moveTo>
                  <a:lnTo>
                    <a:pt x="0" y="17"/>
                  </a:lnTo>
                  <a:lnTo>
                    <a:pt x="17" y="7001"/>
                  </a:lnTo>
                  <a:lnTo>
                    <a:pt x="14670" y="6968"/>
                  </a:lnTo>
                  <a:lnTo>
                    <a:pt x="146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50"/>
            <p:cNvSpPr/>
            <p:nvPr/>
          </p:nvSpPr>
          <p:spPr>
            <a:xfrm>
              <a:off x="5869325" y="2748675"/>
              <a:ext cx="366775" cy="175050"/>
            </a:xfrm>
            <a:custGeom>
              <a:avLst/>
              <a:gdLst/>
              <a:ahLst/>
              <a:cxnLst/>
              <a:rect l="l" t="t" r="r" b="b"/>
              <a:pathLst>
                <a:path w="14671" h="7002" extrusionOk="0">
                  <a:moveTo>
                    <a:pt x="14654" y="0"/>
                  </a:moveTo>
                  <a:lnTo>
                    <a:pt x="0" y="34"/>
                  </a:lnTo>
                  <a:lnTo>
                    <a:pt x="0" y="7001"/>
                  </a:lnTo>
                  <a:lnTo>
                    <a:pt x="14670" y="6985"/>
                  </a:lnTo>
                  <a:lnTo>
                    <a:pt x="1465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50"/>
            <p:cNvSpPr/>
            <p:nvPr/>
          </p:nvSpPr>
          <p:spPr>
            <a:xfrm>
              <a:off x="5865975" y="2792450"/>
              <a:ext cx="736450" cy="9100"/>
            </a:xfrm>
            <a:custGeom>
              <a:avLst/>
              <a:gdLst/>
              <a:ahLst/>
              <a:cxnLst/>
              <a:rect l="l" t="t" r="r" b="b"/>
              <a:pathLst>
                <a:path w="29458" h="364" extrusionOk="0">
                  <a:moveTo>
                    <a:pt x="17345" y="0"/>
                  </a:moveTo>
                  <a:cubicBezTo>
                    <a:pt x="11598" y="0"/>
                    <a:pt x="5846" y="52"/>
                    <a:pt x="101" y="121"/>
                  </a:cubicBezTo>
                  <a:cubicBezTo>
                    <a:pt x="1" y="121"/>
                    <a:pt x="1" y="288"/>
                    <a:pt x="101" y="288"/>
                  </a:cubicBezTo>
                  <a:cubicBezTo>
                    <a:pt x="4671" y="335"/>
                    <a:pt x="9245" y="363"/>
                    <a:pt x="13818" y="363"/>
                  </a:cubicBezTo>
                  <a:cubicBezTo>
                    <a:pt x="19008" y="363"/>
                    <a:pt x="24196" y="327"/>
                    <a:pt x="29374" y="238"/>
                  </a:cubicBezTo>
                  <a:cubicBezTo>
                    <a:pt x="29458" y="221"/>
                    <a:pt x="29458" y="87"/>
                    <a:pt x="29374" y="87"/>
                  </a:cubicBezTo>
                  <a:cubicBezTo>
                    <a:pt x="25369" y="26"/>
                    <a:pt x="21358" y="0"/>
                    <a:pt x="173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50"/>
            <p:cNvSpPr/>
            <p:nvPr/>
          </p:nvSpPr>
          <p:spPr>
            <a:xfrm>
              <a:off x="6493375" y="2071150"/>
              <a:ext cx="92775" cy="359250"/>
            </a:xfrm>
            <a:custGeom>
              <a:avLst/>
              <a:gdLst/>
              <a:ahLst/>
              <a:cxnLst/>
              <a:rect l="l" t="t" r="r" b="b"/>
              <a:pathLst>
                <a:path w="3711" h="14370" extrusionOk="0">
                  <a:moveTo>
                    <a:pt x="1" y="0"/>
                  </a:moveTo>
                  <a:lnTo>
                    <a:pt x="18" y="14370"/>
                  </a:lnTo>
                  <a:lnTo>
                    <a:pt x="3710" y="14370"/>
                  </a:lnTo>
                  <a:lnTo>
                    <a:pt x="36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50"/>
            <p:cNvSpPr/>
            <p:nvPr/>
          </p:nvSpPr>
          <p:spPr>
            <a:xfrm>
              <a:off x="6587375" y="2168050"/>
              <a:ext cx="92750" cy="261100"/>
            </a:xfrm>
            <a:custGeom>
              <a:avLst/>
              <a:gdLst/>
              <a:ahLst/>
              <a:cxnLst/>
              <a:rect l="l" t="t" r="r" b="b"/>
              <a:pathLst>
                <a:path w="3710" h="10444" extrusionOk="0">
                  <a:moveTo>
                    <a:pt x="0" y="1"/>
                  </a:moveTo>
                  <a:lnTo>
                    <a:pt x="17" y="10443"/>
                  </a:lnTo>
                  <a:lnTo>
                    <a:pt x="3710" y="10443"/>
                  </a:lnTo>
                  <a:lnTo>
                    <a:pt x="36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50"/>
            <p:cNvSpPr/>
            <p:nvPr/>
          </p:nvSpPr>
          <p:spPr>
            <a:xfrm>
              <a:off x="6349275" y="2138400"/>
              <a:ext cx="143725" cy="291575"/>
            </a:xfrm>
            <a:custGeom>
              <a:avLst/>
              <a:gdLst/>
              <a:ahLst/>
              <a:cxnLst/>
              <a:rect l="l" t="t" r="r" b="b"/>
              <a:pathLst>
                <a:path w="5749" h="11663" extrusionOk="0">
                  <a:moveTo>
                    <a:pt x="5715" y="0"/>
                  </a:moveTo>
                  <a:lnTo>
                    <a:pt x="0" y="17"/>
                  </a:lnTo>
                  <a:lnTo>
                    <a:pt x="17" y="11663"/>
                  </a:lnTo>
                  <a:lnTo>
                    <a:pt x="5748" y="11646"/>
                  </a:lnTo>
                  <a:lnTo>
                    <a:pt x="57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50"/>
            <p:cNvSpPr/>
            <p:nvPr/>
          </p:nvSpPr>
          <p:spPr>
            <a:xfrm>
              <a:off x="6305825" y="2138800"/>
              <a:ext cx="45975" cy="291175"/>
            </a:xfrm>
            <a:custGeom>
              <a:avLst/>
              <a:gdLst/>
              <a:ahLst/>
              <a:cxnLst/>
              <a:rect l="l" t="t" r="r" b="b"/>
              <a:pathLst>
                <a:path w="1839" h="11647" extrusionOk="0">
                  <a:moveTo>
                    <a:pt x="1" y="1"/>
                  </a:moveTo>
                  <a:lnTo>
                    <a:pt x="17" y="11647"/>
                  </a:lnTo>
                  <a:lnTo>
                    <a:pt x="1839" y="11647"/>
                  </a:lnTo>
                  <a:lnTo>
                    <a:pt x="182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50"/>
            <p:cNvSpPr/>
            <p:nvPr/>
          </p:nvSpPr>
          <p:spPr>
            <a:xfrm>
              <a:off x="6260725" y="2206075"/>
              <a:ext cx="45550" cy="223900"/>
            </a:xfrm>
            <a:custGeom>
              <a:avLst/>
              <a:gdLst/>
              <a:ahLst/>
              <a:cxnLst/>
              <a:rect l="l" t="t" r="r" b="b"/>
              <a:pathLst>
                <a:path w="1822" h="8956" extrusionOk="0">
                  <a:moveTo>
                    <a:pt x="1805" y="0"/>
                  </a:moveTo>
                  <a:lnTo>
                    <a:pt x="0" y="17"/>
                  </a:lnTo>
                  <a:lnTo>
                    <a:pt x="0" y="8956"/>
                  </a:lnTo>
                  <a:lnTo>
                    <a:pt x="1821" y="8956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50"/>
            <p:cNvSpPr/>
            <p:nvPr/>
          </p:nvSpPr>
          <p:spPr>
            <a:xfrm>
              <a:off x="6520125" y="3087025"/>
              <a:ext cx="215150" cy="346300"/>
            </a:xfrm>
            <a:custGeom>
              <a:avLst/>
              <a:gdLst/>
              <a:ahLst/>
              <a:cxnLst/>
              <a:rect l="l" t="t" r="r" b="b"/>
              <a:pathLst>
                <a:path w="8606" h="13852" extrusionOk="0">
                  <a:moveTo>
                    <a:pt x="3409" y="0"/>
                  </a:moveTo>
                  <a:lnTo>
                    <a:pt x="0" y="1437"/>
                  </a:lnTo>
                  <a:lnTo>
                    <a:pt x="5197" y="13852"/>
                  </a:lnTo>
                  <a:lnTo>
                    <a:pt x="8605" y="12431"/>
                  </a:lnTo>
                  <a:lnTo>
                    <a:pt x="34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50"/>
            <p:cNvSpPr/>
            <p:nvPr/>
          </p:nvSpPr>
          <p:spPr>
            <a:xfrm>
              <a:off x="6439925" y="3074075"/>
              <a:ext cx="92750" cy="359250"/>
            </a:xfrm>
            <a:custGeom>
              <a:avLst/>
              <a:gdLst/>
              <a:ahLst/>
              <a:cxnLst/>
              <a:rect l="l" t="t" r="r" b="b"/>
              <a:pathLst>
                <a:path w="3710" h="14370" extrusionOk="0">
                  <a:moveTo>
                    <a:pt x="3693" y="0"/>
                  </a:moveTo>
                  <a:lnTo>
                    <a:pt x="0" y="17"/>
                  </a:lnTo>
                  <a:lnTo>
                    <a:pt x="34" y="14370"/>
                  </a:lnTo>
                  <a:lnTo>
                    <a:pt x="3709" y="14370"/>
                  </a:lnTo>
                  <a:lnTo>
                    <a:pt x="369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50"/>
            <p:cNvSpPr/>
            <p:nvPr/>
          </p:nvSpPr>
          <p:spPr>
            <a:xfrm>
              <a:off x="6249850" y="3141750"/>
              <a:ext cx="143725" cy="291150"/>
            </a:xfrm>
            <a:custGeom>
              <a:avLst/>
              <a:gdLst/>
              <a:ahLst/>
              <a:cxnLst/>
              <a:rect l="l" t="t" r="r" b="b"/>
              <a:pathLst>
                <a:path w="5749" h="11646" extrusionOk="0">
                  <a:moveTo>
                    <a:pt x="5732" y="0"/>
                  </a:moveTo>
                  <a:lnTo>
                    <a:pt x="1" y="17"/>
                  </a:lnTo>
                  <a:lnTo>
                    <a:pt x="17" y="11646"/>
                  </a:lnTo>
                  <a:lnTo>
                    <a:pt x="5749" y="11646"/>
                  </a:lnTo>
                  <a:lnTo>
                    <a:pt x="57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50"/>
            <p:cNvSpPr/>
            <p:nvPr/>
          </p:nvSpPr>
          <p:spPr>
            <a:xfrm>
              <a:off x="6392725" y="3033975"/>
              <a:ext cx="32175" cy="398925"/>
            </a:xfrm>
            <a:custGeom>
              <a:avLst/>
              <a:gdLst/>
              <a:ahLst/>
              <a:cxnLst/>
              <a:rect l="l" t="t" r="r" b="b"/>
              <a:pathLst>
                <a:path w="1287" h="15957" extrusionOk="0">
                  <a:moveTo>
                    <a:pt x="0" y="0"/>
                  </a:moveTo>
                  <a:lnTo>
                    <a:pt x="34" y="15957"/>
                  </a:lnTo>
                  <a:lnTo>
                    <a:pt x="1287" y="15957"/>
                  </a:lnTo>
                  <a:lnTo>
                    <a:pt x="125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50"/>
            <p:cNvSpPr/>
            <p:nvPr/>
          </p:nvSpPr>
          <p:spPr>
            <a:xfrm>
              <a:off x="6424450" y="3096200"/>
              <a:ext cx="15900" cy="336700"/>
            </a:xfrm>
            <a:custGeom>
              <a:avLst/>
              <a:gdLst/>
              <a:ahLst/>
              <a:cxnLst/>
              <a:rect l="l" t="t" r="r" b="b"/>
              <a:pathLst>
                <a:path w="636" h="13468" extrusionOk="0">
                  <a:moveTo>
                    <a:pt x="1" y="1"/>
                  </a:moveTo>
                  <a:lnTo>
                    <a:pt x="18" y="13468"/>
                  </a:lnTo>
                  <a:lnTo>
                    <a:pt x="636" y="13468"/>
                  </a:lnTo>
                  <a:lnTo>
                    <a:pt x="619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50"/>
            <p:cNvSpPr/>
            <p:nvPr/>
          </p:nvSpPr>
          <p:spPr>
            <a:xfrm>
              <a:off x="5912350" y="3418275"/>
              <a:ext cx="336700" cy="16300"/>
            </a:xfrm>
            <a:custGeom>
              <a:avLst/>
              <a:gdLst/>
              <a:ahLst/>
              <a:cxnLst/>
              <a:rect l="l" t="t" r="r" b="b"/>
              <a:pathLst>
                <a:path w="13468" h="652" extrusionOk="0">
                  <a:moveTo>
                    <a:pt x="13467" y="0"/>
                  </a:moveTo>
                  <a:lnTo>
                    <a:pt x="0" y="17"/>
                  </a:lnTo>
                  <a:lnTo>
                    <a:pt x="0" y="652"/>
                  </a:lnTo>
                  <a:lnTo>
                    <a:pt x="13467" y="618"/>
                  </a:lnTo>
                  <a:lnTo>
                    <a:pt x="1346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50"/>
            <p:cNvSpPr/>
            <p:nvPr/>
          </p:nvSpPr>
          <p:spPr>
            <a:xfrm>
              <a:off x="5883100" y="3325125"/>
              <a:ext cx="367200" cy="93575"/>
            </a:xfrm>
            <a:custGeom>
              <a:avLst/>
              <a:gdLst/>
              <a:ahLst/>
              <a:cxnLst/>
              <a:rect l="l" t="t" r="r" b="b"/>
              <a:pathLst>
                <a:path w="14688" h="3743" extrusionOk="0">
                  <a:moveTo>
                    <a:pt x="14687" y="0"/>
                  </a:moveTo>
                  <a:lnTo>
                    <a:pt x="1" y="17"/>
                  </a:lnTo>
                  <a:lnTo>
                    <a:pt x="17" y="3743"/>
                  </a:lnTo>
                  <a:lnTo>
                    <a:pt x="14687" y="3726"/>
                  </a:lnTo>
                  <a:lnTo>
                    <a:pt x="146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50"/>
            <p:cNvSpPr/>
            <p:nvPr/>
          </p:nvSpPr>
          <p:spPr>
            <a:xfrm>
              <a:off x="5955375" y="3231125"/>
              <a:ext cx="294925" cy="94025"/>
            </a:xfrm>
            <a:custGeom>
              <a:avLst/>
              <a:gdLst/>
              <a:ahLst/>
              <a:cxnLst/>
              <a:rect l="l" t="t" r="r" b="b"/>
              <a:pathLst>
                <a:path w="11797" h="3761" extrusionOk="0">
                  <a:moveTo>
                    <a:pt x="11780" y="1"/>
                  </a:moveTo>
                  <a:lnTo>
                    <a:pt x="0" y="34"/>
                  </a:lnTo>
                  <a:lnTo>
                    <a:pt x="0" y="3760"/>
                  </a:lnTo>
                  <a:lnTo>
                    <a:pt x="11796" y="3727"/>
                  </a:lnTo>
                  <a:lnTo>
                    <a:pt x="1178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50"/>
            <p:cNvSpPr/>
            <p:nvPr/>
          </p:nvSpPr>
          <p:spPr>
            <a:xfrm>
              <a:off x="5836725" y="4382350"/>
              <a:ext cx="244825" cy="107575"/>
            </a:xfrm>
            <a:custGeom>
              <a:avLst/>
              <a:gdLst/>
              <a:ahLst/>
              <a:cxnLst/>
              <a:rect l="l" t="t" r="r" b="b"/>
              <a:pathLst>
                <a:path w="9793" h="4303" extrusionOk="0">
                  <a:moveTo>
                    <a:pt x="4496" y="0"/>
                  </a:moveTo>
                  <a:lnTo>
                    <a:pt x="4479" y="2824"/>
                  </a:lnTo>
                  <a:cubicBezTo>
                    <a:pt x="4479" y="2824"/>
                    <a:pt x="1" y="3827"/>
                    <a:pt x="1087" y="4161"/>
                  </a:cubicBezTo>
                  <a:cubicBezTo>
                    <a:pt x="1446" y="4266"/>
                    <a:pt x="2486" y="4302"/>
                    <a:pt x="3729" y="4302"/>
                  </a:cubicBezTo>
                  <a:cubicBezTo>
                    <a:pt x="5843" y="4302"/>
                    <a:pt x="8542" y="4197"/>
                    <a:pt x="9458" y="4144"/>
                  </a:cubicBezTo>
                  <a:lnTo>
                    <a:pt x="9792" y="4111"/>
                  </a:lnTo>
                  <a:lnTo>
                    <a:pt x="97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50"/>
            <p:cNvSpPr/>
            <p:nvPr/>
          </p:nvSpPr>
          <p:spPr>
            <a:xfrm>
              <a:off x="6033900" y="4448225"/>
              <a:ext cx="47225" cy="37750"/>
            </a:xfrm>
            <a:custGeom>
              <a:avLst/>
              <a:gdLst/>
              <a:ahLst/>
              <a:cxnLst/>
              <a:rect l="l" t="t" r="r" b="b"/>
              <a:pathLst>
                <a:path w="1889" h="1510" extrusionOk="0">
                  <a:moveTo>
                    <a:pt x="1757" y="0"/>
                  </a:moveTo>
                  <a:cubicBezTo>
                    <a:pt x="1365" y="0"/>
                    <a:pt x="969" y="134"/>
                    <a:pt x="669" y="390"/>
                  </a:cubicBezTo>
                  <a:cubicBezTo>
                    <a:pt x="301" y="657"/>
                    <a:pt x="67" y="1058"/>
                    <a:pt x="0" y="1509"/>
                  </a:cubicBezTo>
                  <a:lnTo>
                    <a:pt x="1889" y="1476"/>
                  </a:lnTo>
                  <a:lnTo>
                    <a:pt x="1889" y="5"/>
                  </a:lnTo>
                  <a:cubicBezTo>
                    <a:pt x="1845" y="2"/>
                    <a:pt x="1801" y="0"/>
                    <a:pt x="1757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50"/>
            <p:cNvSpPr/>
            <p:nvPr/>
          </p:nvSpPr>
          <p:spPr>
            <a:xfrm>
              <a:off x="5855125" y="4467150"/>
              <a:ext cx="226425" cy="22475"/>
            </a:xfrm>
            <a:custGeom>
              <a:avLst/>
              <a:gdLst/>
              <a:ahLst/>
              <a:cxnLst/>
              <a:rect l="l" t="t" r="r" b="b"/>
              <a:pathLst>
                <a:path w="9057" h="899" extrusionOk="0">
                  <a:moveTo>
                    <a:pt x="1571" y="0"/>
                  </a:moveTo>
                  <a:cubicBezTo>
                    <a:pt x="1571" y="0"/>
                    <a:pt x="0" y="451"/>
                    <a:pt x="201" y="702"/>
                  </a:cubicBezTo>
                  <a:cubicBezTo>
                    <a:pt x="293" y="836"/>
                    <a:pt x="1842" y="898"/>
                    <a:pt x="3701" y="898"/>
                  </a:cubicBezTo>
                  <a:cubicBezTo>
                    <a:pt x="5560" y="898"/>
                    <a:pt x="7728" y="836"/>
                    <a:pt x="9056" y="719"/>
                  </a:cubicBezTo>
                  <a:lnTo>
                    <a:pt x="9040" y="602"/>
                  </a:lnTo>
                  <a:lnTo>
                    <a:pt x="2039" y="669"/>
                  </a:lnTo>
                  <a:cubicBezTo>
                    <a:pt x="2039" y="669"/>
                    <a:pt x="1872" y="0"/>
                    <a:pt x="1571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50"/>
            <p:cNvSpPr/>
            <p:nvPr/>
          </p:nvSpPr>
          <p:spPr>
            <a:xfrm>
              <a:off x="5858875" y="4480925"/>
              <a:ext cx="223500" cy="3375"/>
            </a:xfrm>
            <a:custGeom>
              <a:avLst/>
              <a:gdLst/>
              <a:ahLst/>
              <a:cxnLst/>
              <a:rect l="l" t="t" r="r" b="b"/>
              <a:pathLst>
                <a:path w="8940" h="135" extrusionOk="0">
                  <a:moveTo>
                    <a:pt x="55" y="27"/>
                  </a:moveTo>
                  <a:cubicBezTo>
                    <a:pt x="38" y="27"/>
                    <a:pt x="23" y="34"/>
                    <a:pt x="1" y="34"/>
                  </a:cubicBezTo>
                  <a:lnTo>
                    <a:pt x="84" y="34"/>
                  </a:lnTo>
                  <a:cubicBezTo>
                    <a:pt x="73" y="29"/>
                    <a:pt x="64" y="27"/>
                    <a:pt x="55" y="27"/>
                  </a:cubicBezTo>
                  <a:close/>
                  <a:moveTo>
                    <a:pt x="8839" y="1"/>
                  </a:moveTo>
                  <a:lnTo>
                    <a:pt x="8589" y="17"/>
                  </a:lnTo>
                  <a:lnTo>
                    <a:pt x="7620" y="34"/>
                  </a:lnTo>
                  <a:cubicBezTo>
                    <a:pt x="6818" y="51"/>
                    <a:pt x="5698" y="68"/>
                    <a:pt x="4462" y="68"/>
                  </a:cubicBezTo>
                  <a:cubicBezTo>
                    <a:pt x="4100" y="72"/>
                    <a:pt x="3749" y="74"/>
                    <a:pt x="3413" y="74"/>
                  </a:cubicBezTo>
                  <a:cubicBezTo>
                    <a:pt x="2604" y="74"/>
                    <a:pt x="1883" y="63"/>
                    <a:pt x="1304" y="51"/>
                  </a:cubicBezTo>
                  <a:cubicBezTo>
                    <a:pt x="936" y="34"/>
                    <a:pt x="602" y="34"/>
                    <a:pt x="351" y="34"/>
                  </a:cubicBezTo>
                  <a:lnTo>
                    <a:pt x="84" y="34"/>
                  </a:lnTo>
                  <a:lnTo>
                    <a:pt x="351" y="51"/>
                  </a:lnTo>
                  <a:lnTo>
                    <a:pt x="1304" y="101"/>
                  </a:lnTo>
                  <a:cubicBezTo>
                    <a:pt x="2106" y="118"/>
                    <a:pt x="3225" y="134"/>
                    <a:pt x="4462" y="134"/>
                  </a:cubicBezTo>
                  <a:cubicBezTo>
                    <a:pt x="5698" y="134"/>
                    <a:pt x="6818" y="118"/>
                    <a:pt x="7620" y="84"/>
                  </a:cubicBezTo>
                  <a:lnTo>
                    <a:pt x="8589" y="34"/>
                  </a:lnTo>
                  <a:cubicBezTo>
                    <a:pt x="8672" y="34"/>
                    <a:pt x="8773" y="34"/>
                    <a:pt x="8839" y="17"/>
                  </a:cubicBezTo>
                  <a:lnTo>
                    <a:pt x="8940" y="17"/>
                  </a:lnTo>
                  <a:cubicBezTo>
                    <a:pt x="8906" y="1"/>
                    <a:pt x="8873" y="1"/>
                    <a:pt x="88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50"/>
            <p:cNvSpPr/>
            <p:nvPr/>
          </p:nvSpPr>
          <p:spPr>
            <a:xfrm>
              <a:off x="5893125" y="4465900"/>
              <a:ext cx="13400" cy="20475"/>
            </a:xfrm>
            <a:custGeom>
              <a:avLst/>
              <a:gdLst/>
              <a:ahLst/>
              <a:cxnLst/>
              <a:rect l="l" t="t" r="r" b="b"/>
              <a:pathLst>
                <a:path w="536" h="819" extrusionOk="0">
                  <a:moveTo>
                    <a:pt x="1" y="0"/>
                  </a:moveTo>
                  <a:lnTo>
                    <a:pt x="1" y="0"/>
                  </a:lnTo>
                  <a:cubicBezTo>
                    <a:pt x="268" y="201"/>
                    <a:pt x="452" y="501"/>
                    <a:pt x="519" y="819"/>
                  </a:cubicBezTo>
                  <a:cubicBezTo>
                    <a:pt x="535" y="468"/>
                    <a:pt x="335" y="15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50"/>
            <p:cNvSpPr/>
            <p:nvPr/>
          </p:nvSpPr>
          <p:spPr>
            <a:xfrm>
              <a:off x="5939925" y="4452525"/>
              <a:ext cx="7950" cy="11300"/>
            </a:xfrm>
            <a:custGeom>
              <a:avLst/>
              <a:gdLst/>
              <a:ahLst/>
              <a:cxnLst/>
              <a:rect l="l" t="t" r="r" b="b"/>
              <a:pathLst>
                <a:path w="318" h="452" extrusionOk="0">
                  <a:moveTo>
                    <a:pt x="17" y="0"/>
                  </a:moveTo>
                  <a:lnTo>
                    <a:pt x="17" y="0"/>
                  </a:lnTo>
                  <a:cubicBezTo>
                    <a:pt x="0" y="17"/>
                    <a:pt x="50" y="117"/>
                    <a:pt x="134" y="251"/>
                  </a:cubicBezTo>
                  <a:cubicBezTo>
                    <a:pt x="201" y="368"/>
                    <a:pt x="284" y="452"/>
                    <a:pt x="301" y="452"/>
                  </a:cubicBezTo>
                  <a:cubicBezTo>
                    <a:pt x="317" y="435"/>
                    <a:pt x="251" y="335"/>
                    <a:pt x="184" y="218"/>
                  </a:cubicBezTo>
                  <a:cubicBezTo>
                    <a:pt x="100" y="84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50"/>
            <p:cNvSpPr/>
            <p:nvPr/>
          </p:nvSpPr>
          <p:spPr>
            <a:xfrm>
              <a:off x="5949525" y="4450425"/>
              <a:ext cx="8800" cy="7625"/>
            </a:xfrm>
            <a:custGeom>
              <a:avLst/>
              <a:gdLst/>
              <a:ahLst/>
              <a:cxnLst/>
              <a:rect l="l" t="t" r="r" b="b"/>
              <a:pathLst>
                <a:path w="352" h="305" extrusionOk="0">
                  <a:moveTo>
                    <a:pt x="0" y="1"/>
                  </a:moveTo>
                  <a:cubicBezTo>
                    <a:pt x="0" y="18"/>
                    <a:pt x="67" y="101"/>
                    <a:pt x="151" y="185"/>
                  </a:cubicBezTo>
                  <a:cubicBezTo>
                    <a:pt x="223" y="257"/>
                    <a:pt x="296" y="305"/>
                    <a:pt x="325" y="305"/>
                  </a:cubicBezTo>
                  <a:cubicBezTo>
                    <a:pt x="329" y="305"/>
                    <a:pt x="332" y="304"/>
                    <a:pt x="334" y="302"/>
                  </a:cubicBezTo>
                  <a:cubicBezTo>
                    <a:pt x="351" y="285"/>
                    <a:pt x="284" y="218"/>
                    <a:pt x="201" y="135"/>
                  </a:cubicBezTo>
                  <a:cubicBezTo>
                    <a:pt x="101" y="51"/>
                    <a:pt x="17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50"/>
            <p:cNvSpPr/>
            <p:nvPr/>
          </p:nvSpPr>
          <p:spPr>
            <a:xfrm>
              <a:off x="5950775" y="4444850"/>
              <a:ext cx="13800" cy="1700"/>
            </a:xfrm>
            <a:custGeom>
              <a:avLst/>
              <a:gdLst/>
              <a:ahLst/>
              <a:cxnLst/>
              <a:rect l="l" t="t" r="r" b="b"/>
              <a:pathLst>
                <a:path w="552" h="68" extrusionOk="0">
                  <a:moveTo>
                    <a:pt x="304" y="0"/>
                  </a:moveTo>
                  <a:cubicBezTo>
                    <a:pt x="203" y="0"/>
                    <a:pt x="102" y="13"/>
                    <a:pt x="0" y="40"/>
                  </a:cubicBezTo>
                  <a:cubicBezTo>
                    <a:pt x="59" y="60"/>
                    <a:pt x="112" y="68"/>
                    <a:pt x="166" y="68"/>
                  </a:cubicBezTo>
                  <a:cubicBezTo>
                    <a:pt x="204" y="68"/>
                    <a:pt x="243" y="64"/>
                    <a:pt x="284" y="57"/>
                  </a:cubicBezTo>
                  <a:cubicBezTo>
                    <a:pt x="307" y="61"/>
                    <a:pt x="330" y="63"/>
                    <a:pt x="355" y="63"/>
                  </a:cubicBezTo>
                  <a:cubicBezTo>
                    <a:pt x="421" y="63"/>
                    <a:pt x="491" y="48"/>
                    <a:pt x="552" y="23"/>
                  </a:cubicBezTo>
                  <a:cubicBezTo>
                    <a:pt x="469" y="8"/>
                    <a:pt x="387" y="0"/>
                    <a:pt x="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50"/>
            <p:cNvSpPr/>
            <p:nvPr/>
          </p:nvSpPr>
          <p:spPr>
            <a:xfrm>
              <a:off x="5951200" y="4436650"/>
              <a:ext cx="15900" cy="2575"/>
            </a:xfrm>
            <a:custGeom>
              <a:avLst/>
              <a:gdLst/>
              <a:ahLst/>
              <a:cxnLst/>
              <a:rect l="l" t="t" r="r" b="b"/>
              <a:pathLst>
                <a:path w="636" h="103" extrusionOk="0">
                  <a:moveTo>
                    <a:pt x="635" y="1"/>
                  </a:moveTo>
                  <a:lnTo>
                    <a:pt x="635" y="1"/>
                  </a:lnTo>
                  <a:cubicBezTo>
                    <a:pt x="418" y="17"/>
                    <a:pt x="217" y="34"/>
                    <a:pt x="0" y="51"/>
                  </a:cubicBezTo>
                  <a:cubicBezTo>
                    <a:pt x="91" y="85"/>
                    <a:pt x="181" y="103"/>
                    <a:pt x="270" y="103"/>
                  </a:cubicBezTo>
                  <a:cubicBezTo>
                    <a:pt x="395" y="103"/>
                    <a:pt x="518" y="69"/>
                    <a:pt x="6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50"/>
            <p:cNvSpPr/>
            <p:nvPr/>
          </p:nvSpPr>
          <p:spPr>
            <a:xfrm>
              <a:off x="5917775" y="4440475"/>
              <a:ext cx="25075" cy="14175"/>
            </a:xfrm>
            <a:custGeom>
              <a:avLst/>
              <a:gdLst/>
              <a:ahLst/>
              <a:cxnLst/>
              <a:rect l="l" t="t" r="r" b="b"/>
              <a:pathLst>
                <a:path w="1003" h="567" extrusionOk="0">
                  <a:moveTo>
                    <a:pt x="336" y="60"/>
                  </a:moveTo>
                  <a:cubicBezTo>
                    <a:pt x="391" y="60"/>
                    <a:pt x="446" y="68"/>
                    <a:pt x="502" y="81"/>
                  </a:cubicBezTo>
                  <a:cubicBezTo>
                    <a:pt x="619" y="115"/>
                    <a:pt x="719" y="182"/>
                    <a:pt x="802" y="265"/>
                  </a:cubicBezTo>
                  <a:cubicBezTo>
                    <a:pt x="847" y="333"/>
                    <a:pt x="885" y="392"/>
                    <a:pt x="915" y="460"/>
                  </a:cubicBezTo>
                  <a:lnTo>
                    <a:pt x="915" y="460"/>
                  </a:lnTo>
                  <a:cubicBezTo>
                    <a:pt x="856" y="454"/>
                    <a:pt x="771" y="441"/>
                    <a:pt x="669" y="416"/>
                  </a:cubicBezTo>
                  <a:cubicBezTo>
                    <a:pt x="552" y="399"/>
                    <a:pt x="435" y="366"/>
                    <a:pt x="318" y="332"/>
                  </a:cubicBezTo>
                  <a:cubicBezTo>
                    <a:pt x="251" y="315"/>
                    <a:pt x="184" y="282"/>
                    <a:pt x="134" y="249"/>
                  </a:cubicBezTo>
                  <a:cubicBezTo>
                    <a:pt x="67" y="215"/>
                    <a:pt x="51" y="148"/>
                    <a:pt x="101" y="115"/>
                  </a:cubicBezTo>
                  <a:cubicBezTo>
                    <a:pt x="179" y="76"/>
                    <a:pt x="257" y="60"/>
                    <a:pt x="336" y="60"/>
                  </a:cubicBezTo>
                  <a:close/>
                  <a:moveTo>
                    <a:pt x="337" y="1"/>
                  </a:moveTo>
                  <a:cubicBezTo>
                    <a:pt x="246" y="1"/>
                    <a:pt x="154" y="21"/>
                    <a:pt x="67" y="65"/>
                  </a:cubicBezTo>
                  <a:cubicBezTo>
                    <a:pt x="17" y="98"/>
                    <a:pt x="0" y="148"/>
                    <a:pt x="17" y="198"/>
                  </a:cubicBezTo>
                  <a:cubicBezTo>
                    <a:pt x="34" y="249"/>
                    <a:pt x="51" y="282"/>
                    <a:pt x="101" y="299"/>
                  </a:cubicBezTo>
                  <a:cubicBezTo>
                    <a:pt x="168" y="332"/>
                    <a:pt x="234" y="366"/>
                    <a:pt x="301" y="382"/>
                  </a:cubicBezTo>
                  <a:cubicBezTo>
                    <a:pt x="418" y="432"/>
                    <a:pt x="535" y="449"/>
                    <a:pt x="669" y="466"/>
                  </a:cubicBezTo>
                  <a:cubicBezTo>
                    <a:pt x="719" y="474"/>
                    <a:pt x="773" y="478"/>
                    <a:pt x="830" y="478"/>
                  </a:cubicBezTo>
                  <a:cubicBezTo>
                    <a:pt x="860" y="478"/>
                    <a:pt x="890" y="477"/>
                    <a:pt x="921" y="475"/>
                  </a:cubicBezTo>
                  <a:lnTo>
                    <a:pt x="921" y="475"/>
                  </a:lnTo>
                  <a:cubicBezTo>
                    <a:pt x="933" y="503"/>
                    <a:pt x="944" y="533"/>
                    <a:pt x="953" y="566"/>
                  </a:cubicBezTo>
                  <a:cubicBezTo>
                    <a:pt x="953" y="535"/>
                    <a:pt x="953" y="504"/>
                    <a:pt x="940" y="473"/>
                  </a:cubicBezTo>
                  <a:lnTo>
                    <a:pt x="940" y="473"/>
                  </a:lnTo>
                  <a:cubicBezTo>
                    <a:pt x="961" y="471"/>
                    <a:pt x="982" y="469"/>
                    <a:pt x="1003" y="466"/>
                  </a:cubicBezTo>
                  <a:cubicBezTo>
                    <a:pt x="1003" y="466"/>
                    <a:pt x="979" y="466"/>
                    <a:pt x="935" y="462"/>
                  </a:cubicBezTo>
                  <a:lnTo>
                    <a:pt x="935" y="462"/>
                  </a:lnTo>
                  <a:cubicBezTo>
                    <a:pt x="918" y="380"/>
                    <a:pt x="885" y="314"/>
                    <a:pt x="836" y="249"/>
                  </a:cubicBezTo>
                  <a:cubicBezTo>
                    <a:pt x="712" y="90"/>
                    <a:pt x="526" y="1"/>
                    <a:pt x="3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50"/>
            <p:cNvSpPr/>
            <p:nvPr/>
          </p:nvSpPr>
          <p:spPr>
            <a:xfrm>
              <a:off x="5939075" y="4436225"/>
              <a:ext cx="12975" cy="16325"/>
            </a:xfrm>
            <a:custGeom>
              <a:avLst/>
              <a:gdLst/>
              <a:ahLst/>
              <a:cxnLst/>
              <a:rect l="l" t="t" r="r" b="b"/>
              <a:pathLst>
                <a:path w="519" h="653" extrusionOk="0">
                  <a:moveTo>
                    <a:pt x="402" y="1"/>
                  </a:moveTo>
                  <a:cubicBezTo>
                    <a:pt x="285" y="1"/>
                    <a:pt x="168" y="68"/>
                    <a:pt x="118" y="168"/>
                  </a:cubicBezTo>
                  <a:cubicBezTo>
                    <a:pt x="67" y="251"/>
                    <a:pt x="34" y="335"/>
                    <a:pt x="17" y="419"/>
                  </a:cubicBezTo>
                  <a:cubicBezTo>
                    <a:pt x="1" y="502"/>
                    <a:pt x="17" y="586"/>
                    <a:pt x="67" y="652"/>
                  </a:cubicBezTo>
                  <a:cubicBezTo>
                    <a:pt x="51" y="586"/>
                    <a:pt x="51" y="502"/>
                    <a:pt x="67" y="435"/>
                  </a:cubicBezTo>
                  <a:cubicBezTo>
                    <a:pt x="84" y="352"/>
                    <a:pt x="118" y="268"/>
                    <a:pt x="168" y="201"/>
                  </a:cubicBezTo>
                  <a:cubicBezTo>
                    <a:pt x="213" y="140"/>
                    <a:pt x="287" y="66"/>
                    <a:pt x="363" y="66"/>
                  </a:cubicBezTo>
                  <a:cubicBezTo>
                    <a:pt x="370" y="66"/>
                    <a:pt x="378" y="66"/>
                    <a:pt x="385" y="68"/>
                  </a:cubicBezTo>
                  <a:cubicBezTo>
                    <a:pt x="468" y="84"/>
                    <a:pt x="435" y="201"/>
                    <a:pt x="385" y="285"/>
                  </a:cubicBezTo>
                  <a:cubicBezTo>
                    <a:pt x="351" y="352"/>
                    <a:pt x="301" y="419"/>
                    <a:pt x="251" y="485"/>
                  </a:cubicBezTo>
                  <a:cubicBezTo>
                    <a:pt x="151" y="586"/>
                    <a:pt x="84" y="636"/>
                    <a:pt x="84" y="652"/>
                  </a:cubicBezTo>
                  <a:cubicBezTo>
                    <a:pt x="168" y="619"/>
                    <a:pt x="235" y="569"/>
                    <a:pt x="285" y="519"/>
                  </a:cubicBezTo>
                  <a:cubicBezTo>
                    <a:pt x="351" y="452"/>
                    <a:pt x="402" y="385"/>
                    <a:pt x="435" y="302"/>
                  </a:cubicBezTo>
                  <a:cubicBezTo>
                    <a:pt x="468" y="268"/>
                    <a:pt x="485" y="218"/>
                    <a:pt x="502" y="151"/>
                  </a:cubicBezTo>
                  <a:cubicBezTo>
                    <a:pt x="519" y="84"/>
                    <a:pt x="468" y="18"/>
                    <a:pt x="4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50"/>
            <p:cNvSpPr/>
            <p:nvPr/>
          </p:nvSpPr>
          <p:spPr>
            <a:xfrm>
              <a:off x="6036400" y="4446775"/>
              <a:ext cx="46825" cy="38350"/>
            </a:xfrm>
            <a:custGeom>
              <a:avLst/>
              <a:gdLst/>
              <a:ahLst/>
              <a:cxnLst/>
              <a:rect l="l" t="t" r="r" b="b"/>
              <a:pathLst>
                <a:path w="1873" h="1534" extrusionOk="0">
                  <a:moveTo>
                    <a:pt x="1621" y="1"/>
                  </a:moveTo>
                  <a:cubicBezTo>
                    <a:pt x="1571" y="1"/>
                    <a:pt x="1521" y="5"/>
                    <a:pt x="1471" y="13"/>
                  </a:cubicBezTo>
                  <a:cubicBezTo>
                    <a:pt x="819" y="47"/>
                    <a:pt x="251" y="498"/>
                    <a:pt x="51" y="1133"/>
                  </a:cubicBezTo>
                  <a:cubicBezTo>
                    <a:pt x="34" y="1233"/>
                    <a:pt x="17" y="1333"/>
                    <a:pt x="1" y="1417"/>
                  </a:cubicBezTo>
                  <a:cubicBezTo>
                    <a:pt x="1" y="1450"/>
                    <a:pt x="1" y="1500"/>
                    <a:pt x="1" y="1534"/>
                  </a:cubicBezTo>
                  <a:cubicBezTo>
                    <a:pt x="17" y="1534"/>
                    <a:pt x="17" y="1383"/>
                    <a:pt x="101" y="1149"/>
                  </a:cubicBezTo>
                  <a:cubicBezTo>
                    <a:pt x="301" y="548"/>
                    <a:pt x="853" y="114"/>
                    <a:pt x="1488" y="47"/>
                  </a:cubicBezTo>
                  <a:cubicBezTo>
                    <a:pt x="1605" y="38"/>
                    <a:pt x="1701" y="38"/>
                    <a:pt x="1768" y="38"/>
                  </a:cubicBezTo>
                  <a:cubicBezTo>
                    <a:pt x="1834" y="38"/>
                    <a:pt x="1872" y="38"/>
                    <a:pt x="1872" y="30"/>
                  </a:cubicBezTo>
                  <a:cubicBezTo>
                    <a:pt x="1839" y="30"/>
                    <a:pt x="1805" y="13"/>
                    <a:pt x="1772" y="13"/>
                  </a:cubicBezTo>
                  <a:cubicBezTo>
                    <a:pt x="1722" y="5"/>
                    <a:pt x="1672" y="1"/>
                    <a:pt x="16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50"/>
            <p:cNvSpPr/>
            <p:nvPr/>
          </p:nvSpPr>
          <p:spPr>
            <a:xfrm>
              <a:off x="6068575" y="4388625"/>
              <a:ext cx="2525" cy="54325"/>
            </a:xfrm>
            <a:custGeom>
              <a:avLst/>
              <a:gdLst/>
              <a:ahLst/>
              <a:cxnLst/>
              <a:rect l="l" t="t" r="r" b="b"/>
              <a:pathLst>
                <a:path w="101" h="2173" extrusionOk="0">
                  <a:moveTo>
                    <a:pt x="34" y="0"/>
                  </a:moveTo>
                  <a:lnTo>
                    <a:pt x="34" y="0"/>
                  </a:lnTo>
                  <a:cubicBezTo>
                    <a:pt x="0" y="735"/>
                    <a:pt x="17" y="1454"/>
                    <a:pt x="67" y="2172"/>
                  </a:cubicBezTo>
                  <a:cubicBezTo>
                    <a:pt x="101" y="1454"/>
                    <a:pt x="84" y="719"/>
                    <a:pt x="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50"/>
            <p:cNvSpPr/>
            <p:nvPr/>
          </p:nvSpPr>
          <p:spPr>
            <a:xfrm>
              <a:off x="5981275" y="4468650"/>
              <a:ext cx="38450" cy="2125"/>
            </a:xfrm>
            <a:custGeom>
              <a:avLst/>
              <a:gdLst/>
              <a:ahLst/>
              <a:cxnLst/>
              <a:rect l="l" t="t" r="r" b="b"/>
              <a:pathLst>
                <a:path w="1538" h="85" extrusionOk="0">
                  <a:moveTo>
                    <a:pt x="1454" y="0"/>
                  </a:moveTo>
                  <a:cubicBezTo>
                    <a:pt x="1326" y="0"/>
                    <a:pt x="1064" y="12"/>
                    <a:pt x="769" y="24"/>
                  </a:cubicBezTo>
                  <a:cubicBezTo>
                    <a:pt x="479" y="24"/>
                    <a:pt x="234" y="16"/>
                    <a:pt x="103" y="16"/>
                  </a:cubicBezTo>
                  <a:cubicBezTo>
                    <a:pt x="37" y="16"/>
                    <a:pt x="0" y="18"/>
                    <a:pt x="0" y="24"/>
                  </a:cubicBezTo>
                  <a:cubicBezTo>
                    <a:pt x="239" y="64"/>
                    <a:pt x="486" y="85"/>
                    <a:pt x="733" y="85"/>
                  </a:cubicBezTo>
                  <a:cubicBezTo>
                    <a:pt x="1004" y="85"/>
                    <a:pt x="1275" y="60"/>
                    <a:pt x="1537" y="7"/>
                  </a:cubicBezTo>
                  <a:cubicBezTo>
                    <a:pt x="1537" y="2"/>
                    <a:pt x="1507" y="0"/>
                    <a:pt x="14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50"/>
            <p:cNvSpPr/>
            <p:nvPr/>
          </p:nvSpPr>
          <p:spPr>
            <a:xfrm>
              <a:off x="6041425" y="4468725"/>
              <a:ext cx="4200" cy="7625"/>
            </a:xfrm>
            <a:custGeom>
              <a:avLst/>
              <a:gdLst/>
              <a:ahLst/>
              <a:cxnLst/>
              <a:rect l="l" t="t" r="r" b="b"/>
              <a:pathLst>
                <a:path w="168" h="305" extrusionOk="0">
                  <a:moveTo>
                    <a:pt x="158" y="1"/>
                  </a:moveTo>
                  <a:cubicBezTo>
                    <a:pt x="134" y="1"/>
                    <a:pt x="77" y="48"/>
                    <a:pt x="34" y="121"/>
                  </a:cubicBezTo>
                  <a:cubicBezTo>
                    <a:pt x="0" y="221"/>
                    <a:pt x="17" y="305"/>
                    <a:pt x="34" y="305"/>
                  </a:cubicBezTo>
                  <a:cubicBezTo>
                    <a:pt x="50" y="305"/>
                    <a:pt x="67" y="238"/>
                    <a:pt x="100" y="154"/>
                  </a:cubicBezTo>
                  <a:cubicBezTo>
                    <a:pt x="134" y="71"/>
                    <a:pt x="167" y="21"/>
                    <a:pt x="167" y="4"/>
                  </a:cubicBezTo>
                  <a:cubicBezTo>
                    <a:pt x="165" y="2"/>
                    <a:pt x="162" y="1"/>
                    <a:pt x="1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50"/>
            <p:cNvSpPr/>
            <p:nvPr/>
          </p:nvSpPr>
          <p:spPr>
            <a:xfrm>
              <a:off x="6049775" y="4456600"/>
              <a:ext cx="5875" cy="5150"/>
            </a:xfrm>
            <a:custGeom>
              <a:avLst/>
              <a:gdLst/>
              <a:ahLst/>
              <a:cxnLst/>
              <a:rect l="l" t="t" r="r" b="b"/>
              <a:pathLst>
                <a:path w="235" h="206" extrusionOk="0">
                  <a:moveTo>
                    <a:pt x="206" y="0"/>
                  </a:moveTo>
                  <a:cubicBezTo>
                    <a:pt x="183" y="0"/>
                    <a:pt x="142" y="30"/>
                    <a:pt x="101" y="71"/>
                  </a:cubicBezTo>
                  <a:cubicBezTo>
                    <a:pt x="34" y="138"/>
                    <a:pt x="0" y="188"/>
                    <a:pt x="17" y="205"/>
                  </a:cubicBezTo>
                  <a:cubicBezTo>
                    <a:pt x="34" y="205"/>
                    <a:pt x="84" y="172"/>
                    <a:pt x="134" y="122"/>
                  </a:cubicBezTo>
                  <a:cubicBezTo>
                    <a:pt x="201" y="71"/>
                    <a:pt x="234" y="5"/>
                    <a:pt x="218" y="5"/>
                  </a:cubicBezTo>
                  <a:cubicBezTo>
                    <a:pt x="215" y="2"/>
                    <a:pt x="211" y="0"/>
                    <a:pt x="2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50"/>
            <p:cNvSpPr/>
            <p:nvPr/>
          </p:nvSpPr>
          <p:spPr>
            <a:xfrm>
              <a:off x="6061475" y="4450475"/>
              <a:ext cx="7825" cy="3325"/>
            </a:xfrm>
            <a:custGeom>
              <a:avLst/>
              <a:gdLst/>
              <a:ahLst/>
              <a:cxnLst/>
              <a:rect l="l" t="t" r="r" b="b"/>
              <a:pathLst>
                <a:path w="313" h="133" extrusionOk="0">
                  <a:moveTo>
                    <a:pt x="225" y="1"/>
                  </a:moveTo>
                  <a:cubicBezTo>
                    <a:pt x="199" y="1"/>
                    <a:pt x="167" y="5"/>
                    <a:pt x="134" y="16"/>
                  </a:cubicBezTo>
                  <a:cubicBezTo>
                    <a:pt x="34" y="32"/>
                    <a:pt x="0" y="116"/>
                    <a:pt x="0" y="133"/>
                  </a:cubicBezTo>
                  <a:cubicBezTo>
                    <a:pt x="17" y="133"/>
                    <a:pt x="84" y="99"/>
                    <a:pt x="151" y="66"/>
                  </a:cubicBezTo>
                  <a:cubicBezTo>
                    <a:pt x="234" y="32"/>
                    <a:pt x="301" y="49"/>
                    <a:pt x="301" y="16"/>
                  </a:cubicBezTo>
                  <a:cubicBezTo>
                    <a:pt x="312" y="16"/>
                    <a:pt x="279" y="1"/>
                    <a:pt x="2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50"/>
            <p:cNvSpPr/>
            <p:nvPr/>
          </p:nvSpPr>
          <p:spPr>
            <a:xfrm>
              <a:off x="6074825" y="4448025"/>
              <a:ext cx="4200" cy="2325"/>
            </a:xfrm>
            <a:custGeom>
              <a:avLst/>
              <a:gdLst/>
              <a:ahLst/>
              <a:cxnLst/>
              <a:rect l="l" t="t" r="r" b="b"/>
              <a:pathLst>
                <a:path w="168" h="93" extrusionOk="0">
                  <a:moveTo>
                    <a:pt x="139" y="1"/>
                  </a:moveTo>
                  <a:cubicBezTo>
                    <a:pt x="122" y="1"/>
                    <a:pt x="101" y="5"/>
                    <a:pt x="84" y="13"/>
                  </a:cubicBezTo>
                  <a:cubicBezTo>
                    <a:pt x="34" y="30"/>
                    <a:pt x="1" y="64"/>
                    <a:pt x="1" y="80"/>
                  </a:cubicBezTo>
                  <a:cubicBezTo>
                    <a:pt x="9" y="89"/>
                    <a:pt x="22" y="93"/>
                    <a:pt x="38" y="93"/>
                  </a:cubicBezTo>
                  <a:cubicBezTo>
                    <a:pt x="55" y="93"/>
                    <a:pt x="76" y="89"/>
                    <a:pt x="101" y="80"/>
                  </a:cubicBezTo>
                  <a:cubicBezTo>
                    <a:pt x="135" y="64"/>
                    <a:pt x="168" y="30"/>
                    <a:pt x="168" y="13"/>
                  </a:cubicBezTo>
                  <a:cubicBezTo>
                    <a:pt x="168" y="5"/>
                    <a:pt x="155" y="1"/>
                    <a:pt x="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50"/>
            <p:cNvSpPr/>
            <p:nvPr/>
          </p:nvSpPr>
          <p:spPr>
            <a:xfrm>
              <a:off x="5485025" y="2132125"/>
              <a:ext cx="1176300" cy="313725"/>
            </a:xfrm>
            <a:custGeom>
              <a:avLst/>
              <a:gdLst/>
              <a:ahLst/>
              <a:cxnLst/>
              <a:rect l="l" t="t" r="r" b="b"/>
              <a:pathLst>
                <a:path w="47052" h="12549" extrusionOk="0">
                  <a:moveTo>
                    <a:pt x="685" y="1"/>
                  </a:moveTo>
                  <a:lnTo>
                    <a:pt x="0" y="10828"/>
                  </a:lnTo>
                  <a:lnTo>
                    <a:pt x="47052" y="12549"/>
                  </a:lnTo>
                  <a:lnTo>
                    <a:pt x="47052" y="1855"/>
                  </a:lnTo>
                  <a:lnTo>
                    <a:pt x="6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50"/>
            <p:cNvSpPr/>
            <p:nvPr/>
          </p:nvSpPr>
          <p:spPr>
            <a:xfrm>
              <a:off x="5213500" y="2230225"/>
              <a:ext cx="81900" cy="54975"/>
            </a:xfrm>
            <a:custGeom>
              <a:avLst/>
              <a:gdLst/>
              <a:ahLst/>
              <a:cxnLst/>
              <a:rect l="l" t="t" r="r" b="b"/>
              <a:pathLst>
                <a:path w="3276" h="2199" extrusionOk="0">
                  <a:moveTo>
                    <a:pt x="2519" y="1"/>
                  </a:moveTo>
                  <a:cubicBezTo>
                    <a:pt x="1688" y="1"/>
                    <a:pt x="416" y="129"/>
                    <a:pt x="1" y="872"/>
                  </a:cubicBezTo>
                  <a:cubicBezTo>
                    <a:pt x="1" y="872"/>
                    <a:pt x="494" y="2199"/>
                    <a:pt x="2860" y="2199"/>
                  </a:cubicBezTo>
                  <a:cubicBezTo>
                    <a:pt x="2957" y="2199"/>
                    <a:pt x="3056" y="2197"/>
                    <a:pt x="3159" y="2192"/>
                  </a:cubicBezTo>
                  <a:lnTo>
                    <a:pt x="3276" y="37"/>
                  </a:lnTo>
                  <a:cubicBezTo>
                    <a:pt x="3276" y="37"/>
                    <a:pt x="2959" y="1"/>
                    <a:pt x="2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50"/>
            <p:cNvSpPr/>
            <p:nvPr/>
          </p:nvSpPr>
          <p:spPr>
            <a:xfrm>
              <a:off x="5282850" y="2132125"/>
              <a:ext cx="219325" cy="270700"/>
            </a:xfrm>
            <a:custGeom>
              <a:avLst/>
              <a:gdLst/>
              <a:ahLst/>
              <a:cxnLst/>
              <a:rect l="l" t="t" r="r" b="b"/>
              <a:pathLst>
                <a:path w="8773" h="10828" extrusionOk="0">
                  <a:moveTo>
                    <a:pt x="8772" y="1"/>
                  </a:moveTo>
                  <a:lnTo>
                    <a:pt x="6684" y="1956"/>
                  </a:lnTo>
                  <a:cubicBezTo>
                    <a:pt x="6266" y="2340"/>
                    <a:pt x="5798" y="2657"/>
                    <a:pt x="5280" y="2875"/>
                  </a:cubicBezTo>
                  <a:cubicBezTo>
                    <a:pt x="4645" y="3159"/>
                    <a:pt x="3793" y="3509"/>
                    <a:pt x="3292" y="3543"/>
                  </a:cubicBezTo>
                  <a:cubicBezTo>
                    <a:pt x="2971" y="3559"/>
                    <a:pt x="2648" y="3566"/>
                    <a:pt x="2324" y="3566"/>
                  </a:cubicBezTo>
                  <a:cubicBezTo>
                    <a:pt x="1638" y="3566"/>
                    <a:pt x="949" y="3533"/>
                    <a:pt x="268" y="3476"/>
                  </a:cubicBezTo>
                  <a:lnTo>
                    <a:pt x="0" y="6433"/>
                  </a:lnTo>
                  <a:lnTo>
                    <a:pt x="3175" y="6734"/>
                  </a:lnTo>
                  <a:cubicBezTo>
                    <a:pt x="3175" y="6734"/>
                    <a:pt x="4478" y="6851"/>
                    <a:pt x="5982" y="8472"/>
                  </a:cubicBezTo>
                  <a:cubicBezTo>
                    <a:pt x="7486" y="10093"/>
                    <a:pt x="8087" y="10828"/>
                    <a:pt x="8087" y="10828"/>
                  </a:cubicBezTo>
                  <a:lnTo>
                    <a:pt x="87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50"/>
            <p:cNvSpPr/>
            <p:nvPr/>
          </p:nvSpPr>
          <p:spPr>
            <a:xfrm>
              <a:off x="6661300" y="2178500"/>
              <a:ext cx="69800" cy="267350"/>
            </a:xfrm>
            <a:custGeom>
              <a:avLst/>
              <a:gdLst/>
              <a:ahLst/>
              <a:cxnLst/>
              <a:rect l="l" t="t" r="r" b="b"/>
              <a:pathLst>
                <a:path w="2792" h="10694" extrusionOk="0">
                  <a:moveTo>
                    <a:pt x="1" y="0"/>
                  </a:moveTo>
                  <a:lnTo>
                    <a:pt x="1" y="10694"/>
                  </a:lnTo>
                  <a:cubicBezTo>
                    <a:pt x="1" y="10694"/>
                    <a:pt x="1755" y="9307"/>
                    <a:pt x="2240" y="5748"/>
                  </a:cubicBezTo>
                  <a:cubicBezTo>
                    <a:pt x="2791" y="1604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50"/>
            <p:cNvSpPr/>
            <p:nvPr/>
          </p:nvSpPr>
          <p:spPr>
            <a:xfrm>
              <a:off x="5492550" y="2230700"/>
              <a:ext cx="1168775" cy="114900"/>
            </a:xfrm>
            <a:custGeom>
              <a:avLst/>
              <a:gdLst/>
              <a:ahLst/>
              <a:cxnLst/>
              <a:rect l="l" t="t" r="r" b="b"/>
              <a:pathLst>
                <a:path w="46751" h="4596" extrusionOk="0">
                  <a:moveTo>
                    <a:pt x="167" y="1"/>
                  </a:moveTo>
                  <a:lnTo>
                    <a:pt x="0" y="2741"/>
                  </a:lnTo>
                  <a:lnTo>
                    <a:pt x="46751" y="4596"/>
                  </a:lnTo>
                  <a:lnTo>
                    <a:pt x="46751" y="1705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50"/>
            <p:cNvSpPr/>
            <p:nvPr/>
          </p:nvSpPr>
          <p:spPr>
            <a:xfrm>
              <a:off x="6088200" y="2176000"/>
              <a:ext cx="208875" cy="251050"/>
            </a:xfrm>
            <a:custGeom>
              <a:avLst/>
              <a:gdLst/>
              <a:ahLst/>
              <a:cxnLst/>
              <a:rect l="l" t="t" r="r" b="b"/>
              <a:pathLst>
                <a:path w="8355" h="10042" extrusionOk="0">
                  <a:moveTo>
                    <a:pt x="3108" y="0"/>
                  </a:moveTo>
                  <a:lnTo>
                    <a:pt x="251" y="618"/>
                  </a:lnTo>
                  <a:lnTo>
                    <a:pt x="1" y="9925"/>
                  </a:lnTo>
                  <a:lnTo>
                    <a:pt x="2290" y="10042"/>
                  </a:lnTo>
                  <a:cubicBezTo>
                    <a:pt x="2290" y="9607"/>
                    <a:pt x="2273" y="9073"/>
                    <a:pt x="2273" y="8622"/>
                  </a:cubicBezTo>
                  <a:lnTo>
                    <a:pt x="2273" y="8622"/>
                  </a:lnTo>
                  <a:cubicBezTo>
                    <a:pt x="2301" y="8625"/>
                    <a:pt x="2329" y="8627"/>
                    <a:pt x="2357" y="8627"/>
                  </a:cubicBezTo>
                  <a:cubicBezTo>
                    <a:pt x="2721" y="8627"/>
                    <a:pt x="3023" y="8332"/>
                    <a:pt x="3225" y="8037"/>
                  </a:cubicBezTo>
                  <a:cubicBezTo>
                    <a:pt x="3443" y="7703"/>
                    <a:pt x="3593" y="7318"/>
                    <a:pt x="3877" y="7051"/>
                  </a:cubicBezTo>
                  <a:cubicBezTo>
                    <a:pt x="4050" y="6889"/>
                    <a:pt x="4302" y="6776"/>
                    <a:pt x="4538" y="6776"/>
                  </a:cubicBezTo>
                  <a:cubicBezTo>
                    <a:pt x="4690" y="6776"/>
                    <a:pt x="4835" y="6823"/>
                    <a:pt x="4946" y="6934"/>
                  </a:cubicBezTo>
                  <a:cubicBezTo>
                    <a:pt x="5080" y="7051"/>
                    <a:pt x="5164" y="7268"/>
                    <a:pt x="5347" y="7285"/>
                  </a:cubicBezTo>
                  <a:cubicBezTo>
                    <a:pt x="5368" y="7289"/>
                    <a:pt x="5387" y="7291"/>
                    <a:pt x="5406" y="7291"/>
                  </a:cubicBezTo>
                  <a:cubicBezTo>
                    <a:pt x="5688" y="7291"/>
                    <a:pt x="5736" y="6830"/>
                    <a:pt x="5798" y="6516"/>
                  </a:cubicBezTo>
                  <a:cubicBezTo>
                    <a:pt x="5966" y="5781"/>
                    <a:pt x="6834" y="5497"/>
                    <a:pt x="7386" y="4979"/>
                  </a:cubicBezTo>
                  <a:cubicBezTo>
                    <a:pt x="8355" y="4060"/>
                    <a:pt x="8154" y="2456"/>
                    <a:pt x="6985" y="1805"/>
                  </a:cubicBezTo>
                  <a:cubicBezTo>
                    <a:pt x="6367" y="1454"/>
                    <a:pt x="5581" y="1454"/>
                    <a:pt x="4963" y="1103"/>
                  </a:cubicBezTo>
                  <a:cubicBezTo>
                    <a:pt x="4328" y="752"/>
                    <a:pt x="3844" y="50"/>
                    <a:pt x="3108" y="0"/>
                  </a:cubicBez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50"/>
            <p:cNvSpPr/>
            <p:nvPr/>
          </p:nvSpPr>
          <p:spPr>
            <a:xfrm>
              <a:off x="6219775" y="4386525"/>
              <a:ext cx="244400" cy="107750"/>
            </a:xfrm>
            <a:custGeom>
              <a:avLst/>
              <a:gdLst/>
              <a:ahLst/>
              <a:cxnLst/>
              <a:rect l="l" t="t" r="r" b="b"/>
              <a:pathLst>
                <a:path w="9776" h="4310" extrusionOk="0">
                  <a:moveTo>
                    <a:pt x="17" y="1"/>
                  </a:moveTo>
                  <a:lnTo>
                    <a:pt x="1" y="4128"/>
                  </a:lnTo>
                  <a:lnTo>
                    <a:pt x="318" y="4144"/>
                  </a:lnTo>
                  <a:cubicBezTo>
                    <a:pt x="1237" y="4197"/>
                    <a:pt x="3951" y="4310"/>
                    <a:pt x="6068" y="4310"/>
                  </a:cubicBezTo>
                  <a:cubicBezTo>
                    <a:pt x="7302" y="4310"/>
                    <a:pt x="8333" y="4272"/>
                    <a:pt x="8689" y="4161"/>
                  </a:cubicBezTo>
                  <a:cubicBezTo>
                    <a:pt x="9775" y="3827"/>
                    <a:pt x="5297" y="2824"/>
                    <a:pt x="5297" y="2824"/>
                  </a:cubicBezTo>
                  <a:lnTo>
                    <a:pt x="5281" y="17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50"/>
            <p:cNvSpPr/>
            <p:nvPr/>
          </p:nvSpPr>
          <p:spPr>
            <a:xfrm>
              <a:off x="6219775" y="4452400"/>
              <a:ext cx="47650" cy="37750"/>
            </a:xfrm>
            <a:custGeom>
              <a:avLst/>
              <a:gdLst/>
              <a:ahLst/>
              <a:cxnLst/>
              <a:rect l="l" t="t" r="r" b="b"/>
              <a:pathLst>
                <a:path w="1906" h="1510" extrusionOk="0">
                  <a:moveTo>
                    <a:pt x="132" y="0"/>
                  </a:moveTo>
                  <a:cubicBezTo>
                    <a:pt x="88" y="0"/>
                    <a:pt x="44" y="2"/>
                    <a:pt x="1" y="5"/>
                  </a:cubicBezTo>
                  <a:lnTo>
                    <a:pt x="1" y="1476"/>
                  </a:lnTo>
                  <a:lnTo>
                    <a:pt x="1906" y="1509"/>
                  </a:lnTo>
                  <a:cubicBezTo>
                    <a:pt x="1822" y="1058"/>
                    <a:pt x="1588" y="657"/>
                    <a:pt x="1237" y="390"/>
                  </a:cubicBezTo>
                  <a:cubicBezTo>
                    <a:pt x="922" y="134"/>
                    <a:pt x="525" y="0"/>
                    <a:pt x="132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50"/>
            <p:cNvSpPr/>
            <p:nvPr/>
          </p:nvSpPr>
          <p:spPr>
            <a:xfrm>
              <a:off x="6219375" y="4471325"/>
              <a:ext cx="226425" cy="22475"/>
            </a:xfrm>
            <a:custGeom>
              <a:avLst/>
              <a:gdLst/>
              <a:ahLst/>
              <a:cxnLst/>
              <a:rect l="l" t="t" r="r" b="b"/>
              <a:pathLst>
                <a:path w="9057" h="899" extrusionOk="0">
                  <a:moveTo>
                    <a:pt x="7502" y="0"/>
                  </a:moveTo>
                  <a:cubicBezTo>
                    <a:pt x="7185" y="17"/>
                    <a:pt x="7034" y="669"/>
                    <a:pt x="7034" y="669"/>
                  </a:cubicBezTo>
                  <a:lnTo>
                    <a:pt x="17" y="602"/>
                  </a:lnTo>
                  <a:lnTo>
                    <a:pt x="0" y="719"/>
                  </a:lnTo>
                  <a:cubicBezTo>
                    <a:pt x="1328" y="836"/>
                    <a:pt x="3496" y="898"/>
                    <a:pt x="5357" y="898"/>
                  </a:cubicBezTo>
                  <a:cubicBezTo>
                    <a:pt x="7218" y="898"/>
                    <a:pt x="8772" y="836"/>
                    <a:pt x="8872" y="702"/>
                  </a:cubicBezTo>
                  <a:cubicBezTo>
                    <a:pt x="9056" y="452"/>
                    <a:pt x="7502" y="0"/>
                    <a:pt x="7502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50"/>
            <p:cNvSpPr/>
            <p:nvPr/>
          </p:nvSpPr>
          <p:spPr>
            <a:xfrm>
              <a:off x="6218950" y="4485100"/>
              <a:ext cx="221000" cy="3475"/>
            </a:xfrm>
            <a:custGeom>
              <a:avLst/>
              <a:gdLst/>
              <a:ahLst/>
              <a:cxnLst/>
              <a:rect l="l" t="t" r="r" b="b"/>
              <a:pathLst>
                <a:path w="8840" h="139" extrusionOk="0">
                  <a:moveTo>
                    <a:pt x="84" y="1"/>
                  </a:moveTo>
                  <a:cubicBezTo>
                    <a:pt x="50" y="1"/>
                    <a:pt x="17" y="1"/>
                    <a:pt x="0" y="17"/>
                  </a:cubicBezTo>
                  <a:lnTo>
                    <a:pt x="84" y="17"/>
                  </a:lnTo>
                  <a:cubicBezTo>
                    <a:pt x="167" y="34"/>
                    <a:pt x="251" y="34"/>
                    <a:pt x="335" y="34"/>
                  </a:cubicBezTo>
                  <a:lnTo>
                    <a:pt x="1304" y="84"/>
                  </a:lnTo>
                  <a:cubicBezTo>
                    <a:pt x="2106" y="118"/>
                    <a:pt x="3225" y="134"/>
                    <a:pt x="4462" y="134"/>
                  </a:cubicBezTo>
                  <a:cubicBezTo>
                    <a:pt x="4698" y="138"/>
                    <a:pt x="4930" y="139"/>
                    <a:pt x="5156" y="139"/>
                  </a:cubicBezTo>
                  <a:cubicBezTo>
                    <a:pt x="6114" y="139"/>
                    <a:pt x="6971" y="115"/>
                    <a:pt x="7619" y="101"/>
                  </a:cubicBezTo>
                  <a:cubicBezTo>
                    <a:pt x="8004" y="84"/>
                    <a:pt x="8321" y="68"/>
                    <a:pt x="8572" y="51"/>
                  </a:cubicBezTo>
                  <a:lnTo>
                    <a:pt x="8839" y="34"/>
                  </a:lnTo>
                  <a:lnTo>
                    <a:pt x="8572" y="34"/>
                  </a:lnTo>
                  <a:lnTo>
                    <a:pt x="7619" y="51"/>
                  </a:lnTo>
                  <a:cubicBezTo>
                    <a:pt x="6817" y="68"/>
                    <a:pt x="5698" y="84"/>
                    <a:pt x="4462" y="84"/>
                  </a:cubicBezTo>
                  <a:cubicBezTo>
                    <a:pt x="3225" y="68"/>
                    <a:pt x="2106" y="51"/>
                    <a:pt x="1304" y="34"/>
                  </a:cubicBezTo>
                  <a:cubicBezTo>
                    <a:pt x="919" y="34"/>
                    <a:pt x="602" y="17"/>
                    <a:pt x="351" y="17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50"/>
            <p:cNvSpPr/>
            <p:nvPr/>
          </p:nvSpPr>
          <p:spPr>
            <a:xfrm>
              <a:off x="6394375" y="4470075"/>
              <a:ext cx="13400" cy="20475"/>
            </a:xfrm>
            <a:custGeom>
              <a:avLst/>
              <a:gdLst/>
              <a:ahLst/>
              <a:cxnLst/>
              <a:rect l="l" t="t" r="r" b="b"/>
              <a:pathLst>
                <a:path w="536" h="819" extrusionOk="0">
                  <a:moveTo>
                    <a:pt x="536" y="0"/>
                  </a:moveTo>
                  <a:lnTo>
                    <a:pt x="536" y="0"/>
                  </a:lnTo>
                  <a:cubicBezTo>
                    <a:pt x="201" y="151"/>
                    <a:pt x="1" y="468"/>
                    <a:pt x="34" y="819"/>
                  </a:cubicBezTo>
                  <a:cubicBezTo>
                    <a:pt x="68" y="669"/>
                    <a:pt x="135" y="518"/>
                    <a:pt x="201" y="368"/>
                  </a:cubicBezTo>
                  <a:cubicBezTo>
                    <a:pt x="302" y="234"/>
                    <a:pt x="402" y="117"/>
                    <a:pt x="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50"/>
            <p:cNvSpPr/>
            <p:nvPr/>
          </p:nvSpPr>
          <p:spPr>
            <a:xfrm>
              <a:off x="6353450" y="4457075"/>
              <a:ext cx="7550" cy="10925"/>
            </a:xfrm>
            <a:custGeom>
              <a:avLst/>
              <a:gdLst/>
              <a:ahLst/>
              <a:cxnLst/>
              <a:rect l="l" t="t" r="r" b="b"/>
              <a:pathLst>
                <a:path w="302" h="437" extrusionOk="0">
                  <a:moveTo>
                    <a:pt x="279" y="0"/>
                  </a:moveTo>
                  <a:cubicBezTo>
                    <a:pt x="256" y="0"/>
                    <a:pt x="194" y="80"/>
                    <a:pt x="117" y="203"/>
                  </a:cubicBezTo>
                  <a:cubicBezTo>
                    <a:pt x="51" y="320"/>
                    <a:pt x="1" y="420"/>
                    <a:pt x="17" y="437"/>
                  </a:cubicBezTo>
                  <a:cubicBezTo>
                    <a:pt x="17" y="437"/>
                    <a:pt x="101" y="353"/>
                    <a:pt x="184" y="236"/>
                  </a:cubicBezTo>
                  <a:cubicBezTo>
                    <a:pt x="251" y="103"/>
                    <a:pt x="301" y="2"/>
                    <a:pt x="285" y="2"/>
                  </a:cubicBezTo>
                  <a:cubicBezTo>
                    <a:pt x="283" y="1"/>
                    <a:pt x="281" y="0"/>
                    <a:pt x="2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50"/>
            <p:cNvSpPr/>
            <p:nvPr/>
          </p:nvSpPr>
          <p:spPr>
            <a:xfrm>
              <a:off x="6342600" y="4454950"/>
              <a:ext cx="8775" cy="7275"/>
            </a:xfrm>
            <a:custGeom>
              <a:avLst/>
              <a:gdLst/>
              <a:ahLst/>
              <a:cxnLst/>
              <a:rect l="l" t="t" r="r" b="b"/>
              <a:pathLst>
                <a:path w="351" h="291" extrusionOk="0">
                  <a:moveTo>
                    <a:pt x="341" y="1"/>
                  </a:moveTo>
                  <a:cubicBezTo>
                    <a:pt x="313" y="1"/>
                    <a:pt x="240" y="48"/>
                    <a:pt x="167" y="121"/>
                  </a:cubicBezTo>
                  <a:cubicBezTo>
                    <a:pt x="67" y="204"/>
                    <a:pt x="0" y="271"/>
                    <a:pt x="17" y="288"/>
                  </a:cubicBezTo>
                  <a:cubicBezTo>
                    <a:pt x="19" y="290"/>
                    <a:pt x="22" y="291"/>
                    <a:pt x="26" y="291"/>
                  </a:cubicBezTo>
                  <a:cubicBezTo>
                    <a:pt x="55" y="291"/>
                    <a:pt x="128" y="244"/>
                    <a:pt x="201" y="171"/>
                  </a:cubicBezTo>
                  <a:cubicBezTo>
                    <a:pt x="301" y="87"/>
                    <a:pt x="351" y="4"/>
                    <a:pt x="351" y="4"/>
                  </a:cubicBezTo>
                  <a:cubicBezTo>
                    <a:pt x="349" y="2"/>
                    <a:pt x="346" y="1"/>
                    <a:pt x="3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50"/>
            <p:cNvSpPr/>
            <p:nvPr/>
          </p:nvSpPr>
          <p:spPr>
            <a:xfrm>
              <a:off x="6336325" y="4449025"/>
              <a:ext cx="13800" cy="1850"/>
            </a:xfrm>
            <a:custGeom>
              <a:avLst/>
              <a:gdLst/>
              <a:ahLst/>
              <a:cxnLst/>
              <a:rect l="l" t="t" r="r" b="b"/>
              <a:pathLst>
                <a:path w="552" h="74" extrusionOk="0">
                  <a:moveTo>
                    <a:pt x="248" y="0"/>
                  </a:moveTo>
                  <a:cubicBezTo>
                    <a:pt x="166" y="0"/>
                    <a:pt x="83" y="9"/>
                    <a:pt x="0" y="24"/>
                  </a:cubicBezTo>
                  <a:cubicBezTo>
                    <a:pt x="84" y="57"/>
                    <a:pt x="184" y="74"/>
                    <a:pt x="268" y="74"/>
                  </a:cubicBezTo>
                  <a:cubicBezTo>
                    <a:pt x="368" y="74"/>
                    <a:pt x="468" y="74"/>
                    <a:pt x="552" y="40"/>
                  </a:cubicBezTo>
                  <a:cubicBezTo>
                    <a:pt x="451" y="13"/>
                    <a:pt x="349" y="0"/>
                    <a:pt x="2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50"/>
            <p:cNvSpPr/>
            <p:nvPr/>
          </p:nvSpPr>
          <p:spPr>
            <a:xfrm>
              <a:off x="6333825" y="4440825"/>
              <a:ext cx="15900" cy="2575"/>
            </a:xfrm>
            <a:custGeom>
              <a:avLst/>
              <a:gdLst/>
              <a:ahLst/>
              <a:cxnLst/>
              <a:rect l="l" t="t" r="r" b="b"/>
              <a:pathLst>
                <a:path w="636" h="103" extrusionOk="0">
                  <a:moveTo>
                    <a:pt x="0" y="1"/>
                  </a:moveTo>
                  <a:cubicBezTo>
                    <a:pt x="117" y="69"/>
                    <a:pt x="240" y="103"/>
                    <a:pt x="365" y="103"/>
                  </a:cubicBezTo>
                  <a:cubicBezTo>
                    <a:pt x="454" y="103"/>
                    <a:pt x="545" y="86"/>
                    <a:pt x="635" y="51"/>
                  </a:cubicBezTo>
                  <a:cubicBezTo>
                    <a:pt x="418" y="51"/>
                    <a:pt x="217" y="34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50"/>
            <p:cNvSpPr/>
            <p:nvPr/>
          </p:nvSpPr>
          <p:spPr>
            <a:xfrm>
              <a:off x="6358050" y="4444675"/>
              <a:ext cx="25075" cy="14150"/>
            </a:xfrm>
            <a:custGeom>
              <a:avLst/>
              <a:gdLst/>
              <a:ahLst/>
              <a:cxnLst/>
              <a:rect l="l" t="t" r="r" b="b"/>
              <a:pathLst>
                <a:path w="1003" h="566" extrusionOk="0">
                  <a:moveTo>
                    <a:pt x="668" y="59"/>
                  </a:moveTo>
                  <a:cubicBezTo>
                    <a:pt x="746" y="59"/>
                    <a:pt x="824" y="75"/>
                    <a:pt x="903" y="114"/>
                  </a:cubicBezTo>
                  <a:cubicBezTo>
                    <a:pt x="953" y="147"/>
                    <a:pt x="936" y="214"/>
                    <a:pt x="869" y="248"/>
                  </a:cubicBezTo>
                  <a:cubicBezTo>
                    <a:pt x="819" y="281"/>
                    <a:pt x="752" y="314"/>
                    <a:pt x="685" y="331"/>
                  </a:cubicBezTo>
                  <a:cubicBezTo>
                    <a:pt x="568" y="365"/>
                    <a:pt x="451" y="398"/>
                    <a:pt x="334" y="415"/>
                  </a:cubicBezTo>
                  <a:cubicBezTo>
                    <a:pt x="235" y="440"/>
                    <a:pt x="152" y="452"/>
                    <a:pt x="93" y="458"/>
                  </a:cubicBezTo>
                  <a:lnTo>
                    <a:pt x="93" y="458"/>
                  </a:lnTo>
                  <a:cubicBezTo>
                    <a:pt x="124" y="395"/>
                    <a:pt x="164" y="335"/>
                    <a:pt x="218" y="281"/>
                  </a:cubicBezTo>
                  <a:cubicBezTo>
                    <a:pt x="284" y="181"/>
                    <a:pt x="385" y="114"/>
                    <a:pt x="502" y="81"/>
                  </a:cubicBezTo>
                  <a:cubicBezTo>
                    <a:pt x="557" y="67"/>
                    <a:pt x="612" y="59"/>
                    <a:pt x="668" y="59"/>
                  </a:cubicBezTo>
                  <a:close/>
                  <a:moveTo>
                    <a:pt x="667" y="0"/>
                  </a:moveTo>
                  <a:cubicBezTo>
                    <a:pt x="477" y="0"/>
                    <a:pt x="292" y="89"/>
                    <a:pt x="167" y="248"/>
                  </a:cubicBezTo>
                  <a:cubicBezTo>
                    <a:pt x="118" y="313"/>
                    <a:pt x="85" y="379"/>
                    <a:pt x="68" y="461"/>
                  </a:cubicBezTo>
                  <a:lnTo>
                    <a:pt x="68" y="461"/>
                  </a:lnTo>
                  <a:cubicBezTo>
                    <a:pt x="25" y="465"/>
                    <a:pt x="0" y="465"/>
                    <a:pt x="0" y="465"/>
                  </a:cubicBezTo>
                  <a:cubicBezTo>
                    <a:pt x="21" y="468"/>
                    <a:pt x="43" y="470"/>
                    <a:pt x="64" y="472"/>
                  </a:cubicBezTo>
                  <a:lnTo>
                    <a:pt x="64" y="472"/>
                  </a:lnTo>
                  <a:cubicBezTo>
                    <a:pt x="50" y="503"/>
                    <a:pt x="50" y="534"/>
                    <a:pt x="50" y="565"/>
                  </a:cubicBezTo>
                  <a:cubicBezTo>
                    <a:pt x="61" y="535"/>
                    <a:pt x="72" y="504"/>
                    <a:pt x="86" y="474"/>
                  </a:cubicBezTo>
                  <a:lnTo>
                    <a:pt x="86" y="474"/>
                  </a:lnTo>
                  <a:cubicBezTo>
                    <a:pt x="116" y="476"/>
                    <a:pt x="145" y="477"/>
                    <a:pt x="174" y="477"/>
                  </a:cubicBezTo>
                  <a:cubicBezTo>
                    <a:pt x="230" y="477"/>
                    <a:pt x="284" y="473"/>
                    <a:pt x="334" y="465"/>
                  </a:cubicBezTo>
                  <a:cubicBezTo>
                    <a:pt x="468" y="448"/>
                    <a:pt x="585" y="431"/>
                    <a:pt x="702" y="381"/>
                  </a:cubicBezTo>
                  <a:cubicBezTo>
                    <a:pt x="769" y="365"/>
                    <a:pt x="836" y="348"/>
                    <a:pt x="903" y="298"/>
                  </a:cubicBezTo>
                  <a:cubicBezTo>
                    <a:pt x="953" y="281"/>
                    <a:pt x="986" y="248"/>
                    <a:pt x="986" y="198"/>
                  </a:cubicBezTo>
                  <a:cubicBezTo>
                    <a:pt x="1003" y="147"/>
                    <a:pt x="986" y="97"/>
                    <a:pt x="936" y="64"/>
                  </a:cubicBezTo>
                  <a:cubicBezTo>
                    <a:pt x="849" y="21"/>
                    <a:pt x="758" y="0"/>
                    <a:pt x="6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50"/>
            <p:cNvSpPr/>
            <p:nvPr/>
          </p:nvSpPr>
          <p:spPr>
            <a:xfrm>
              <a:off x="6348850" y="4440400"/>
              <a:ext cx="12975" cy="16325"/>
            </a:xfrm>
            <a:custGeom>
              <a:avLst/>
              <a:gdLst/>
              <a:ahLst/>
              <a:cxnLst/>
              <a:rect l="l" t="t" r="r" b="b"/>
              <a:pathLst>
                <a:path w="519" h="653" extrusionOk="0">
                  <a:moveTo>
                    <a:pt x="134" y="1"/>
                  </a:moveTo>
                  <a:cubicBezTo>
                    <a:pt x="51" y="18"/>
                    <a:pt x="1" y="84"/>
                    <a:pt x="17" y="151"/>
                  </a:cubicBezTo>
                  <a:cubicBezTo>
                    <a:pt x="34" y="218"/>
                    <a:pt x="51" y="268"/>
                    <a:pt x="84" y="302"/>
                  </a:cubicBezTo>
                  <a:cubicBezTo>
                    <a:pt x="118" y="385"/>
                    <a:pt x="185" y="452"/>
                    <a:pt x="235" y="519"/>
                  </a:cubicBezTo>
                  <a:cubicBezTo>
                    <a:pt x="285" y="569"/>
                    <a:pt x="352" y="619"/>
                    <a:pt x="435" y="653"/>
                  </a:cubicBezTo>
                  <a:cubicBezTo>
                    <a:pt x="435" y="636"/>
                    <a:pt x="368" y="586"/>
                    <a:pt x="268" y="485"/>
                  </a:cubicBezTo>
                  <a:cubicBezTo>
                    <a:pt x="218" y="419"/>
                    <a:pt x="168" y="352"/>
                    <a:pt x="134" y="285"/>
                  </a:cubicBezTo>
                  <a:cubicBezTo>
                    <a:pt x="84" y="201"/>
                    <a:pt x="51" y="84"/>
                    <a:pt x="134" y="68"/>
                  </a:cubicBezTo>
                  <a:cubicBezTo>
                    <a:pt x="142" y="66"/>
                    <a:pt x="149" y="66"/>
                    <a:pt x="156" y="66"/>
                  </a:cubicBezTo>
                  <a:cubicBezTo>
                    <a:pt x="232" y="66"/>
                    <a:pt x="307" y="140"/>
                    <a:pt x="368" y="201"/>
                  </a:cubicBezTo>
                  <a:cubicBezTo>
                    <a:pt x="402" y="268"/>
                    <a:pt x="435" y="352"/>
                    <a:pt x="452" y="435"/>
                  </a:cubicBezTo>
                  <a:cubicBezTo>
                    <a:pt x="469" y="502"/>
                    <a:pt x="469" y="586"/>
                    <a:pt x="469" y="653"/>
                  </a:cubicBezTo>
                  <a:cubicBezTo>
                    <a:pt x="502" y="586"/>
                    <a:pt x="519" y="502"/>
                    <a:pt x="502" y="419"/>
                  </a:cubicBezTo>
                  <a:cubicBezTo>
                    <a:pt x="485" y="335"/>
                    <a:pt x="452" y="252"/>
                    <a:pt x="402" y="168"/>
                  </a:cubicBezTo>
                  <a:cubicBezTo>
                    <a:pt x="352" y="68"/>
                    <a:pt x="251" y="1"/>
                    <a:pt x="1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50"/>
            <p:cNvSpPr/>
            <p:nvPr/>
          </p:nvSpPr>
          <p:spPr>
            <a:xfrm>
              <a:off x="6217700" y="4450950"/>
              <a:ext cx="47225" cy="38350"/>
            </a:xfrm>
            <a:custGeom>
              <a:avLst/>
              <a:gdLst/>
              <a:ahLst/>
              <a:cxnLst/>
              <a:rect l="l" t="t" r="r" b="b"/>
              <a:pathLst>
                <a:path w="1889" h="1534" extrusionOk="0">
                  <a:moveTo>
                    <a:pt x="253" y="1"/>
                  </a:moveTo>
                  <a:cubicBezTo>
                    <a:pt x="205" y="1"/>
                    <a:pt x="159" y="5"/>
                    <a:pt x="117" y="13"/>
                  </a:cubicBezTo>
                  <a:cubicBezTo>
                    <a:pt x="84" y="13"/>
                    <a:pt x="34" y="30"/>
                    <a:pt x="0" y="30"/>
                  </a:cubicBezTo>
                  <a:cubicBezTo>
                    <a:pt x="9" y="38"/>
                    <a:pt x="46" y="38"/>
                    <a:pt x="113" y="38"/>
                  </a:cubicBezTo>
                  <a:cubicBezTo>
                    <a:pt x="180" y="38"/>
                    <a:pt x="276" y="38"/>
                    <a:pt x="401" y="47"/>
                  </a:cubicBezTo>
                  <a:cubicBezTo>
                    <a:pt x="1036" y="130"/>
                    <a:pt x="1571" y="548"/>
                    <a:pt x="1771" y="1150"/>
                  </a:cubicBezTo>
                  <a:cubicBezTo>
                    <a:pt x="1855" y="1383"/>
                    <a:pt x="1855" y="1534"/>
                    <a:pt x="1872" y="1534"/>
                  </a:cubicBezTo>
                  <a:cubicBezTo>
                    <a:pt x="1888" y="1500"/>
                    <a:pt x="1888" y="1450"/>
                    <a:pt x="1872" y="1417"/>
                  </a:cubicBezTo>
                  <a:cubicBezTo>
                    <a:pt x="1872" y="1333"/>
                    <a:pt x="1838" y="1233"/>
                    <a:pt x="1821" y="1133"/>
                  </a:cubicBezTo>
                  <a:cubicBezTo>
                    <a:pt x="1621" y="498"/>
                    <a:pt x="1070" y="47"/>
                    <a:pt x="401" y="13"/>
                  </a:cubicBezTo>
                  <a:cubicBezTo>
                    <a:pt x="351" y="5"/>
                    <a:pt x="301" y="1"/>
                    <a:pt x="2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50"/>
            <p:cNvSpPr/>
            <p:nvPr/>
          </p:nvSpPr>
          <p:spPr>
            <a:xfrm>
              <a:off x="6230225" y="4392800"/>
              <a:ext cx="2125" cy="54325"/>
            </a:xfrm>
            <a:custGeom>
              <a:avLst/>
              <a:gdLst/>
              <a:ahLst/>
              <a:cxnLst/>
              <a:rect l="l" t="t" r="r" b="b"/>
              <a:pathLst>
                <a:path w="85" h="2173" extrusionOk="0">
                  <a:moveTo>
                    <a:pt x="51" y="0"/>
                  </a:moveTo>
                  <a:lnTo>
                    <a:pt x="51" y="0"/>
                  </a:lnTo>
                  <a:cubicBezTo>
                    <a:pt x="0" y="735"/>
                    <a:pt x="0" y="1454"/>
                    <a:pt x="17" y="2172"/>
                  </a:cubicBezTo>
                  <a:cubicBezTo>
                    <a:pt x="84" y="1454"/>
                    <a:pt x="84" y="735"/>
                    <a:pt x="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50"/>
            <p:cNvSpPr/>
            <p:nvPr/>
          </p:nvSpPr>
          <p:spPr>
            <a:xfrm>
              <a:off x="6281175" y="4472825"/>
              <a:ext cx="38475" cy="2125"/>
            </a:xfrm>
            <a:custGeom>
              <a:avLst/>
              <a:gdLst/>
              <a:ahLst/>
              <a:cxnLst/>
              <a:rect l="l" t="t" r="r" b="b"/>
              <a:pathLst>
                <a:path w="1539" h="85" extrusionOk="0">
                  <a:moveTo>
                    <a:pt x="84" y="0"/>
                  </a:moveTo>
                  <a:cubicBezTo>
                    <a:pt x="31" y="0"/>
                    <a:pt x="1" y="2"/>
                    <a:pt x="1" y="7"/>
                  </a:cubicBezTo>
                  <a:cubicBezTo>
                    <a:pt x="272" y="60"/>
                    <a:pt x="542" y="85"/>
                    <a:pt x="811" y="85"/>
                  </a:cubicBezTo>
                  <a:cubicBezTo>
                    <a:pt x="1056" y="85"/>
                    <a:pt x="1299" y="64"/>
                    <a:pt x="1538" y="24"/>
                  </a:cubicBezTo>
                  <a:cubicBezTo>
                    <a:pt x="1538" y="18"/>
                    <a:pt x="1501" y="16"/>
                    <a:pt x="1435" y="16"/>
                  </a:cubicBezTo>
                  <a:cubicBezTo>
                    <a:pt x="1304" y="16"/>
                    <a:pt x="1059" y="24"/>
                    <a:pt x="770" y="24"/>
                  </a:cubicBezTo>
                  <a:cubicBezTo>
                    <a:pt x="474" y="12"/>
                    <a:pt x="212" y="0"/>
                    <a:pt x="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50"/>
            <p:cNvSpPr/>
            <p:nvPr/>
          </p:nvSpPr>
          <p:spPr>
            <a:xfrm>
              <a:off x="6255275" y="4472925"/>
              <a:ext cx="4225" cy="7600"/>
            </a:xfrm>
            <a:custGeom>
              <a:avLst/>
              <a:gdLst/>
              <a:ahLst/>
              <a:cxnLst/>
              <a:rect l="l" t="t" r="r" b="b"/>
              <a:pathLst>
                <a:path w="169" h="304" extrusionOk="0">
                  <a:moveTo>
                    <a:pt x="21" y="0"/>
                  </a:moveTo>
                  <a:cubicBezTo>
                    <a:pt x="19" y="0"/>
                    <a:pt x="18" y="1"/>
                    <a:pt x="18" y="3"/>
                  </a:cubicBezTo>
                  <a:cubicBezTo>
                    <a:pt x="1" y="20"/>
                    <a:pt x="34" y="70"/>
                    <a:pt x="68" y="154"/>
                  </a:cubicBezTo>
                  <a:cubicBezTo>
                    <a:pt x="101" y="237"/>
                    <a:pt x="135" y="304"/>
                    <a:pt x="151" y="304"/>
                  </a:cubicBezTo>
                  <a:cubicBezTo>
                    <a:pt x="168" y="304"/>
                    <a:pt x="168" y="220"/>
                    <a:pt x="135" y="120"/>
                  </a:cubicBezTo>
                  <a:cubicBezTo>
                    <a:pt x="91" y="47"/>
                    <a:pt x="35" y="0"/>
                    <a:pt x="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50"/>
            <p:cNvSpPr/>
            <p:nvPr/>
          </p:nvSpPr>
          <p:spPr>
            <a:xfrm>
              <a:off x="6245675" y="4460775"/>
              <a:ext cx="5450" cy="5225"/>
            </a:xfrm>
            <a:custGeom>
              <a:avLst/>
              <a:gdLst/>
              <a:ahLst/>
              <a:cxnLst/>
              <a:rect l="l" t="t" r="r" b="b"/>
              <a:pathLst>
                <a:path w="218" h="209" extrusionOk="0">
                  <a:moveTo>
                    <a:pt x="13" y="0"/>
                  </a:moveTo>
                  <a:cubicBezTo>
                    <a:pt x="8" y="0"/>
                    <a:pt x="4" y="2"/>
                    <a:pt x="1" y="5"/>
                  </a:cubicBezTo>
                  <a:cubicBezTo>
                    <a:pt x="1" y="21"/>
                    <a:pt x="34" y="71"/>
                    <a:pt x="84" y="122"/>
                  </a:cubicBezTo>
                  <a:cubicBezTo>
                    <a:pt x="128" y="165"/>
                    <a:pt x="171" y="208"/>
                    <a:pt x="193" y="208"/>
                  </a:cubicBezTo>
                  <a:cubicBezTo>
                    <a:pt x="196" y="208"/>
                    <a:pt x="199" y="207"/>
                    <a:pt x="201" y="205"/>
                  </a:cubicBezTo>
                  <a:cubicBezTo>
                    <a:pt x="218" y="188"/>
                    <a:pt x="184" y="138"/>
                    <a:pt x="134" y="71"/>
                  </a:cubicBezTo>
                  <a:cubicBezTo>
                    <a:pt x="79" y="30"/>
                    <a:pt x="36" y="0"/>
                    <a:pt x="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50"/>
            <p:cNvSpPr/>
            <p:nvPr/>
          </p:nvSpPr>
          <p:spPr>
            <a:xfrm>
              <a:off x="6231900" y="4454675"/>
              <a:ext cx="7950" cy="3300"/>
            </a:xfrm>
            <a:custGeom>
              <a:avLst/>
              <a:gdLst/>
              <a:ahLst/>
              <a:cxnLst/>
              <a:rect l="l" t="t" r="r" b="b"/>
              <a:pathLst>
                <a:path w="318" h="132" extrusionOk="0">
                  <a:moveTo>
                    <a:pt x="92" y="0"/>
                  </a:moveTo>
                  <a:cubicBezTo>
                    <a:pt x="40" y="0"/>
                    <a:pt x="0" y="20"/>
                    <a:pt x="0" y="31"/>
                  </a:cubicBezTo>
                  <a:cubicBezTo>
                    <a:pt x="0" y="48"/>
                    <a:pt x="67" y="48"/>
                    <a:pt x="151" y="65"/>
                  </a:cubicBezTo>
                  <a:cubicBezTo>
                    <a:pt x="234" y="98"/>
                    <a:pt x="284" y="132"/>
                    <a:pt x="301" y="132"/>
                  </a:cubicBezTo>
                  <a:cubicBezTo>
                    <a:pt x="318" y="115"/>
                    <a:pt x="268" y="48"/>
                    <a:pt x="167" y="15"/>
                  </a:cubicBezTo>
                  <a:cubicBezTo>
                    <a:pt x="141" y="4"/>
                    <a:pt x="116" y="0"/>
                    <a:pt x="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50"/>
            <p:cNvSpPr/>
            <p:nvPr/>
          </p:nvSpPr>
          <p:spPr>
            <a:xfrm>
              <a:off x="6221875" y="4452200"/>
              <a:ext cx="4200" cy="2325"/>
            </a:xfrm>
            <a:custGeom>
              <a:avLst/>
              <a:gdLst/>
              <a:ahLst/>
              <a:cxnLst/>
              <a:rect l="l" t="t" r="r" b="b"/>
              <a:pathLst>
                <a:path w="168" h="93" extrusionOk="0">
                  <a:moveTo>
                    <a:pt x="38" y="1"/>
                  </a:moveTo>
                  <a:cubicBezTo>
                    <a:pt x="21" y="1"/>
                    <a:pt x="9" y="5"/>
                    <a:pt x="0" y="13"/>
                  </a:cubicBezTo>
                  <a:cubicBezTo>
                    <a:pt x="0" y="30"/>
                    <a:pt x="34" y="64"/>
                    <a:pt x="67" y="80"/>
                  </a:cubicBezTo>
                  <a:cubicBezTo>
                    <a:pt x="92" y="89"/>
                    <a:pt x="113" y="93"/>
                    <a:pt x="130" y="93"/>
                  </a:cubicBezTo>
                  <a:cubicBezTo>
                    <a:pt x="147" y="93"/>
                    <a:pt x="159" y="89"/>
                    <a:pt x="167" y="80"/>
                  </a:cubicBezTo>
                  <a:cubicBezTo>
                    <a:pt x="167" y="64"/>
                    <a:pt x="134" y="30"/>
                    <a:pt x="101" y="13"/>
                  </a:cubicBezTo>
                  <a:cubicBezTo>
                    <a:pt x="75" y="5"/>
                    <a:pt x="55" y="1"/>
                    <a:pt x="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50"/>
            <p:cNvSpPr/>
            <p:nvPr/>
          </p:nvSpPr>
          <p:spPr>
            <a:xfrm>
              <a:off x="5534325" y="2405325"/>
              <a:ext cx="347550" cy="294425"/>
            </a:xfrm>
            <a:custGeom>
              <a:avLst/>
              <a:gdLst/>
              <a:ahLst/>
              <a:cxnLst/>
              <a:rect l="l" t="t" r="r" b="b"/>
              <a:pathLst>
                <a:path w="13902" h="11777" extrusionOk="0">
                  <a:moveTo>
                    <a:pt x="769" y="0"/>
                  </a:moveTo>
                  <a:cubicBezTo>
                    <a:pt x="769" y="0"/>
                    <a:pt x="0" y="9641"/>
                    <a:pt x="2456" y="11195"/>
                  </a:cubicBezTo>
                  <a:cubicBezTo>
                    <a:pt x="3104" y="11610"/>
                    <a:pt x="3931" y="11777"/>
                    <a:pt x="4844" y="11777"/>
                  </a:cubicBezTo>
                  <a:cubicBezTo>
                    <a:pt x="8636" y="11777"/>
                    <a:pt x="13902" y="8889"/>
                    <a:pt x="13902" y="8889"/>
                  </a:cubicBezTo>
                  <a:lnTo>
                    <a:pt x="13718" y="3275"/>
                  </a:lnTo>
                  <a:cubicBezTo>
                    <a:pt x="13718" y="3275"/>
                    <a:pt x="5856" y="6587"/>
                    <a:pt x="5319" y="6587"/>
                  </a:cubicBezTo>
                  <a:cubicBezTo>
                    <a:pt x="5309" y="6587"/>
                    <a:pt x="5301" y="6586"/>
                    <a:pt x="5297" y="6583"/>
                  </a:cubicBezTo>
                  <a:cubicBezTo>
                    <a:pt x="5063" y="6483"/>
                    <a:pt x="4845" y="150"/>
                    <a:pt x="4845" y="150"/>
                  </a:cubicBezTo>
                  <a:lnTo>
                    <a:pt x="7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50"/>
            <p:cNvSpPr/>
            <p:nvPr/>
          </p:nvSpPr>
          <p:spPr>
            <a:xfrm>
              <a:off x="5921950" y="2111250"/>
              <a:ext cx="200100" cy="384325"/>
            </a:xfrm>
            <a:custGeom>
              <a:avLst/>
              <a:gdLst/>
              <a:ahLst/>
              <a:cxnLst/>
              <a:rect l="l" t="t" r="r" b="b"/>
              <a:pathLst>
                <a:path w="8004" h="15373" extrusionOk="0">
                  <a:moveTo>
                    <a:pt x="3877" y="0"/>
                  </a:moveTo>
                  <a:lnTo>
                    <a:pt x="118" y="1838"/>
                  </a:lnTo>
                  <a:cubicBezTo>
                    <a:pt x="118" y="1838"/>
                    <a:pt x="1" y="6550"/>
                    <a:pt x="118" y="8588"/>
                  </a:cubicBezTo>
                  <a:cubicBezTo>
                    <a:pt x="251" y="10644"/>
                    <a:pt x="2306" y="10861"/>
                    <a:pt x="2306" y="10861"/>
                  </a:cubicBezTo>
                  <a:cubicBezTo>
                    <a:pt x="2306" y="10861"/>
                    <a:pt x="2323" y="11746"/>
                    <a:pt x="2323" y="12766"/>
                  </a:cubicBezTo>
                  <a:cubicBezTo>
                    <a:pt x="2340" y="14186"/>
                    <a:pt x="3476" y="15339"/>
                    <a:pt x="4896" y="15372"/>
                  </a:cubicBezTo>
                  <a:cubicBezTo>
                    <a:pt x="4907" y="15372"/>
                    <a:pt x="4917" y="15372"/>
                    <a:pt x="4928" y="15372"/>
                  </a:cubicBezTo>
                  <a:cubicBezTo>
                    <a:pt x="6334" y="15372"/>
                    <a:pt x="7503" y="14275"/>
                    <a:pt x="7570" y="12866"/>
                  </a:cubicBezTo>
                  <a:lnTo>
                    <a:pt x="8004" y="3125"/>
                  </a:lnTo>
                  <a:lnTo>
                    <a:pt x="38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50"/>
            <p:cNvSpPr/>
            <p:nvPr/>
          </p:nvSpPr>
          <p:spPr>
            <a:xfrm>
              <a:off x="5936150" y="2236550"/>
              <a:ext cx="15075" cy="13275"/>
            </a:xfrm>
            <a:custGeom>
              <a:avLst/>
              <a:gdLst/>
              <a:ahLst/>
              <a:cxnLst/>
              <a:rect l="l" t="t" r="r" b="b"/>
              <a:pathLst>
                <a:path w="603" h="531" extrusionOk="0">
                  <a:moveTo>
                    <a:pt x="251" y="1"/>
                  </a:moveTo>
                  <a:cubicBezTo>
                    <a:pt x="118" y="1"/>
                    <a:pt x="1" y="118"/>
                    <a:pt x="1" y="268"/>
                  </a:cubicBezTo>
                  <a:cubicBezTo>
                    <a:pt x="1" y="426"/>
                    <a:pt x="130" y="531"/>
                    <a:pt x="260" y="531"/>
                  </a:cubicBezTo>
                  <a:cubicBezTo>
                    <a:pt x="323" y="531"/>
                    <a:pt x="386" y="506"/>
                    <a:pt x="435" y="452"/>
                  </a:cubicBezTo>
                  <a:cubicBezTo>
                    <a:pt x="602" y="285"/>
                    <a:pt x="485" y="1"/>
                    <a:pt x="2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50"/>
            <p:cNvSpPr/>
            <p:nvPr/>
          </p:nvSpPr>
          <p:spPr>
            <a:xfrm>
              <a:off x="5929475" y="2228000"/>
              <a:ext cx="26325" cy="8275"/>
            </a:xfrm>
            <a:custGeom>
              <a:avLst/>
              <a:gdLst/>
              <a:ahLst/>
              <a:cxnLst/>
              <a:rect l="l" t="t" r="r" b="b"/>
              <a:pathLst>
                <a:path w="1053" h="331" extrusionOk="0">
                  <a:moveTo>
                    <a:pt x="555" y="0"/>
                  </a:moveTo>
                  <a:cubicBezTo>
                    <a:pt x="393" y="0"/>
                    <a:pt x="231" y="56"/>
                    <a:pt x="101" y="159"/>
                  </a:cubicBezTo>
                  <a:cubicBezTo>
                    <a:pt x="17" y="243"/>
                    <a:pt x="0" y="309"/>
                    <a:pt x="17" y="326"/>
                  </a:cubicBezTo>
                  <a:cubicBezTo>
                    <a:pt x="20" y="329"/>
                    <a:pt x="24" y="330"/>
                    <a:pt x="30" y="330"/>
                  </a:cubicBezTo>
                  <a:cubicBezTo>
                    <a:pt x="85" y="330"/>
                    <a:pt x="260" y="191"/>
                    <a:pt x="518" y="176"/>
                  </a:cubicBezTo>
                  <a:cubicBezTo>
                    <a:pt x="535" y="175"/>
                    <a:pt x="552" y="174"/>
                    <a:pt x="568" y="174"/>
                  </a:cubicBezTo>
                  <a:cubicBezTo>
                    <a:pt x="795" y="174"/>
                    <a:pt x="961" y="265"/>
                    <a:pt x="1019" y="265"/>
                  </a:cubicBezTo>
                  <a:cubicBezTo>
                    <a:pt x="1027" y="265"/>
                    <a:pt x="1032" y="263"/>
                    <a:pt x="1036" y="259"/>
                  </a:cubicBezTo>
                  <a:cubicBezTo>
                    <a:pt x="1053" y="243"/>
                    <a:pt x="1020" y="176"/>
                    <a:pt x="919" y="109"/>
                  </a:cubicBezTo>
                  <a:cubicBezTo>
                    <a:pt x="809" y="35"/>
                    <a:pt x="682" y="0"/>
                    <a:pt x="5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50"/>
            <p:cNvSpPr/>
            <p:nvPr/>
          </p:nvSpPr>
          <p:spPr>
            <a:xfrm>
              <a:off x="6011750" y="2236550"/>
              <a:ext cx="15500" cy="13275"/>
            </a:xfrm>
            <a:custGeom>
              <a:avLst/>
              <a:gdLst/>
              <a:ahLst/>
              <a:cxnLst/>
              <a:rect l="l" t="t" r="r" b="b"/>
              <a:pathLst>
                <a:path w="620" h="531" extrusionOk="0">
                  <a:moveTo>
                    <a:pt x="268" y="1"/>
                  </a:moveTo>
                  <a:cubicBezTo>
                    <a:pt x="118" y="1"/>
                    <a:pt x="1" y="118"/>
                    <a:pt x="1" y="268"/>
                  </a:cubicBezTo>
                  <a:cubicBezTo>
                    <a:pt x="1" y="426"/>
                    <a:pt x="130" y="531"/>
                    <a:pt x="266" y="531"/>
                  </a:cubicBezTo>
                  <a:cubicBezTo>
                    <a:pt x="331" y="531"/>
                    <a:pt x="398" y="506"/>
                    <a:pt x="452" y="452"/>
                  </a:cubicBezTo>
                  <a:cubicBezTo>
                    <a:pt x="619" y="285"/>
                    <a:pt x="502" y="1"/>
                    <a:pt x="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50"/>
            <p:cNvSpPr/>
            <p:nvPr/>
          </p:nvSpPr>
          <p:spPr>
            <a:xfrm>
              <a:off x="6007175" y="2228000"/>
              <a:ext cx="26750" cy="8275"/>
            </a:xfrm>
            <a:custGeom>
              <a:avLst/>
              <a:gdLst/>
              <a:ahLst/>
              <a:cxnLst/>
              <a:rect l="l" t="t" r="r" b="b"/>
              <a:pathLst>
                <a:path w="1070" h="331" extrusionOk="0">
                  <a:moveTo>
                    <a:pt x="571" y="0"/>
                  </a:moveTo>
                  <a:cubicBezTo>
                    <a:pt x="410" y="0"/>
                    <a:pt x="248" y="56"/>
                    <a:pt x="117" y="159"/>
                  </a:cubicBezTo>
                  <a:cubicBezTo>
                    <a:pt x="34" y="243"/>
                    <a:pt x="0" y="309"/>
                    <a:pt x="17" y="326"/>
                  </a:cubicBezTo>
                  <a:cubicBezTo>
                    <a:pt x="20" y="329"/>
                    <a:pt x="24" y="330"/>
                    <a:pt x="30" y="330"/>
                  </a:cubicBezTo>
                  <a:cubicBezTo>
                    <a:pt x="87" y="330"/>
                    <a:pt x="276" y="191"/>
                    <a:pt x="535" y="176"/>
                  </a:cubicBezTo>
                  <a:cubicBezTo>
                    <a:pt x="552" y="175"/>
                    <a:pt x="568" y="174"/>
                    <a:pt x="584" y="174"/>
                  </a:cubicBezTo>
                  <a:cubicBezTo>
                    <a:pt x="811" y="174"/>
                    <a:pt x="978" y="265"/>
                    <a:pt x="1035" y="265"/>
                  </a:cubicBezTo>
                  <a:cubicBezTo>
                    <a:pt x="1043" y="265"/>
                    <a:pt x="1049" y="263"/>
                    <a:pt x="1053" y="259"/>
                  </a:cubicBezTo>
                  <a:cubicBezTo>
                    <a:pt x="1069" y="243"/>
                    <a:pt x="1036" y="176"/>
                    <a:pt x="936" y="109"/>
                  </a:cubicBezTo>
                  <a:cubicBezTo>
                    <a:pt x="825" y="35"/>
                    <a:pt x="698" y="0"/>
                    <a:pt x="5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50"/>
            <p:cNvSpPr/>
            <p:nvPr/>
          </p:nvSpPr>
          <p:spPr>
            <a:xfrm>
              <a:off x="5963300" y="2234050"/>
              <a:ext cx="21325" cy="62675"/>
            </a:xfrm>
            <a:custGeom>
              <a:avLst/>
              <a:gdLst/>
              <a:ahLst/>
              <a:cxnLst/>
              <a:rect l="l" t="t" r="r" b="b"/>
              <a:pathLst>
                <a:path w="853" h="2507" extrusionOk="0">
                  <a:moveTo>
                    <a:pt x="801" y="0"/>
                  </a:moveTo>
                  <a:cubicBezTo>
                    <a:pt x="763" y="0"/>
                    <a:pt x="499" y="662"/>
                    <a:pt x="235" y="1471"/>
                  </a:cubicBezTo>
                  <a:cubicBezTo>
                    <a:pt x="184" y="1671"/>
                    <a:pt x="118" y="1872"/>
                    <a:pt x="51" y="2056"/>
                  </a:cubicBezTo>
                  <a:cubicBezTo>
                    <a:pt x="17" y="2156"/>
                    <a:pt x="1" y="2273"/>
                    <a:pt x="34" y="2373"/>
                  </a:cubicBezTo>
                  <a:cubicBezTo>
                    <a:pt x="51" y="2440"/>
                    <a:pt x="101" y="2473"/>
                    <a:pt x="168" y="2490"/>
                  </a:cubicBezTo>
                  <a:cubicBezTo>
                    <a:pt x="218" y="2507"/>
                    <a:pt x="251" y="2507"/>
                    <a:pt x="301" y="2507"/>
                  </a:cubicBezTo>
                  <a:cubicBezTo>
                    <a:pt x="452" y="2507"/>
                    <a:pt x="619" y="2507"/>
                    <a:pt x="769" y="2457"/>
                  </a:cubicBezTo>
                  <a:cubicBezTo>
                    <a:pt x="619" y="2407"/>
                    <a:pt x="452" y="2373"/>
                    <a:pt x="301" y="2373"/>
                  </a:cubicBezTo>
                  <a:cubicBezTo>
                    <a:pt x="235" y="2373"/>
                    <a:pt x="168" y="2356"/>
                    <a:pt x="168" y="2323"/>
                  </a:cubicBezTo>
                  <a:cubicBezTo>
                    <a:pt x="168" y="2256"/>
                    <a:pt x="184" y="2173"/>
                    <a:pt x="218" y="2106"/>
                  </a:cubicBezTo>
                  <a:cubicBezTo>
                    <a:pt x="268" y="1922"/>
                    <a:pt x="335" y="1722"/>
                    <a:pt x="402" y="1521"/>
                  </a:cubicBezTo>
                  <a:cubicBezTo>
                    <a:pt x="669" y="702"/>
                    <a:pt x="853" y="17"/>
                    <a:pt x="803" y="1"/>
                  </a:cubicBezTo>
                  <a:cubicBezTo>
                    <a:pt x="802" y="0"/>
                    <a:pt x="802" y="0"/>
                    <a:pt x="8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50"/>
            <p:cNvSpPr/>
            <p:nvPr/>
          </p:nvSpPr>
          <p:spPr>
            <a:xfrm>
              <a:off x="5971650" y="2301325"/>
              <a:ext cx="38475" cy="20675"/>
            </a:xfrm>
            <a:custGeom>
              <a:avLst/>
              <a:gdLst/>
              <a:ahLst/>
              <a:cxnLst/>
              <a:rect l="l" t="t" r="r" b="b"/>
              <a:pathLst>
                <a:path w="1539" h="827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1382" y="0"/>
                    <a:pt x="499" y="501"/>
                    <a:pt x="1" y="501"/>
                  </a:cubicBezTo>
                  <a:cubicBezTo>
                    <a:pt x="143" y="714"/>
                    <a:pt x="385" y="826"/>
                    <a:pt x="634" y="826"/>
                  </a:cubicBezTo>
                  <a:cubicBezTo>
                    <a:pt x="736" y="826"/>
                    <a:pt x="839" y="807"/>
                    <a:pt x="937" y="768"/>
                  </a:cubicBezTo>
                  <a:cubicBezTo>
                    <a:pt x="1538" y="518"/>
                    <a:pt x="1354" y="33"/>
                    <a:pt x="1354" y="33"/>
                  </a:cubicBezTo>
                  <a:cubicBezTo>
                    <a:pt x="1389" y="10"/>
                    <a:pt x="1404" y="0"/>
                    <a:pt x="1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50"/>
            <p:cNvSpPr/>
            <p:nvPr/>
          </p:nvSpPr>
          <p:spPr>
            <a:xfrm>
              <a:off x="5977100" y="2359775"/>
              <a:ext cx="67675" cy="35625"/>
            </a:xfrm>
            <a:custGeom>
              <a:avLst/>
              <a:gdLst/>
              <a:ahLst/>
              <a:cxnLst/>
              <a:rect l="l" t="t" r="r" b="b"/>
              <a:pathLst>
                <a:path w="2707" h="1425" extrusionOk="0">
                  <a:moveTo>
                    <a:pt x="2707" y="1"/>
                  </a:moveTo>
                  <a:lnTo>
                    <a:pt x="2707" y="1"/>
                  </a:lnTo>
                  <a:cubicBezTo>
                    <a:pt x="1922" y="552"/>
                    <a:pt x="969" y="870"/>
                    <a:pt x="0" y="920"/>
                  </a:cubicBezTo>
                  <a:lnTo>
                    <a:pt x="50" y="1421"/>
                  </a:lnTo>
                  <a:cubicBezTo>
                    <a:pt x="106" y="1423"/>
                    <a:pt x="160" y="1424"/>
                    <a:pt x="214" y="1424"/>
                  </a:cubicBezTo>
                  <a:cubicBezTo>
                    <a:pt x="2137" y="1424"/>
                    <a:pt x="2707" y="1"/>
                    <a:pt x="2707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50"/>
            <p:cNvSpPr/>
            <p:nvPr/>
          </p:nvSpPr>
          <p:spPr>
            <a:xfrm>
              <a:off x="5896475" y="2076900"/>
              <a:ext cx="301675" cy="294175"/>
            </a:xfrm>
            <a:custGeom>
              <a:avLst/>
              <a:gdLst/>
              <a:ahLst/>
              <a:cxnLst/>
              <a:rect l="l" t="t" r="r" b="b"/>
              <a:pathLst>
                <a:path w="12067" h="11767" extrusionOk="0">
                  <a:moveTo>
                    <a:pt x="12047" y="6203"/>
                  </a:moveTo>
                  <a:lnTo>
                    <a:pt x="12058" y="6448"/>
                  </a:lnTo>
                  <a:lnTo>
                    <a:pt x="12058" y="6448"/>
                  </a:lnTo>
                  <a:cubicBezTo>
                    <a:pt x="12055" y="6292"/>
                    <a:pt x="12047" y="6203"/>
                    <a:pt x="12047" y="6203"/>
                  </a:cubicBezTo>
                  <a:close/>
                  <a:moveTo>
                    <a:pt x="5395" y="0"/>
                  </a:moveTo>
                  <a:cubicBezTo>
                    <a:pt x="4583" y="0"/>
                    <a:pt x="3470" y="218"/>
                    <a:pt x="2039" y="1708"/>
                  </a:cubicBezTo>
                  <a:cubicBezTo>
                    <a:pt x="0" y="3814"/>
                    <a:pt x="1120" y="6086"/>
                    <a:pt x="1120" y="6086"/>
                  </a:cubicBezTo>
                  <a:lnTo>
                    <a:pt x="1454" y="5769"/>
                  </a:lnTo>
                  <a:lnTo>
                    <a:pt x="4445" y="5000"/>
                  </a:lnTo>
                  <a:cubicBezTo>
                    <a:pt x="4211" y="4198"/>
                    <a:pt x="4562" y="3195"/>
                    <a:pt x="4762" y="2728"/>
                  </a:cubicBezTo>
                  <a:lnTo>
                    <a:pt x="4779" y="2711"/>
                  </a:lnTo>
                  <a:cubicBezTo>
                    <a:pt x="5364" y="5769"/>
                    <a:pt x="8739" y="6086"/>
                    <a:pt x="8739" y="6086"/>
                  </a:cubicBezTo>
                  <a:lnTo>
                    <a:pt x="8472" y="11767"/>
                  </a:lnTo>
                  <a:cubicBezTo>
                    <a:pt x="11819" y="11053"/>
                    <a:pt x="12067" y="7627"/>
                    <a:pt x="12060" y="6537"/>
                  </a:cubicBezTo>
                  <a:lnTo>
                    <a:pt x="12060" y="6537"/>
                  </a:lnTo>
                  <a:cubicBezTo>
                    <a:pt x="12061" y="6549"/>
                    <a:pt x="12063" y="6560"/>
                    <a:pt x="12064" y="6571"/>
                  </a:cubicBezTo>
                  <a:lnTo>
                    <a:pt x="12058" y="6448"/>
                  </a:lnTo>
                  <a:lnTo>
                    <a:pt x="12058" y="6448"/>
                  </a:lnTo>
                  <a:cubicBezTo>
                    <a:pt x="12059" y="6476"/>
                    <a:pt x="12059" y="6505"/>
                    <a:pt x="12060" y="6537"/>
                  </a:cubicBezTo>
                  <a:lnTo>
                    <a:pt x="12060" y="6537"/>
                  </a:lnTo>
                  <a:cubicBezTo>
                    <a:pt x="12008" y="6139"/>
                    <a:pt x="11912" y="5328"/>
                    <a:pt x="11847" y="5100"/>
                  </a:cubicBezTo>
                  <a:cubicBezTo>
                    <a:pt x="10727" y="840"/>
                    <a:pt x="6985" y="38"/>
                    <a:pt x="6249" y="38"/>
                  </a:cubicBezTo>
                  <a:cubicBezTo>
                    <a:pt x="6015" y="38"/>
                    <a:pt x="5731" y="0"/>
                    <a:pt x="5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50"/>
            <p:cNvSpPr/>
            <p:nvPr/>
          </p:nvSpPr>
          <p:spPr>
            <a:xfrm>
              <a:off x="6185675" y="2198775"/>
              <a:ext cx="91775" cy="98975"/>
            </a:xfrm>
            <a:custGeom>
              <a:avLst/>
              <a:gdLst/>
              <a:ahLst/>
              <a:cxnLst/>
              <a:rect l="l" t="t" r="r" b="b"/>
              <a:pathLst>
                <a:path w="3671" h="3959" extrusionOk="0">
                  <a:moveTo>
                    <a:pt x="1601" y="0"/>
                  </a:moveTo>
                  <a:cubicBezTo>
                    <a:pt x="1467" y="0"/>
                    <a:pt x="1332" y="14"/>
                    <a:pt x="1198" y="41"/>
                  </a:cubicBezTo>
                  <a:cubicBezTo>
                    <a:pt x="770" y="164"/>
                    <a:pt x="398" y="565"/>
                    <a:pt x="376" y="1004"/>
                  </a:cubicBezTo>
                  <a:lnTo>
                    <a:pt x="376" y="1004"/>
                  </a:lnTo>
                  <a:cubicBezTo>
                    <a:pt x="15" y="1700"/>
                    <a:pt x="0" y="2546"/>
                    <a:pt x="379" y="3266"/>
                  </a:cubicBezTo>
                  <a:cubicBezTo>
                    <a:pt x="529" y="3550"/>
                    <a:pt x="763" y="3784"/>
                    <a:pt x="1064" y="3901"/>
                  </a:cubicBezTo>
                  <a:cubicBezTo>
                    <a:pt x="1179" y="3939"/>
                    <a:pt x="1300" y="3958"/>
                    <a:pt x="1420" y="3958"/>
                  </a:cubicBezTo>
                  <a:cubicBezTo>
                    <a:pt x="1667" y="3958"/>
                    <a:pt x="1915" y="3880"/>
                    <a:pt x="2117" y="3734"/>
                  </a:cubicBezTo>
                  <a:cubicBezTo>
                    <a:pt x="2434" y="3534"/>
                    <a:pt x="2701" y="3266"/>
                    <a:pt x="2919" y="2965"/>
                  </a:cubicBezTo>
                  <a:cubicBezTo>
                    <a:pt x="3286" y="2498"/>
                    <a:pt x="3671" y="1946"/>
                    <a:pt x="3554" y="1345"/>
                  </a:cubicBezTo>
                  <a:cubicBezTo>
                    <a:pt x="3470" y="860"/>
                    <a:pt x="3052" y="493"/>
                    <a:pt x="2618" y="275"/>
                  </a:cubicBezTo>
                  <a:cubicBezTo>
                    <a:pt x="2303" y="94"/>
                    <a:pt x="1954" y="0"/>
                    <a:pt x="16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50"/>
            <p:cNvSpPr/>
            <p:nvPr/>
          </p:nvSpPr>
          <p:spPr>
            <a:xfrm>
              <a:off x="5901475" y="2104125"/>
              <a:ext cx="109900" cy="115750"/>
            </a:xfrm>
            <a:custGeom>
              <a:avLst/>
              <a:gdLst/>
              <a:ahLst/>
              <a:cxnLst/>
              <a:rect l="l" t="t" r="r" b="b"/>
              <a:pathLst>
                <a:path w="4396" h="4630" extrusionOk="0">
                  <a:moveTo>
                    <a:pt x="4146" y="1"/>
                  </a:moveTo>
                  <a:cubicBezTo>
                    <a:pt x="3968" y="1"/>
                    <a:pt x="3696" y="27"/>
                    <a:pt x="3359" y="118"/>
                  </a:cubicBezTo>
                  <a:cubicBezTo>
                    <a:pt x="1705" y="553"/>
                    <a:pt x="435" y="1906"/>
                    <a:pt x="118" y="3594"/>
                  </a:cubicBezTo>
                  <a:cubicBezTo>
                    <a:pt x="1" y="4228"/>
                    <a:pt x="68" y="4629"/>
                    <a:pt x="118" y="4629"/>
                  </a:cubicBezTo>
                  <a:cubicBezTo>
                    <a:pt x="168" y="4629"/>
                    <a:pt x="185" y="4245"/>
                    <a:pt x="352" y="3660"/>
                  </a:cubicBezTo>
                  <a:cubicBezTo>
                    <a:pt x="786" y="2123"/>
                    <a:pt x="1939" y="887"/>
                    <a:pt x="3443" y="352"/>
                  </a:cubicBezTo>
                  <a:cubicBezTo>
                    <a:pt x="4011" y="135"/>
                    <a:pt x="4395" y="85"/>
                    <a:pt x="4378" y="35"/>
                  </a:cubicBezTo>
                  <a:cubicBezTo>
                    <a:pt x="4378" y="19"/>
                    <a:pt x="4295" y="1"/>
                    <a:pt x="4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50"/>
            <p:cNvSpPr/>
            <p:nvPr/>
          </p:nvSpPr>
          <p:spPr>
            <a:xfrm>
              <a:off x="6127475" y="2252000"/>
              <a:ext cx="43875" cy="45125"/>
            </a:xfrm>
            <a:custGeom>
              <a:avLst/>
              <a:gdLst/>
              <a:ahLst/>
              <a:cxnLst/>
              <a:rect l="l" t="t" r="r" b="b"/>
              <a:pathLst>
                <a:path w="1755" h="1805" extrusionOk="0">
                  <a:moveTo>
                    <a:pt x="918" y="0"/>
                  </a:moveTo>
                  <a:cubicBezTo>
                    <a:pt x="907" y="0"/>
                    <a:pt x="896" y="1"/>
                    <a:pt x="886" y="1"/>
                  </a:cubicBezTo>
                  <a:cubicBezTo>
                    <a:pt x="535" y="68"/>
                    <a:pt x="251" y="318"/>
                    <a:pt x="151" y="636"/>
                  </a:cubicBezTo>
                  <a:cubicBezTo>
                    <a:pt x="34" y="970"/>
                    <a:pt x="0" y="1304"/>
                    <a:pt x="34" y="1655"/>
                  </a:cubicBezTo>
                  <a:lnTo>
                    <a:pt x="67" y="1689"/>
                  </a:lnTo>
                  <a:cubicBezTo>
                    <a:pt x="238" y="1766"/>
                    <a:pt x="419" y="1804"/>
                    <a:pt x="600" y="1804"/>
                  </a:cubicBezTo>
                  <a:cubicBezTo>
                    <a:pt x="808" y="1804"/>
                    <a:pt x="1015" y="1754"/>
                    <a:pt x="1203" y="1655"/>
                  </a:cubicBezTo>
                  <a:cubicBezTo>
                    <a:pt x="1554" y="1471"/>
                    <a:pt x="1755" y="1087"/>
                    <a:pt x="1704" y="686"/>
                  </a:cubicBezTo>
                  <a:cubicBezTo>
                    <a:pt x="1639" y="296"/>
                    <a:pt x="1305" y="0"/>
                    <a:pt x="9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50"/>
            <p:cNvSpPr/>
            <p:nvPr/>
          </p:nvSpPr>
          <p:spPr>
            <a:xfrm>
              <a:off x="6143350" y="2260275"/>
              <a:ext cx="16725" cy="29325"/>
            </a:xfrm>
            <a:custGeom>
              <a:avLst/>
              <a:gdLst/>
              <a:ahLst/>
              <a:cxnLst/>
              <a:rect l="l" t="t" r="r" b="b"/>
              <a:pathLst>
                <a:path w="669" h="1173" extrusionOk="0">
                  <a:moveTo>
                    <a:pt x="71" y="0"/>
                  </a:moveTo>
                  <a:cubicBezTo>
                    <a:pt x="42" y="0"/>
                    <a:pt x="23" y="8"/>
                    <a:pt x="17" y="21"/>
                  </a:cubicBezTo>
                  <a:cubicBezTo>
                    <a:pt x="17" y="38"/>
                    <a:pt x="100" y="71"/>
                    <a:pt x="201" y="171"/>
                  </a:cubicBezTo>
                  <a:cubicBezTo>
                    <a:pt x="468" y="388"/>
                    <a:pt x="451" y="806"/>
                    <a:pt x="184" y="1023"/>
                  </a:cubicBezTo>
                  <a:cubicBezTo>
                    <a:pt x="84" y="1107"/>
                    <a:pt x="0" y="1140"/>
                    <a:pt x="0" y="1157"/>
                  </a:cubicBezTo>
                  <a:cubicBezTo>
                    <a:pt x="0" y="1165"/>
                    <a:pt x="20" y="1172"/>
                    <a:pt x="56" y="1172"/>
                  </a:cubicBezTo>
                  <a:cubicBezTo>
                    <a:pt x="100" y="1172"/>
                    <a:pt x="168" y="1161"/>
                    <a:pt x="251" y="1124"/>
                  </a:cubicBezTo>
                  <a:cubicBezTo>
                    <a:pt x="652" y="890"/>
                    <a:pt x="668" y="305"/>
                    <a:pt x="267" y="71"/>
                  </a:cubicBezTo>
                  <a:cubicBezTo>
                    <a:pt x="186" y="20"/>
                    <a:pt x="116" y="0"/>
                    <a:pt x="71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50"/>
            <p:cNvSpPr/>
            <p:nvPr/>
          </p:nvSpPr>
          <p:spPr>
            <a:xfrm>
              <a:off x="5986275" y="2197950"/>
              <a:ext cx="91925" cy="83925"/>
            </a:xfrm>
            <a:custGeom>
              <a:avLst/>
              <a:gdLst/>
              <a:ahLst/>
              <a:cxnLst/>
              <a:rect l="l" t="t" r="r" b="b"/>
              <a:pathLst>
                <a:path w="3677" h="3357" extrusionOk="0">
                  <a:moveTo>
                    <a:pt x="1647" y="1"/>
                  </a:moveTo>
                  <a:cubicBezTo>
                    <a:pt x="1276" y="1"/>
                    <a:pt x="910" y="123"/>
                    <a:pt x="619" y="358"/>
                  </a:cubicBezTo>
                  <a:cubicBezTo>
                    <a:pt x="318" y="592"/>
                    <a:pt x="118" y="910"/>
                    <a:pt x="34" y="1277"/>
                  </a:cubicBezTo>
                  <a:cubicBezTo>
                    <a:pt x="17" y="1378"/>
                    <a:pt x="1" y="1478"/>
                    <a:pt x="1" y="1578"/>
                  </a:cubicBezTo>
                  <a:cubicBezTo>
                    <a:pt x="1" y="1645"/>
                    <a:pt x="17" y="1678"/>
                    <a:pt x="17" y="1678"/>
                  </a:cubicBezTo>
                  <a:cubicBezTo>
                    <a:pt x="34" y="1678"/>
                    <a:pt x="34" y="1528"/>
                    <a:pt x="101" y="1294"/>
                  </a:cubicBezTo>
                  <a:cubicBezTo>
                    <a:pt x="201" y="960"/>
                    <a:pt x="402" y="659"/>
                    <a:pt x="686" y="459"/>
                  </a:cubicBezTo>
                  <a:cubicBezTo>
                    <a:pt x="967" y="248"/>
                    <a:pt x="1283" y="152"/>
                    <a:pt x="1591" y="152"/>
                  </a:cubicBezTo>
                  <a:cubicBezTo>
                    <a:pt x="2382" y="152"/>
                    <a:pt x="3125" y="777"/>
                    <a:pt x="3125" y="1678"/>
                  </a:cubicBezTo>
                  <a:cubicBezTo>
                    <a:pt x="3125" y="2580"/>
                    <a:pt x="2382" y="3204"/>
                    <a:pt x="1591" y="3204"/>
                  </a:cubicBezTo>
                  <a:cubicBezTo>
                    <a:pt x="1283" y="3204"/>
                    <a:pt x="967" y="3109"/>
                    <a:pt x="686" y="2898"/>
                  </a:cubicBezTo>
                  <a:cubicBezTo>
                    <a:pt x="402" y="2698"/>
                    <a:pt x="201" y="2397"/>
                    <a:pt x="101" y="2063"/>
                  </a:cubicBezTo>
                  <a:cubicBezTo>
                    <a:pt x="34" y="1829"/>
                    <a:pt x="34" y="1678"/>
                    <a:pt x="17" y="1678"/>
                  </a:cubicBezTo>
                  <a:cubicBezTo>
                    <a:pt x="17" y="1678"/>
                    <a:pt x="1" y="1712"/>
                    <a:pt x="1" y="1779"/>
                  </a:cubicBezTo>
                  <a:cubicBezTo>
                    <a:pt x="1" y="1879"/>
                    <a:pt x="17" y="1979"/>
                    <a:pt x="34" y="2079"/>
                  </a:cubicBezTo>
                  <a:cubicBezTo>
                    <a:pt x="118" y="2447"/>
                    <a:pt x="318" y="2765"/>
                    <a:pt x="619" y="2998"/>
                  </a:cubicBezTo>
                  <a:cubicBezTo>
                    <a:pt x="910" y="3234"/>
                    <a:pt x="1276" y="3356"/>
                    <a:pt x="1647" y="3356"/>
                  </a:cubicBezTo>
                  <a:cubicBezTo>
                    <a:pt x="1829" y="3356"/>
                    <a:pt x="2013" y="3326"/>
                    <a:pt x="2189" y="3266"/>
                  </a:cubicBezTo>
                  <a:cubicBezTo>
                    <a:pt x="3677" y="2731"/>
                    <a:pt x="3677" y="626"/>
                    <a:pt x="2189" y="91"/>
                  </a:cubicBezTo>
                  <a:cubicBezTo>
                    <a:pt x="2013" y="31"/>
                    <a:pt x="1829" y="1"/>
                    <a:pt x="16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50"/>
            <p:cNvSpPr/>
            <p:nvPr/>
          </p:nvSpPr>
          <p:spPr>
            <a:xfrm>
              <a:off x="5893975" y="2197950"/>
              <a:ext cx="91900" cy="83925"/>
            </a:xfrm>
            <a:custGeom>
              <a:avLst/>
              <a:gdLst/>
              <a:ahLst/>
              <a:cxnLst/>
              <a:rect l="l" t="t" r="r" b="b"/>
              <a:pathLst>
                <a:path w="3676" h="3357" extrusionOk="0">
                  <a:moveTo>
                    <a:pt x="1646" y="1"/>
                  </a:moveTo>
                  <a:cubicBezTo>
                    <a:pt x="1275" y="1"/>
                    <a:pt x="909" y="123"/>
                    <a:pt x="618" y="358"/>
                  </a:cubicBezTo>
                  <a:cubicBezTo>
                    <a:pt x="318" y="592"/>
                    <a:pt x="117" y="910"/>
                    <a:pt x="33" y="1277"/>
                  </a:cubicBezTo>
                  <a:cubicBezTo>
                    <a:pt x="17" y="1378"/>
                    <a:pt x="0" y="1478"/>
                    <a:pt x="0" y="1578"/>
                  </a:cubicBezTo>
                  <a:cubicBezTo>
                    <a:pt x="0" y="1645"/>
                    <a:pt x="17" y="1678"/>
                    <a:pt x="17" y="1678"/>
                  </a:cubicBezTo>
                  <a:cubicBezTo>
                    <a:pt x="33" y="1678"/>
                    <a:pt x="33" y="1528"/>
                    <a:pt x="100" y="1294"/>
                  </a:cubicBezTo>
                  <a:cubicBezTo>
                    <a:pt x="201" y="960"/>
                    <a:pt x="401" y="659"/>
                    <a:pt x="685" y="459"/>
                  </a:cubicBezTo>
                  <a:cubicBezTo>
                    <a:pt x="967" y="248"/>
                    <a:pt x="1282" y="152"/>
                    <a:pt x="1591" y="152"/>
                  </a:cubicBezTo>
                  <a:cubicBezTo>
                    <a:pt x="2381" y="152"/>
                    <a:pt x="3125" y="777"/>
                    <a:pt x="3125" y="1678"/>
                  </a:cubicBezTo>
                  <a:cubicBezTo>
                    <a:pt x="3125" y="2580"/>
                    <a:pt x="2381" y="3204"/>
                    <a:pt x="1591" y="3204"/>
                  </a:cubicBezTo>
                  <a:cubicBezTo>
                    <a:pt x="1282" y="3204"/>
                    <a:pt x="967" y="3109"/>
                    <a:pt x="685" y="2898"/>
                  </a:cubicBezTo>
                  <a:cubicBezTo>
                    <a:pt x="401" y="2698"/>
                    <a:pt x="201" y="2397"/>
                    <a:pt x="100" y="2063"/>
                  </a:cubicBezTo>
                  <a:cubicBezTo>
                    <a:pt x="33" y="1829"/>
                    <a:pt x="33" y="1678"/>
                    <a:pt x="17" y="1678"/>
                  </a:cubicBezTo>
                  <a:cubicBezTo>
                    <a:pt x="17" y="1678"/>
                    <a:pt x="0" y="1712"/>
                    <a:pt x="0" y="1779"/>
                  </a:cubicBezTo>
                  <a:cubicBezTo>
                    <a:pt x="0" y="1879"/>
                    <a:pt x="17" y="1979"/>
                    <a:pt x="33" y="2079"/>
                  </a:cubicBezTo>
                  <a:cubicBezTo>
                    <a:pt x="117" y="2447"/>
                    <a:pt x="318" y="2765"/>
                    <a:pt x="618" y="2998"/>
                  </a:cubicBezTo>
                  <a:cubicBezTo>
                    <a:pt x="909" y="3234"/>
                    <a:pt x="1275" y="3356"/>
                    <a:pt x="1646" y="3356"/>
                  </a:cubicBezTo>
                  <a:cubicBezTo>
                    <a:pt x="1829" y="3356"/>
                    <a:pt x="2012" y="3326"/>
                    <a:pt x="2189" y="3266"/>
                  </a:cubicBezTo>
                  <a:cubicBezTo>
                    <a:pt x="3676" y="2731"/>
                    <a:pt x="3676" y="626"/>
                    <a:pt x="2189" y="91"/>
                  </a:cubicBezTo>
                  <a:cubicBezTo>
                    <a:pt x="2012" y="31"/>
                    <a:pt x="1829" y="1"/>
                    <a:pt x="1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50"/>
            <p:cNvSpPr/>
            <p:nvPr/>
          </p:nvSpPr>
          <p:spPr>
            <a:xfrm>
              <a:off x="5974575" y="2239075"/>
              <a:ext cx="14650" cy="4200"/>
            </a:xfrm>
            <a:custGeom>
              <a:avLst/>
              <a:gdLst/>
              <a:ahLst/>
              <a:cxnLst/>
              <a:rect l="l" t="t" r="r" b="b"/>
              <a:pathLst>
                <a:path w="586" h="168" extrusionOk="0">
                  <a:moveTo>
                    <a:pt x="285" y="0"/>
                  </a:moveTo>
                  <a:cubicBezTo>
                    <a:pt x="134" y="0"/>
                    <a:pt x="1" y="33"/>
                    <a:pt x="1" y="84"/>
                  </a:cubicBezTo>
                  <a:cubicBezTo>
                    <a:pt x="1" y="134"/>
                    <a:pt x="134" y="167"/>
                    <a:pt x="285" y="167"/>
                  </a:cubicBezTo>
                  <a:cubicBezTo>
                    <a:pt x="452" y="167"/>
                    <a:pt x="586" y="134"/>
                    <a:pt x="586" y="84"/>
                  </a:cubicBezTo>
                  <a:cubicBezTo>
                    <a:pt x="586" y="33"/>
                    <a:pt x="452" y="0"/>
                    <a:pt x="2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50"/>
            <p:cNvSpPr/>
            <p:nvPr/>
          </p:nvSpPr>
          <p:spPr>
            <a:xfrm>
              <a:off x="6065225" y="2247900"/>
              <a:ext cx="71450" cy="14775"/>
            </a:xfrm>
            <a:custGeom>
              <a:avLst/>
              <a:gdLst/>
              <a:ahLst/>
              <a:cxnLst/>
              <a:rect l="l" t="t" r="r" b="b"/>
              <a:pathLst>
                <a:path w="2858" h="591" extrusionOk="0">
                  <a:moveTo>
                    <a:pt x="79" y="0"/>
                  </a:moveTo>
                  <a:cubicBezTo>
                    <a:pt x="31" y="0"/>
                    <a:pt x="4" y="5"/>
                    <a:pt x="1" y="15"/>
                  </a:cubicBezTo>
                  <a:cubicBezTo>
                    <a:pt x="1" y="65"/>
                    <a:pt x="619" y="232"/>
                    <a:pt x="1404" y="382"/>
                  </a:cubicBezTo>
                  <a:cubicBezTo>
                    <a:pt x="2074" y="510"/>
                    <a:pt x="2646" y="590"/>
                    <a:pt x="2800" y="590"/>
                  </a:cubicBezTo>
                  <a:cubicBezTo>
                    <a:pt x="2827" y="590"/>
                    <a:pt x="2841" y="588"/>
                    <a:pt x="2841" y="583"/>
                  </a:cubicBezTo>
                  <a:cubicBezTo>
                    <a:pt x="2858" y="533"/>
                    <a:pt x="2223" y="366"/>
                    <a:pt x="1438" y="215"/>
                  </a:cubicBezTo>
                  <a:cubicBezTo>
                    <a:pt x="819" y="81"/>
                    <a:pt x="275" y="0"/>
                    <a:pt x="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50"/>
            <p:cNvSpPr/>
            <p:nvPr/>
          </p:nvSpPr>
          <p:spPr>
            <a:xfrm>
              <a:off x="5833825" y="3063200"/>
              <a:ext cx="564350" cy="1370125"/>
            </a:xfrm>
            <a:custGeom>
              <a:avLst/>
              <a:gdLst/>
              <a:ahLst/>
              <a:cxnLst/>
              <a:rect l="l" t="t" r="r" b="b"/>
              <a:pathLst>
                <a:path w="22574" h="54805" extrusionOk="0">
                  <a:moveTo>
                    <a:pt x="16007" y="1"/>
                  </a:moveTo>
                  <a:lnTo>
                    <a:pt x="0" y="602"/>
                  </a:lnTo>
                  <a:lnTo>
                    <a:pt x="2556" y="54621"/>
                  </a:lnTo>
                  <a:lnTo>
                    <a:pt x="10760" y="54805"/>
                  </a:lnTo>
                  <a:lnTo>
                    <a:pt x="8638" y="8105"/>
                  </a:lnTo>
                  <a:lnTo>
                    <a:pt x="14186" y="54604"/>
                  </a:lnTo>
                  <a:lnTo>
                    <a:pt x="22573" y="54805"/>
                  </a:lnTo>
                  <a:lnTo>
                    <a:pt x="160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50"/>
            <p:cNvSpPr/>
            <p:nvPr/>
          </p:nvSpPr>
          <p:spPr>
            <a:xfrm>
              <a:off x="5931975" y="3082425"/>
              <a:ext cx="63925" cy="1348400"/>
            </a:xfrm>
            <a:custGeom>
              <a:avLst/>
              <a:gdLst/>
              <a:ahLst/>
              <a:cxnLst/>
              <a:rect l="l" t="t" r="r" b="b"/>
              <a:pathLst>
                <a:path w="2557" h="53936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1"/>
                    <a:pt x="502" y="12081"/>
                    <a:pt x="1187" y="26968"/>
                  </a:cubicBezTo>
                  <a:cubicBezTo>
                    <a:pt x="1872" y="41872"/>
                    <a:pt x="2457" y="53936"/>
                    <a:pt x="2507" y="53936"/>
                  </a:cubicBezTo>
                  <a:cubicBezTo>
                    <a:pt x="2557" y="53936"/>
                    <a:pt x="2039" y="41855"/>
                    <a:pt x="1354" y="26968"/>
                  </a:cubicBezTo>
                  <a:cubicBezTo>
                    <a:pt x="686" y="12064"/>
                    <a:pt x="84" y="1"/>
                    <a:pt x="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50"/>
            <p:cNvSpPr/>
            <p:nvPr/>
          </p:nvSpPr>
          <p:spPr>
            <a:xfrm>
              <a:off x="6139175" y="3110000"/>
              <a:ext cx="162500" cy="1309975"/>
            </a:xfrm>
            <a:custGeom>
              <a:avLst/>
              <a:gdLst/>
              <a:ahLst/>
              <a:cxnLst/>
              <a:rect l="l" t="t" r="r" b="b"/>
              <a:pathLst>
                <a:path w="6500" h="52399" extrusionOk="0">
                  <a:moveTo>
                    <a:pt x="50" y="0"/>
                  </a:moveTo>
                  <a:cubicBezTo>
                    <a:pt x="0" y="0"/>
                    <a:pt x="1387" y="11746"/>
                    <a:pt x="3158" y="26216"/>
                  </a:cubicBezTo>
                  <a:cubicBezTo>
                    <a:pt x="4928" y="40675"/>
                    <a:pt x="6397" y="52398"/>
                    <a:pt x="6449" y="52398"/>
                  </a:cubicBezTo>
                  <a:cubicBezTo>
                    <a:pt x="6449" y="52398"/>
                    <a:pt x="6449" y="52398"/>
                    <a:pt x="6450" y="52398"/>
                  </a:cubicBezTo>
                  <a:cubicBezTo>
                    <a:pt x="6500" y="52398"/>
                    <a:pt x="5113" y="40669"/>
                    <a:pt x="3342" y="26199"/>
                  </a:cubicBezTo>
                  <a:cubicBezTo>
                    <a:pt x="1571" y="11713"/>
                    <a:pt x="100" y="0"/>
                    <a:pt x="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50"/>
            <p:cNvSpPr/>
            <p:nvPr/>
          </p:nvSpPr>
          <p:spPr>
            <a:xfrm>
              <a:off x="5683025" y="2421600"/>
              <a:ext cx="708450" cy="660850"/>
            </a:xfrm>
            <a:custGeom>
              <a:avLst/>
              <a:gdLst/>
              <a:ahLst/>
              <a:cxnLst/>
              <a:rect l="l" t="t" r="r" b="b"/>
              <a:pathLst>
                <a:path w="28338" h="26434" extrusionOk="0">
                  <a:moveTo>
                    <a:pt x="11663" y="1"/>
                  </a:moveTo>
                  <a:lnTo>
                    <a:pt x="11663" y="519"/>
                  </a:lnTo>
                  <a:cubicBezTo>
                    <a:pt x="10293" y="702"/>
                    <a:pt x="8956" y="1103"/>
                    <a:pt x="7720" y="1705"/>
                  </a:cubicBezTo>
                  <a:lnTo>
                    <a:pt x="0" y="4829"/>
                  </a:lnTo>
                  <a:lnTo>
                    <a:pt x="2473" y="11647"/>
                  </a:lnTo>
                  <a:lnTo>
                    <a:pt x="7703" y="9892"/>
                  </a:lnTo>
                  <a:lnTo>
                    <a:pt x="7703" y="9892"/>
                  </a:lnTo>
                  <a:cubicBezTo>
                    <a:pt x="7669" y="9976"/>
                    <a:pt x="7636" y="10076"/>
                    <a:pt x="7603" y="10176"/>
                  </a:cubicBezTo>
                  <a:cubicBezTo>
                    <a:pt x="7402" y="10945"/>
                    <a:pt x="7469" y="11780"/>
                    <a:pt x="7803" y="12499"/>
                  </a:cubicBezTo>
                  <a:cubicBezTo>
                    <a:pt x="7970" y="12850"/>
                    <a:pt x="8187" y="13167"/>
                    <a:pt x="8455" y="13434"/>
                  </a:cubicBezTo>
                  <a:lnTo>
                    <a:pt x="8355" y="18931"/>
                  </a:lnTo>
                  <a:lnTo>
                    <a:pt x="6032" y="26266"/>
                  </a:lnTo>
                  <a:lnTo>
                    <a:pt x="22039" y="26434"/>
                  </a:lnTo>
                  <a:lnTo>
                    <a:pt x="22039" y="26434"/>
                  </a:lnTo>
                  <a:lnTo>
                    <a:pt x="20218" y="18514"/>
                  </a:lnTo>
                  <a:lnTo>
                    <a:pt x="21053" y="10677"/>
                  </a:lnTo>
                  <a:lnTo>
                    <a:pt x="24127" y="13685"/>
                  </a:lnTo>
                  <a:lnTo>
                    <a:pt x="28338" y="8422"/>
                  </a:lnTo>
                  <a:lnTo>
                    <a:pt x="23175" y="3225"/>
                  </a:lnTo>
                  <a:cubicBezTo>
                    <a:pt x="22189" y="2189"/>
                    <a:pt x="20953" y="1387"/>
                    <a:pt x="19599" y="920"/>
                  </a:cubicBezTo>
                  <a:cubicBezTo>
                    <a:pt x="18948" y="669"/>
                    <a:pt x="18263" y="535"/>
                    <a:pt x="17561" y="502"/>
                  </a:cubicBezTo>
                  <a:lnTo>
                    <a:pt x="17561" y="84"/>
                  </a:lnTo>
                  <a:lnTo>
                    <a:pt x="15289" y="134"/>
                  </a:lnTo>
                  <a:cubicBezTo>
                    <a:pt x="15289" y="134"/>
                    <a:pt x="15188" y="485"/>
                    <a:pt x="15055" y="886"/>
                  </a:cubicBezTo>
                  <a:cubicBezTo>
                    <a:pt x="14938" y="1204"/>
                    <a:pt x="14871" y="1872"/>
                    <a:pt x="14737" y="1872"/>
                  </a:cubicBezTo>
                  <a:cubicBezTo>
                    <a:pt x="14570" y="1872"/>
                    <a:pt x="14353" y="1204"/>
                    <a:pt x="14136" y="886"/>
                  </a:cubicBezTo>
                  <a:cubicBezTo>
                    <a:pt x="13935" y="469"/>
                    <a:pt x="13751" y="101"/>
                    <a:pt x="13751" y="101"/>
                  </a:cubicBezTo>
                  <a:lnTo>
                    <a:pt x="116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50"/>
            <p:cNvSpPr/>
            <p:nvPr/>
          </p:nvSpPr>
          <p:spPr>
            <a:xfrm>
              <a:off x="5972075" y="2426200"/>
              <a:ext cx="53500" cy="36950"/>
            </a:xfrm>
            <a:custGeom>
              <a:avLst/>
              <a:gdLst/>
              <a:ahLst/>
              <a:cxnLst/>
              <a:rect l="l" t="t" r="r" b="b"/>
              <a:pathLst>
                <a:path w="2140" h="1478" extrusionOk="0">
                  <a:moveTo>
                    <a:pt x="2139" y="0"/>
                  </a:moveTo>
                  <a:lnTo>
                    <a:pt x="2139" y="0"/>
                  </a:lnTo>
                  <a:cubicBezTo>
                    <a:pt x="2039" y="134"/>
                    <a:pt x="1955" y="285"/>
                    <a:pt x="1905" y="435"/>
                  </a:cubicBezTo>
                  <a:cubicBezTo>
                    <a:pt x="1839" y="602"/>
                    <a:pt x="1772" y="769"/>
                    <a:pt x="1705" y="936"/>
                  </a:cubicBezTo>
                  <a:cubicBezTo>
                    <a:pt x="1648" y="1077"/>
                    <a:pt x="1592" y="1313"/>
                    <a:pt x="1506" y="1313"/>
                  </a:cubicBezTo>
                  <a:cubicBezTo>
                    <a:pt x="1490" y="1313"/>
                    <a:pt x="1472" y="1305"/>
                    <a:pt x="1454" y="1287"/>
                  </a:cubicBezTo>
                  <a:cubicBezTo>
                    <a:pt x="729" y="814"/>
                    <a:pt x="108" y="431"/>
                    <a:pt x="26" y="431"/>
                  </a:cubicBezTo>
                  <a:cubicBezTo>
                    <a:pt x="21" y="431"/>
                    <a:pt x="18" y="432"/>
                    <a:pt x="17" y="435"/>
                  </a:cubicBezTo>
                  <a:cubicBezTo>
                    <a:pt x="1" y="468"/>
                    <a:pt x="585" y="919"/>
                    <a:pt x="1371" y="1437"/>
                  </a:cubicBezTo>
                  <a:cubicBezTo>
                    <a:pt x="1407" y="1465"/>
                    <a:pt x="1454" y="1477"/>
                    <a:pt x="1500" y="1477"/>
                  </a:cubicBezTo>
                  <a:cubicBezTo>
                    <a:pt x="1538" y="1477"/>
                    <a:pt x="1575" y="1469"/>
                    <a:pt x="1605" y="1454"/>
                  </a:cubicBezTo>
                  <a:cubicBezTo>
                    <a:pt x="1671" y="1421"/>
                    <a:pt x="1722" y="1354"/>
                    <a:pt x="1755" y="1287"/>
                  </a:cubicBezTo>
                  <a:cubicBezTo>
                    <a:pt x="1805" y="1170"/>
                    <a:pt x="1822" y="1087"/>
                    <a:pt x="1855" y="986"/>
                  </a:cubicBezTo>
                  <a:cubicBezTo>
                    <a:pt x="1922" y="819"/>
                    <a:pt x="1972" y="652"/>
                    <a:pt x="2022" y="485"/>
                  </a:cubicBezTo>
                  <a:cubicBezTo>
                    <a:pt x="2089" y="318"/>
                    <a:pt x="2123" y="168"/>
                    <a:pt x="21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50"/>
            <p:cNvSpPr/>
            <p:nvPr/>
          </p:nvSpPr>
          <p:spPr>
            <a:xfrm>
              <a:off x="6066900" y="2432025"/>
              <a:ext cx="61000" cy="43075"/>
            </a:xfrm>
            <a:custGeom>
              <a:avLst/>
              <a:gdLst/>
              <a:ahLst/>
              <a:cxnLst/>
              <a:rect l="l" t="t" r="r" b="b"/>
              <a:pathLst>
                <a:path w="2440" h="1723" extrusionOk="0">
                  <a:moveTo>
                    <a:pt x="37" y="0"/>
                  </a:moveTo>
                  <a:cubicBezTo>
                    <a:pt x="36" y="0"/>
                    <a:pt x="35" y="1"/>
                    <a:pt x="34" y="1"/>
                  </a:cubicBezTo>
                  <a:cubicBezTo>
                    <a:pt x="0" y="1"/>
                    <a:pt x="201" y="787"/>
                    <a:pt x="786" y="1639"/>
                  </a:cubicBezTo>
                  <a:lnTo>
                    <a:pt x="836" y="1722"/>
                  </a:lnTo>
                  <a:lnTo>
                    <a:pt x="903" y="1672"/>
                  </a:lnTo>
                  <a:cubicBezTo>
                    <a:pt x="953" y="1639"/>
                    <a:pt x="986" y="1605"/>
                    <a:pt x="1020" y="1589"/>
                  </a:cubicBezTo>
                  <a:cubicBezTo>
                    <a:pt x="1922" y="954"/>
                    <a:pt x="2440" y="219"/>
                    <a:pt x="2390" y="185"/>
                  </a:cubicBezTo>
                  <a:cubicBezTo>
                    <a:pt x="2389" y="184"/>
                    <a:pt x="2388" y="184"/>
                    <a:pt x="2386" y="184"/>
                  </a:cubicBezTo>
                  <a:cubicBezTo>
                    <a:pt x="2329" y="184"/>
                    <a:pt x="1767" y="835"/>
                    <a:pt x="919" y="1438"/>
                  </a:cubicBezTo>
                  <a:lnTo>
                    <a:pt x="878" y="1468"/>
                  </a:lnTo>
                  <a:lnTo>
                    <a:pt x="878" y="1468"/>
                  </a:lnTo>
                  <a:cubicBezTo>
                    <a:pt x="360" y="686"/>
                    <a:pt x="94" y="0"/>
                    <a:pt x="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50"/>
            <p:cNvSpPr/>
            <p:nvPr/>
          </p:nvSpPr>
          <p:spPr>
            <a:xfrm>
              <a:off x="6033475" y="2468400"/>
              <a:ext cx="19250" cy="612375"/>
            </a:xfrm>
            <a:custGeom>
              <a:avLst/>
              <a:gdLst/>
              <a:ahLst/>
              <a:cxnLst/>
              <a:rect l="l" t="t" r="r" b="b"/>
              <a:pathLst>
                <a:path w="770" h="24495" extrusionOk="0">
                  <a:moveTo>
                    <a:pt x="719" y="0"/>
                  </a:moveTo>
                  <a:cubicBezTo>
                    <a:pt x="702" y="84"/>
                    <a:pt x="702" y="167"/>
                    <a:pt x="702" y="251"/>
                  </a:cubicBezTo>
                  <a:cubicBezTo>
                    <a:pt x="702" y="434"/>
                    <a:pt x="686" y="668"/>
                    <a:pt x="686" y="969"/>
                  </a:cubicBezTo>
                  <a:cubicBezTo>
                    <a:pt x="669" y="1604"/>
                    <a:pt x="652" y="2490"/>
                    <a:pt x="619" y="3592"/>
                  </a:cubicBezTo>
                  <a:cubicBezTo>
                    <a:pt x="535" y="5815"/>
                    <a:pt x="418" y="8872"/>
                    <a:pt x="301" y="12247"/>
                  </a:cubicBezTo>
                  <a:cubicBezTo>
                    <a:pt x="168" y="15622"/>
                    <a:pt x="68" y="18680"/>
                    <a:pt x="17" y="20902"/>
                  </a:cubicBezTo>
                  <a:cubicBezTo>
                    <a:pt x="1" y="22005"/>
                    <a:pt x="1" y="22907"/>
                    <a:pt x="1" y="23526"/>
                  </a:cubicBezTo>
                  <a:cubicBezTo>
                    <a:pt x="17" y="23826"/>
                    <a:pt x="17" y="24060"/>
                    <a:pt x="34" y="24244"/>
                  </a:cubicBezTo>
                  <a:cubicBezTo>
                    <a:pt x="34" y="24328"/>
                    <a:pt x="34" y="24411"/>
                    <a:pt x="51" y="24495"/>
                  </a:cubicBezTo>
                  <a:cubicBezTo>
                    <a:pt x="68" y="24411"/>
                    <a:pt x="68" y="24328"/>
                    <a:pt x="68" y="24244"/>
                  </a:cubicBezTo>
                  <a:cubicBezTo>
                    <a:pt x="68" y="24060"/>
                    <a:pt x="68" y="23826"/>
                    <a:pt x="84" y="23526"/>
                  </a:cubicBezTo>
                  <a:cubicBezTo>
                    <a:pt x="84" y="22891"/>
                    <a:pt x="118" y="22005"/>
                    <a:pt x="151" y="20902"/>
                  </a:cubicBezTo>
                  <a:cubicBezTo>
                    <a:pt x="235" y="18680"/>
                    <a:pt x="335" y="15622"/>
                    <a:pt x="469" y="12247"/>
                  </a:cubicBezTo>
                  <a:cubicBezTo>
                    <a:pt x="602" y="8872"/>
                    <a:pt x="702" y="5798"/>
                    <a:pt x="753" y="3592"/>
                  </a:cubicBezTo>
                  <a:cubicBezTo>
                    <a:pt x="769" y="2473"/>
                    <a:pt x="769" y="1587"/>
                    <a:pt x="753" y="969"/>
                  </a:cubicBezTo>
                  <a:cubicBezTo>
                    <a:pt x="753" y="668"/>
                    <a:pt x="736" y="434"/>
                    <a:pt x="736" y="251"/>
                  </a:cubicBezTo>
                  <a:cubicBezTo>
                    <a:pt x="736" y="167"/>
                    <a:pt x="736" y="84"/>
                    <a:pt x="7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50"/>
            <p:cNvSpPr/>
            <p:nvPr/>
          </p:nvSpPr>
          <p:spPr>
            <a:xfrm>
              <a:off x="6073175" y="2568800"/>
              <a:ext cx="20475" cy="18650"/>
            </a:xfrm>
            <a:custGeom>
              <a:avLst/>
              <a:gdLst/>
              <a:ahLst/>
              <a:cxnLst/>
              <a:rect l="l" t="t" r="r" b="b"/>
              <a:pathLst>
                <a:path w="819" h="746" extrusionOk="0">
                  <a:moveTo>
                    <a:pt x="496" y="0"/>
                  </a:moveTo>
                  <a:cubicBezTo>
                    <a:pt x="474" y="0"/>
                    <a:pt x="463" y="5"/>
                    <a:pt x="468" y="11"/>
                  </a:cubicBezTo>
                  <a:cubicBezTo>
                    <a:pt x="451" y="44"/>
                    <a:pt x="551" y="61"/>
                    <a:pt x="618" y="195"/>
                  </a:cubicBezTo>
                  <a:cubicBezTo>
                    <a:pt x="652" y="261"/>
                    <a:pt x="668" y="345"/>
                    <a:pt x="635" y="412"/>
                  </a:cubicBezTo>
                  <a:cubicBezTo>
                    <a:pt x="586" y="509"/>
                    <a:pt x="492" y="561"/>
                    <a:pt x="399" y="561"/>
                  </a:cubicBezTo>
                  <a:cubicBezTo>
                    <a:pt x="332" y="561"/>
                    <a:pt x="266" y="534"/>
                    <a:pt x="217" y="479"/>
                  </a:cubicBezTo>
                  <a:cubicBezTo>
                    <a:pt x="167" y="412"/>
                    <a:pt x="150" y="345"/>
                    <a:pt x="167" y="261"/>
                  </a:cubicBezTo>
                  <a:cubicBezTo>
                    <a:pt x="184" y="128"/>
                    <a:pt x="267" y="61"/>
                    <a:pt x="267" y="44"/>
                  </a:cubicBezTo>
                  <a:cubicBezTo>
                    <a:pt x="267" y="41"/>
                    <a:pt x="262" y="39"/>
                    <a:pt x="254" y="39"/>
                  </a:cubicBezTo>
                  <a:cubicBezTo>
                    <a:pt x="215" y="39"/>
                    <a:pt x="105" y="78"/>
                    <a:pt x="50" y="228"/>
                  </a:cubicBezTo>
                  <a:cubicBezTo>
                    <a:pt x="0" y="345"/>
                    <a:pt x="17" y="462"/>
                    <a:pt x="84" y="579"/>
                  </a:cubicBezTo>
                  <a:cubicBezTo>
                    <a:pt x="161" y="692"/>
                    <a:pt x="281" y="745"/>
                    <a:pt x="400" y="745"/>
                  </a:cubicBezTo>
                  <a:cubicBezTo>
                    <a:pt x="564" y="745"/>
                    <a:pt x="727" y="645"/>
                    <a:pt x="785" y="462"/>
                  </a:cubicBezTo>
                  <a:cubicBezTo>
                    <a:pt x="819" y="345"/>
                    <a:pt x="802" y="228"/>
                    <a:pt x="719" y="128"/>
                  </a:cubicBezTo>
                  <a:cubicBezTo>
                    <a:pt x="639" y="25"/>
                    <a:pt x="543" y="0"/>
                    <a:pt x="4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50"/>
            <p:cNvSpPr/>
            <p:nvPr/>
          </p:nvSpPr>
          <p:spPr>
            <a:xfrm>
              <a:off x="6076925" y="2707050"/>
              <a:ext cx="17150" cy="16375"/>
            </a:xfrm>
            <a:custGeom>
              <a:avLst/>
              <a:gdLst/>
              <a:ahLst/>
              <a:cxnLst/>
              <a:rect l="l" t="t" r="r" b="b"/>
              <a:pathLst>
                <a:path w="686" h="655" extrusionOk="0">
                  <a:moveTo>
                    <a:pt x="403" y="0"/>
                  </a:moveTo>
                  <a:cubicBezTo>
                    <a:pt x="381" y="0"/>
                    <a:pt x="368" y="6"/>
                    <a:pt x="368" y="11"/>
                  </a:cubicBezTo>
                  <a:cubicBezTo>
                    <a:pt x="368" y="45"/>
                    <a:pt x="452" y="78"/>
                    <a:pt x="502" y="178"/>
                  </a:cubicBezTo>
                  <a:cubicBezTo>
                    <a:pt x="569" y="295"/>
                    <a:pt x="502" y="462"/>
                    <a:pt x="368" y="479"/>
                  </a:cubicBezTo>
                  <a:cubicBezTo>
                    <a:pt x="354" y="483"/>
                    <a:pt x="340" y="484"/>
                    <a:pt x="326" y="484"/>
                  </a:cubicBezTo>
                  <a:cubicBezTo>
                    <a:pt x="212" y="484"/>
                    <a:pt x="123" y="365"/>
                    <a:pt x="168" y="245"/>
                  </a:cubicBezTo>
                  <a:cubicBezTo>
                    <a:pt x="201" y="128"/>
                    <a:pt x="284" y="112"/>
                    <a:pt x="284" y="78"/>
                  </a:cubicBezTo>
                  <a:cubicBezTo>
                    <a:pt x="284" y="73"/>
                    <a:pt x="271" y="68"/>
                    <a:pt x="250" y="68"/>
                  </a:cubicBezTo>
                  <a:cubicBezTo>
                    <a:pt x="203" y="68"/>
                    <a:pt x="119" y="92"/>
                    <a:pt x="51" y="195"/>
                  </a:cubicBezTo>
                  <a:cubicBezTo>
                    <a:pt x="0" y="295"/>
                    <a:pt x="0" y="396"/>
                    <a:pt x="51" y="496"/>
                  </a:cubicBezTo>
                  <a:cubicBezTo>
                    <a:pt x="106" y="592"/>
                    <a:pt x="207" y="655"/>
                    <a:pt x="315" y="655"/>
                  </a:cubicBezTo>
                  <a:cubicBezTo>
                    <a:pt x="338" y="655"/>
                    <a:pt x="361" y="652"/>
                    <a:pt x="385" y="646"/>
                  </a:cubicBezTo>
                  <a:cubicBezTo>
                    <a:pt x="535" y="630"/>
                    <a:pt x="635" y="529"/>
                    <a:pt x="669" y="396"/>
                  </a:cubicBezTo>
                  <a:cubicBezTo>
                    <a:pt x="685" y="295"/>
                    <a:pt x="669" y="195"/>
                    <a:pt x="602" y="112"/>
                  </a:cubicBezTo>
                  <a:cubicBezTo>
                    <a:pt x="524" y="22"/>
                    <a:pt x="446" y="0"/>
                    <a:pt x="4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50"/>
            <p:cNvSpPr/>
            <p:nvPr/>
          </p:nvSpPr>
          <p:spPr>
            <a:xfrm>
              <a:off x="5709750" y="2533975"/>
              <a:ext cx="66850" cy="166275"/>
            </a:xfrm>
            <a:custGeom>
              <a:avLst/>
              <a:gdLst/>
              <a:ahLst/>
              <a:cxnLst/>
              <a:rect l="l" t="t" r="r" b="b"/>
              <a:pathLst>
                <a:path w="2674" h="6651" extrusionOk="0">
                  <a:moveTo>
                    <a:pt x="1" y="0"/>
                  </a:moveTo>
                  <a:lnTo>
                    <a:pt x="1" y="0"/>
                  </a:lnTo>
                  <a:cubicBezTo>
                    <a:pt x="101" y="334"/>
                    <a:pt x="218" y="669"/>
                    <a:pt x="385" y="969"/>
                  </a:cubicBezTo>
                  <a:cubicBezTo>
                    <a:pt x="652" y="1621"/>
                    <a:pt x="986" y="2423"/>
                    <a:pt x="1354" y="3325"/>
                  </a:cubicBezTo>
                  <a:cubicBezTo>
                    <a:pt x="1705" y="4211"/>
                    <a:pt x="2022" y="5030"/>
                    <a:pt x="2273" y="5681"/>
                  </a:cubicBezTo>
                  <a:cubicBezTo>
                    <a:pt x="2390" y="6015"/>
                    <a:pt x="2524" y="6333"/>
                    <a:pt x="2674" y="6650"/>
                  </a:cubicBezTo>
                  <a:cubicBezTo>
                    <a:pt x="2607" y="6299"/>
                    <a:pt x="2524" y="5965"/>
                    <a:pt x="2390" y="5631"/>
                  </a:cubicBezTo>
                  <a:cubicBezTo>
                    <a:pt x="2189" y="5013"/>
                    <a:pt x="1872" y="4177"/>
                    <a:pt x="1504" y="3258"/>
                  </a:cubicBezTo>
                  <a:cubicBezTo>
                    <a:pt x="1137" y="2339"/>
                    <a:pt x="769" y="1521"/>
                    <a:pt x="485" y="919"/>
                  </a:cubicBezTo>
                  <a:cubicBezTo>
                    <a:pt x="351" y="602"/>
                    <a:pt x="184" y="284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50"/>
            <p:cNvSpPr/>
            <p:nvPr/>
          </p:nvSpPr>
          <p:spPr>
            <a:xfrm>
              <a:off x="6254875" y="2614575"/>
              <a:ext cx="121150" cy="123700"/>
            </a:xfrm>
            <a:custGeom>
              <a:avLst/>
              <a:gdLst/>
              <a:ahLst/>
              <a:cxnLst/>
              <a:rect l="l" t="t" r="r" b="b"/>
              <a:pathLst>
                <a:path w="4846" h="4948" extrusionOk="0">
                  <a:moveTo>
                    <a:pt x="4810" y="0"/>
                  </a:moveTo>
                  <a:cubicBezTo>
                    <a:pt x="4745" y="0"/>
                    <a:pt x="3656" y="1058"/>
                    <a:pt x="2356" y="2407"/>
                  </a:cubicBezTo>
                  <a:cubicBezTo>
                    <a:pt x="1036" y="3777"/>
                    <a:pt x="0" y="4913"/>
                    <a:pt x="34" y="4947"/>
                  </a:cubicBezTo>
                  <a:cubicBezTo>
                    <a:pt x="34" y="4947"/>
                    <a:pt x="35" y="4947"/>
                    <a:pt x="36" y="4947"/>
                  </a:cubicBezTo>
                  <a:cubicBezTo>
                    <a:pt x="100" y="4947"/>
                    <a:pt x="1190" y="3874"/>
                    <a:pt x="2490" y="2524"/>
                  </a:cubicBezTo>
                  <a:cubicBezTo>
                    <a:pt x="3810" y="1171"/>
                    <a:pt x="4846" y="34"/>
                    <a:pt x="4812" y="1"/>
                  </a:cubicBezTo>
                  <a:cubicBezTo>
                    <a:pt x="4812" y="0"/>
                    <a:pt x="4811" y="0"/>
                    <a:pt x="48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50"/>
            <p:cNvSpPr/>
            <p:nvPr/>
          </p:nvSpPr>
          <p:spPr>
            <a:xfrm>
              <a:off x="5978350" y="2767050"/>
              <a:ext cx="431525" cy="335525"/>
            </a:xfrm>
            <a:custGeom>
              <a:avLst/>
              <a:gdLst/>
              <a:ahLst/>
              <a:cxnLst/>
              <a:rect l="l" t="t" r="r" b="b"/>
              <a:pathLst>
                <a:path w="17261" h="13421" extrusionOk="0">
                  <a:moveTo>
                    <a:pt x="14954" y="1"/>
                  </a:moveTo>
                  <a:lnTo>
                    <a:pt x="4344" y="2189"/>
                  </a:lnTo>
                  <a:cubicBezTo>
                    <a:pt x="1704" y="2724"/>
                    <a:pt x="0" y="5314"/>
                    <a:pt x="552" y="7954"/>
                  </a:cubicBezTo>
                  <a:lnTo>
                    <a:pt x="886" y="9524"/>
                  </a:lnTo>
                  <a:cubicBezTo>
                    <a:pt x="1353" y="11829"/>
                    <a:pt x="3386" y="13421"/>
                    <a:pt x="5651" y="13421"/>
                  </a:cubicBezTo>
                  <a:cubicBezTo>
                    <a:pt x="5981" y="13421"/>
                    <a:pt x="6315" y="13387"/>
                    <a:pt x="6650" y="13317"/>
                  </a:cubicBezTo>
                  <a:lnTo>
                    <a:pt x="17260" y="11128"/>
                  </a:lnTo>
                  <a:lnTo>
                    <a:pt x="149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50"/>
            <p:cNvSpPr/>
            <p:nvPr/>
          </p:nvSpPr>
          <p:spPr>
            <a:xfrm>
              <a:off x="6137500" y="2696575"/>
              <a:ext cx="430250" cy="113950"/>
            </a:xfrm>
            <a:custGeom>
              <a:avLst/>
              <a:gdLst/>
              <a:ahLst/>
              <a:cxnLst/>
              <a:rect l="l" t="t" r="r" b="b"/>
              <a:pathLst>
                <a:path w="17210" h="4558" extrusionOk="0">
                  <a:moveTo>
                    <a:pt x="15944" y="0"/>
                  </a:moveTo>
                  <a:cubicBezTo>
                    <a:pt x="15855" y="0"/>
                    <a:pt x="15764" y="10"/>
                    <a:pt x="15673" y="29"/>
                  </a:cubicBezTo>
                  <a:lnTo>
                    <a:pt x="1136" y="3037"/>
                  </a:lnTo>
                  <a:cubicBezTo>
                    <a:pt x="435" y="3170"/>
                    <a:pt x="0" y="3856"/>
                    <a:pt x="134" y="4557"/>
                  </a:cubicBezTo>
                  <a:lnTo>
                    <a:pt x="17210" y="1032"/>
                  </a:lnTo>
                  <a:cubicBezTo>
                    <a:pt x="17079" y="421"/>
                    <a:pt x="16544" y="0"/>
                    <a:pt x="159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50"/>
            <p:cNvSpPr/>
            <p:nvPr/>
          </p:nvSpPr>
          <p:spPr>
            <a:xfrm>
              <a:off x="6199725" y="2765375"/>
              <a:ext cx="158350" cy="33025"/>
            </a:xfrm>
            <a:custGeom>
              <a:avLst/>
              <a:gdLst/>
              <a:ahLst/>
              <a:cxnLst/>
              <a:rect l="l" t="t" r="r" b="b"/>
              <a:pathLst>
                <a:path w="6334" h="1321" extrusionOk="0">
                  <a:moveTo>
                    <a:pt x="6333" y="1"/>
                  </a:moveTo>
                  <a:cubicBezTo>
                    <a:pt x="6016" y="17"/>
                    <a:pt x="5698" y="68"/>
                    <a:pt x="5398" y="134"/>
                  </a:cubicBezTo>
                  <a:cubicBezTo>
                    <a:pt x="4813" y="235"/>
                    <a:pt x="4028" y="402"/>
                    <a:pt x="3159" y="569"/>
                  </a:cubicBezTo>
                  <a:cubicBezTo>
                    <a:pt x="2273" y="753"/>
                    <a:pt x="1488" y="936"/>
                    <a:pt x="920" y="1070"/>
                  </a:cubicBezTo>
                  <a:cubicBezTo>
                    <a:pt x="602" y="1120"/>
                    <a:pt x="302" y="1204"/>
                    <a:pt x="1" y="1321"/>
                  </a:cubicBezTo>
                  <a:cubicBezTo>
                    <a:pt x="318" y="1304"/>
                    <a:pt x="636" y="1254"/>
                    <a:pt x="953" y="1187"/>
                  </a:cubicBezTo>
                  <a:cubicBezTo>
                    <a:pt x="1521" y="1087"/>
                    <a:pt x="2323" y="920"/>
                    <a:pt x="3192" y="753"/>
                  </a:cubicBezTo>
                  <a:cubicBezTo>
                    <a:pt x="4061" y="569"/>
                    <a:pt x="4846" y="385"/>
                    <a:pt x="5414" y="251"/>
                  </a:cubicBezTo>
                  <a:cubicBezTo>
                    <a:pt x="5732" y="201"/>
                    <a:pt x="6033" y="118"/>
                    <a:pt x="6333" y="1"/>
                  </a:cubicBez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50"/>
            <p:cNvSpPr/>
            <p:nvPr/>
          </p:nvSpPr>
          <p:spPr>
            <a:xfrm>
              <a:off x="6196400" y="2855600"/>
              <a:ext cx="177950" cy="232275"/>
            </a:xfrm>
            <a:custGeom>
              <a:avLst/>
              <a:gdLst/>
              <a:ahLst/>
              <a:cxnLst/>
              <a:rect l="l" t="t" r="r" b="b"/>
              <a:pathLst>
                <a:path w="7118" h="9291" extrusionOk="0">
                  <a:moveTo>
                    <a:pt x="7001" y="1"/>
                  </a:moveTo>
                  <a:cubicBezTo>
                    <a:pt x="4996" y="1622"/>
                    <a:pt x="3158" y="3409"/>
                    <a:pt x="1504" y="5364"/>
                  </a:cubicBezTo>
                  <a:cubicBezTo>
                    <a:pt x="1036" y="5932"/>
                    <a:pt x="551" y="6500"/>
                    <a:pt x="284" y="7185"/>
                  </a:cubicBezTo>
                  <a:cubicBezTo>
                    <a:pt x="33" y="7871"/>
                    <a:pt x="0" y="8673"/>
                    <a:pt x="384" y="9291"/>
                  </a:cubicBezTo>
                  <a:lnTo>
                    <a:pt x="4812" y="8305"/>
                  </a:lnTo>
                  <a:lnTo>
                    <a:pt x="7118" y="786"/>
                  </a:lnTo>
                  <a:cubicBezTo>
                    <a:pt x="7068" y="519"/>
                    <a:pt x="7034" y="268"/>
                    <a:pt x="7001" y="1"/>
                  </a:cubicBez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50"/>
            <p:cNvSpPr/>
            <p:nvPr/>
          </p:nvSpPr>
          <p:spPr>
            <a:xfrm>
              <a:off x="6218950" y="2645925"/>
              <a:ext cx="308300" cy="539050"/>
            </a:xfrm>
            <a:custGeom>
              <a:avLst/>
              <a:gdLst/>
              <a:ahLst/>
              <a:cxnLst/>
              <a:rect l="l" t="t" r="r" b="b"/>
              <a:pathLst>
                <a:path w="12332" h="21562" extrusionOk="0">
                  <a:moveTo>
                    <a:pt x="6350" y="0"/>
                  </a:moveTo>
                  <a:lnTo>
                    <a:pt x="2974" y="4194"/>
                  </a:lnTo>
                  <a:cubicBezTo>
                    <a:pt x="3125" y="4294"/>
                    <a:pt x="6617" y="8455"/>
                    <a:pt x="6617" y="8455"/>
                  </a:cubicBezTo>
                  <a:lnTo>
                    <a:pt x="1270" y="15105"/>
                  </a:lnTo>
                  <a:cubicBezTo>
                    <a:pt x="451" y="16141"/>
                    <a:pt x="0" y="17578"/>
                    <a:pt x="435" y="18831"/>
                  </a:cubicBezTo>
                  <a:lnTo>
                    <a:pt x="1153" y="20318"/>
                  </a:lnTo>
                  <a:cubicBezTo>
                    <a:pt x="1520" y="21101"/>
                    <a:pt x="2309" y="21561"/>
                    <a:pt x="3131" y="21561"/>
                  </a:cubicBezTo>
                  <a:cubicBezTo>
                    <a:pt x="3432" y="21561"/>
                    <a:pt x="3737" y="21500"/>
                    <a:pt x="4027" y="21370"/>
                  </a:cubicBezTo>
                  <a:lnTo>
                    <a:pt x="5297" y="20802"/>
                  </a:lnTo>
                  <a:cubicBezTo>
                    <a:pt x="5614" y="20652"/>
                    <a:pt x="5681" y="20234"/>
                    <a:pt x="5414" y="20017"/>
                  </a:cubicBezTo>
                  <a:lnTo>
                    <a:pt x="5113" y="19733"/>
                  </a:lnTo>
                  <a:cubicBezTo>
                    <a:pt x="4913" y="19561"/>
                    <a:pt x="4663" y="19475"/>
                    <a:pt x="4406" y="19475"/>
                  </a:cubicBezTo>
                  <a:cubicBezTo>
                    <a:pt x="4364" y="19475"/>
                    <a:pt x="4321" y="19477"/>
                    <a:pt x="4278" y="19482"/>
                  </a:cubicBezTo>
                  <a:lnTo>
                    <a:pt x="2640" y="19633"/>
                  </a:lnTo>
                  <a:lnTo>
                    <a:pt x="2573" y="19332"/>
                  </a:lnTo>
                  <a:lnTo>
                    <a:pt x="10644" y="11579"/>
                  </a:lnTo>
                  <a:cubicBezTo>
                    <a:pt x="12331" y="9658"/>
                    <a:pt x="12315" y="6767"/>
                    <a:pt x="10610" y="4846"/>
                  </a:cubicBezTo>
                  <a:lnTo>
                    <a:pt x="63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50"/>
            <p:cNvSpPr/>
            <p:nvPr/>
          </p:nvSpPr>
          <p:spPr>
            <a:xfrm>
              <a:off x="6282850" y="3129200"/>
              <a:ext cx="75225" cy="35125"/>
            </a:xfrm>
            <a:custGeom>
              <a:avLst/>
              <a:gdLst/>
              <a:ahLst/>
              <a:cxnLst/>
              <a:rect l="l" t="t" r="r" b="b"/>
              <a:pathLst>
                <a:path w="3009" h="1405" extrusionOk="0">
                  <a:moveTo>
                    <a:pt x="17" y="1"/>
                  </a:moveTo>
                  <a:cubicBezTo>
                    <a:pt x="1" y="201"/>
                    <a:pt x="34" y="385"/>
                    <a:pt x="134" y="552"/>
                  </a:cubicBezTo>
                  <a:cubicBezTo>
                    <a:pt x="218" y="736"/>
                    <a:pt x="352" y="903"/>
                    <a:pt x="485" y="1054"/>
                  </a:cubicBezTo>
                  <a:cubicBezTo>
                    <a:pt x="669" y="1254"/>
                    <a:pt x="920" y="1371"/>
                    <a:pt x="1187" y="1404"/>
                  </a:cubicBezTo>
                  <a:cubicBezTo>
                    <a:pt x="1638" y="1371"/>
                    <a:pt x="2073" y="1271"/>
                    <a:pt x="2490" y="1087"/>
                  </a:cubicBezTo>
                  <a:cubicBezTo>
                    <a:pt x="2674" y="1037"/>
                    <a:pt x="2841" y="970"/>
                    <a:pt x="3008" y="903"/>
                  </a:cubicBezTo>
                  <a:cubicBezTo>
                    <a:pt x="2965" y="899"/>
                    <a:pt x="2921" y="897"/>
                    <a:pt x="2876" y="897"/>
                  </a:cubicBezTo>
                  <a:cubicBezTo>
                    <a:pt x="2732" y="897"/>
                    <a:pt x="2585" y="919"/>
                    <a:pt x="2457" y="970"/>
                  </a:cubicBezTo>
                  <a:cubicBezTo>
                    <a:pt x="2137" y="1050"/>
                    <a:pt x="1710" y="1222"/>
                    <a:pt x="1249" y="1222"/>
                  </a:cubicBezTo>
                  <a:cubicBezTo>
                    <a:pt x="1229" y="1222"/>
                    <a:pt x="1208" y="1221"/>
                    <a:pt x="1187" y="1221"/>
                  </a:cubicBezTo>
                  <a:cubicBezTo>
                    <a:pt x="970" y="1204"/>
                    <a:pt x="753" y="1104"/>
                    <a:pt x="602" y="937"/>
                  </a:cubicBezTo>
                  <a:cubicBezTo>
                    <a:pt x="469" y="803"/>
                    <a:pt x="335" y="669"/>
                    <a:pt x="251" y="502"/>
                  </a:cubicBezTo>
                  <a:cubicBezTo>
                    <a:pt x="68" y="218"/>
                    <a:pt x="51" y="1"/>
                    <a:pt x="17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50"/>
            <p:cNvSpPr/>
            <p:nvPr/>
          </p:nvSpPr>
          <p:spPr>
            <a:xfrm>
              <a:off x="6285375" y="3138975"/>
              <a:ext cx="61425" cy="12575"/>
            </a:xfrm>
            <a:custGeom>
              <a:avLst/>
              <a:gdLst/>
              <a:ahLst/>
              <a:cxnLst/>
              <a:rect l="l" t="t" r="r" b="b"/>
              <a:pathLst>
                <a:path w="2457" h="503" extrusionOk="0">
                  <a:moveTo>
                    <a:pt x="2416" y="0"/>
                  </a:moveTo>
                  <a:cubicBezTo>
                    <a:pt x="2274" y="0"/>
                    <a:pt x="1773" y="121"/>
                    <a:pt x="1186" y="278"/>
                  </a:cubicBezTo>
                  <a:cubicBezTo>
                    <a:pt x="1064" y="314"/>
                    <a:pt x="941" y="332"/>
                    <a:pt x="818" y="332"/>
                  </a:cubicBezTo>
                  <a:cubicBezTo>
                    <a:pt x="657" y="332"/>
                    <a:pt x="495" y="302"/>
                    <a:pt x="334" y="245"/>
                  </a:cubicBezTo>
                  <a:cubicBezTo>
                    <a:pt x="147" y="182"/>
                    <a:pt x="47" y="76"/>
                    <a:pt x="21" y="76"/>
                  </a:cubicBezTo>
                  <a:cubicBezTo>
                    <a:pt x="19" y="76"/>
                    <a:pt x="18" y="77"/>
                    <a:pt x="17" y="78"/>
                  </a:cubicBezTo>
                  <a:cubicBezTo>
                    <a:pt x="0" y="78"/>
                    <a:pt x="67" y="245"/>
                    <a:pt x="284" y="362"/>
                  </a:cubicBezTo>
                  <a:cubicBezTo>
                    <a:pt x="459" y="454"/>
                    <a:pt x="653" y="503"/>
                    <a:pt x="850" y="503"/>
                  </a:cubicBezTo>
                  <a:cubicBezTo>
                    <a:pt x="973" y="503"/>
                    <a:pt x="1098" y="484"/>
                    <a:pt x="1220" y="445"/>
                  </a:cubicBezTo>
                  <a:cubicBezTo>
                    <a:pt x="1921" y="262"/>
                    <a:pt x="2456" y="61"/>
                    <a:pt x="2456" y="11"/>
                  </a:cubicBezTo>
                  <a:cubicBezTo>
                    <a:pt x="2454" y="4"/>
                    <a:pt x="2440" y="0"/>
                    <a:pt x="2416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Google Shape;2465;p51"/>
          <p:cNvSpPr txBox="1">
            <a:spLocks noGrp="1"/>
          </p:cNvSpPr>
          <p:nvPr>
            <p:ph type="title"/>
          </p:nvPr>
        </p:nvSpPr>
        <p:spPr>
          <a:xfrm>
            <a:off x="4523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Pipeline</a:t>
            </a:r>
            <a:endParaRPr/>
          </a:p>
        </p:txBody>
      </p:sp>
      <p:grpSp>
        <p:nvGrpSpPr>
          <p:cNvPr id="2466" name="Google Shape;2466;p51"/>
          <p:cNvGrpSpPr/>
          <p:nvPr/>
        </p:nvGrpSpPr>
        <p:grpSpPr>
          <a:xfrm>
            <a:off x="7170344" y="1607400"/>
            <a:ext cx="1980882" cy="3074860"/>
            <a:chOff x="6822224" y="990087"/>
            <a:chExt cx="1472665" cy="1619967"/>
          </a:xfrm>
        </p:grpSpPr>
        <p:sp>
          <p:nvSpPr>
            <p:cNvPr id="2467" name="Google Shape;2467;p51"/>
            <p:cNvSpPr/>
            <p:nvPr/>
          </p:nvSpPr>
          <p:spPr>
            <a:xfrm>
              <a:off x="7824684" y="2209461"/>
              <a:ext cx="26281" cy="388799"/>
            </a:xfrm>
            <a:custGeom>
              <a:avLst/>
              <a:gdLst/>
              <a:ahLst/>
              <a:cxnLst/>
              <a:rect l="l" t="t" r="r" b="b"/>
              <a:pathLst>
                <a:path w="820" h="12131" extrusionOk="0">
                  <a:moveTo>
                    <a:pt x="819" y="0"/>
                  </a:moveTo>
                  <a:lnTo>
                    <a:pt x="34" y="33"/>
                  </a:lnTo>
                  <a:lnTo>
                    <a:pt x="1" y="12130"/>
                  </a:lnTo>
                  <a:lnTo>
                    <a:pt x="535" y="12130"/>
                  </a:lnTo>
                  <a:lnTo>
                    <a:pt x="81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51"/>
            <p:cNvSpPr/>
            <p:nvPr/>
          </p:nvSpPr>
          <p:spPr>
            <a:xfrm>
              <a:off x="7913046" y="2205166"/>
              <a:ext cx="102304" cy="393093"/>
            </a:xfrm>
            <a:custGeom>
              <a:avLst/>
              <a:gdLst/>
              <a:ahLst/>
              <a:cxnLst/>
              <a:rect l="l" t="t" r="r" b="b"/>
              <a:pathLst>
                <a:path w="3192" h="12265" extrusionOk="0">
                  <a:moveTo>
                    <a:pt x="1" y="0"/>
                  </a:moveTo>
                  <a:lnTo>
                    <a:pt x="2607" y="12264"/>
                  </a:lnTo>
                  <a:lnTo>
                    <a:pt x="3192" y="12264"/>
                  </a:lnTo>
                  <a:lnTo>
                    <a:pt x="103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51"/>
            <p:cNvSpPr/>
            <p:nvPr/>
          </p:nvSpPr>
          <p:spPr>
            <a:xfrm>
              <a:off x="7645300" y="2207827"/>
              <a:ext cx="111406" cy="390433"/>
            </a:xfrm>
            <a:custGeom>
              <a:avLst/>
              <a:gdLst/>
              <a:ahLst/>
              <a:cxnLst/>
              <a:rect l="l" t="t" r="r" b="b"/>
              <a:pathLst>
                <a:path w="3476" h="12182" extrusionOk="0">
                  <a:moveTo>
                    <a:pt x="2607" y="1"/>
                  </a:moveTo>
                  <a:lnTo>
                    <a:pt x="0" y="12181"/>
                  </a:lnTo>
                  <a:lnTo>
                    <a:pt x="602" y="12181"/>
                  </a:lnTo>
                  <a:lnTo>
                    <a:pt x="3476" y="51"/>
                  </a:lnTo>
                  <a:lnTo>
                    <a:pt x="260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51"/>
            <p:cNvSpPr/>
            <p:nvPr/>
          </p:nvSpPr>
          <p:spPr>
            <a:xfrm>
              <a:off x="7564598" y="1811977"/>
              <a:ext cx="532863" cy="414214"/>
            </a:xfrm>
            <a:custGeom>
              <a:avLst/>
              <a:gdLst/>
              <a:ahLst/>
              <a:cxnLst/>
              <a:rect l="l" t="t" r="r" b="b"/>
              <a:pathLst>
                <a:path w="16626" h="12924" extrusionOk="0">
                  <a:moveTo>
                    <a:pt x="13347" y="0"/>
                  </a:moveTo>
                  <a:cubicBezTo>
                    <a:pt x="9009" y="0"/>
                    <a:pt x="9253" y="5961"/>
                    <a:pt x="8199" y="8726"/>
                  </a:cubicBezTo>
                  <a:cubicBezTo>
                    <a:pt x="7319" y="11038"/>
                    <a:pt x="4931" y="11242"/>
                    <a:pt x="3817" y="11242"/>
                  </a:cubicBezTo>
                  <a:cubicBezTo>
                    <a:pt x="3578" y="11242"/>
                    <a:pt x="3398" y="11232"/>
                    <a:pt x="3304" y="11232"/>
                  </a:cubicBezTo>
                  <a:cubicBezTo>
                    <a:pt x="3256" y="11232"/>
                    <a:pt x="3189" y="11232"/>
                    <a:pt x="3109" y="11232"/>
                  </a:cubicBezTo>
                  <a:cubicBezTo>
                    <a:pt x="2288" y="11232"/>
                    <a:pt x="0" y="11274"/>
                    <a:pt x="898" y="12202"/>
                  </a:cubicBezTo>
                  <a:cubicBezTo>
                    <a:pt x="1350" y="12677"/>
                    <a:pt x="4136" y="12924"/>
                    <a:pt x="7096" y="12924"/>
                  </a:cubicBezTo>
                  <a:cubicBezTo>
                    <a:pt x="10477" y="12924"/>
                    <a:pt x="14084" y="12602"/>
                    <a:pt x="14699" y="11934"/>
                  </a:cubicBezTo>
                  <a:cubicBezTo>
                    <a:pt x="15852" y="10698"/>
                    <a:pt x="16036" y="7039"/>
                    <a:pt x="16353" y="3430"/>
                  </a:cubicBezTo>
                  <a:cubicBezTo>
                    <a:pt x="16626" y="154"/>
                    <a:pt x="14091" y="3"/>
                    <a:pt x="13620" y="3"/>
                  </a:cubicBezTo>
                  <a:cubicBezTo>
                    <a:pt x="13573" y="3"/>
                    <a:pt x="13546" y="4"/>
                    <a:pt x="13546" y="4"/>
                  </a:cubicBezTo>
                  <a:cubicBezTo>
                    <a:pt x="13479" y="2"/>
                    <a:pt x="13413" y="0"/>
                    <a:pt x="13347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51"/>
            <p:cNvSpPr/>
            <p:nvPr/>
          </p:nvSpPr>
          <p:spPr>
            <a:xfrm>
              <a:off x="7583187" y="1812105"/>
              <a:ext cx="508217" cy="414535"/>
            </a:xfrm>
            <a:custGeom>
              <a:avLst/>
              <a:gdLst/>
              <a:ahLst/>
              <a:cxnLst/>
              <a:rect l="l" t="t" r="r" b="b"/>
              <a:pathLst>
                <a:path w="15857" h="12934" extrusionOk="0">
                  <a:moveTo>
                    <a:pt x="13166" y="0"/>
                  </a:moveTo>
                  <a:cubicBezTo>
                    <a:pt x="13167" y="0"/>
                    <a:pt x="15539" y="485"/>
                    <a:pt x="15322" y="2974"/>
                  </a:cubicBezTo>
                  <a:cubicBezTo>
                    <a:pt x="15105" y="5481"/>
                    <a:pt x="14470" y="9842"/>
                    <a:pt x="13317" y="10961"/>
                  </a:cubicBezTo>
                  <a:cubicBezTo>
                    <a:pt x="12375" y="11862"/>
                    <a:pt x="9166" y="12195"/>
                    <a:pt x="6685" y="12195"/>
                  </a:cubicBezTo>
                  <a:cubicBezTo>
                    <a:pt x="6130" y="12195"/>
                    <a:pt x="5612" y="12178"/>
                    <a:pt x="5163" y="12147"/>
                  </a:cubicBezTo>
                  <a:cubicBezTo>
                    <a:pt x="3592" y="12081"/>
                    <a:pt x="2039" y="11830"/>
                    <a:pt x="518" y="11429"/>
                  </a:cubicBezTo>
                  <a:cubicBezTo>
                    <a:pt x="518" y="11429"/>
                    <a:pt x="0" y="11763"/>
                    <a:pt x="150" y="11980"/>
                  </a:cubicBezTo>
                  <a:cubicBezTo>
                    <a:pt x="304" y="12180"/>
                    <a:pt x="1493" y="12933"/>
                    <a:pt x="6942" y="12933"/>
                  </a:cubicBezTo>
                  <a:cubicBezTo>
                    <a:pt x="7409" y="12933"/>
                    <a:pt x="7907" y="12928"/>
                    <a:pt x="8438" y="12916"/>
                  </a:cubicBezTo>
                  <a:cubicBezTo>
                    <a:pt x="15171" y="12782"/>
                    <a:pt x="14704" y="11780"/>
                    <a:pt x="14988" y="10694"/>
                  </a:cubicBezTo>
                  <a:cubicBezTo>
                    <a:pt x="15272" y="9608"/>
                    <a:pt x="15857" y="3827"/>
                    <a:pt x="15773" y="2557"/>
                  </a:cubicBezTo>
                  <a:cubicBezTo>
                    <a:pt x="15689" y="1270"/>
                    <a:pt x="15055" y="218"/>
                    <a:pt x="131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51"/>
            <p:cNvSpPr/>
            <p:nvPr/>
          </p:nvSpPr>
          <p:spPr>
            <a:xfrm>
              <a:off x="7941955" y="1957228"/>
              <a:ext cx="19871" cy="16826"/>
            </a:xfrm>
            <a:custGeom>
              <a:avLst/>
              <a:gdLst/>
              <a:ahLst/>
              <a:cxnLst/>
              <a:rect l="l" t="t" r="r" b="b"/>
              <a:pathLst>
                <a:path w="620" h="525" extrusionOk="0">
                  <a:moveTo>
                    <a:pt x="268" y="0"/>
                  </a:moveTo>
                  <a:cubicBezTo>
                    <a:pt x="118" y="17"/>
                    <a:pt x="1" y="167"/>
                    <a:pt x="18" y="318"/>
                  </a:cubicBezTo>
                  <a:cubicBezTo>
                    <a:pt x="48" y="448"/>
                    <a:pt x="163" y="525"/>
                    <a:pt x="278" y="525"/>
                  </a:cubicBezTo>
                  <a:cubicBezTo>
                    <a:pt x="355" y="525"/>
                    <a:pt x="432" y="491"/>
                    <a:pt x="485" y="418"/>
                  </a:cubicBezTo>
                  <a:cubicBezTo>
                    <a:pt x="619" y="251"/>
                    <a:pt x="485" y="0"/>
                    <a:pt x="2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51"/>
            <p:cNvSpPr/>
            <p:nvPr/>
          </p:nvSpPr>
          <p:spPr>
            <a:xfrm>
              <a:off x="7943045" y="1920819"/>
              <a:ext cx="24646" cy="98554"/>
            </a:xfrm>
            <a:custGeom>
              <a:avLst/>
              <a:gdLst/>
              <a:ahLst/>
              <a:cxnLst/>
              <a:rect l="l" t="t" r="r" b="b"/>
              <a:pathLst>
                <a:path w="769" h="3075" extrusionOk="0">
                  <a:moveTo>
                    <a:pt x="151" y="0"/>
                  </a:moveTo>
                  <a:cubicBezTo>
                    <a:pt x="151" y="0"/>
                    <a:pt x="117" y="34"/>
                    <a:pt x="84" y="117"/>
                  </a:cubicBezTo>
                  <a:cubicBezTo>
                    <a:pt x="34" y="234"/>
                    <a:pt x="17" y="351"/>
                    <a:pt x="0" y="485"/>
                  </a:cubicBezTo>
                  <a:cubicBezTo>
                    <a:pt x="0" y="669"/>
                    <a:pt x="34" y="852"/>
                    <a:pt x="101" y="1019"/>
                  </a:cubicBezTo>
                  <a:cubicBezTo>
                    <a:pt x="151" y="1120"/>
                    <a:pt x="217" y="1220"/>
                    <a:pt x="284" y="1303"/>
                  </a:cubicBezTo>
                  <a:cubicBezTo>
                    <a:pt x="368" y="1387"/>
                    <a:pt x="451" y="1454"/>
                    <a:pt x="435" y="1554"/>
                  </a:cubicBezTo>
                  <a:cubicBezTo>
                    <a:pt x="385" y="1654"/>
                    <a:pt x="351" y="1755"/>
                    <a:pt x="301" y="1855"/>
                  </a:cubicBezTo>
                  <a:cubicBezTo>
                    <a:pt x="268" y="1972"/>
                    <a:pt x="251" y="2089"/>
                    <a:pt x="268" y="2189"/>
                  </a:cubicBezTo>
                  <a:cubicBezTo>
                    <a:pt x="268" y="2373"/>
                    <a:pt x="318" y="2557"/>
                    <a:pt x="418" y="2724"/>
                  </a:cubicBezTo>
                  <a:cubicBezTo>
                    <a:pt x="485" y="2824"/>
                    <a:pt x="568" y="2924"/>
                    <a:pt x="652" y="3008"/>
                  </a:cubicBezTo>
                  <a:cubicBezTo>
                    <a:pt x="735" y="3058"/>
                    <a:pt x="769" y="3075"/>
                    <a:pt x="769" y="3075"/>
                  </a:cubicBezTo>
                  <a:cubicBezTo>
                    <a:pt x="652" y="2958"/>
                    <a:pt x="552" y="2841"/>
                    <a:pt x="468" y="2690"/>
                  </a:cubicBezTo>
                  <a:cubicBezTo>
                    <a:pt x="385" y="2540"/>
                    <a:pt x="351" y="2373"/>
                    <a:pt x="351" y="2189"/>
                  </a:cubicBezTo>
                  <a:cubicBezTo>
                    <a:pt x="334" y="2089"/>
                    <a:pt x="351" y="1988"/>
                    <a:pt x="385" y="1888"/>
                  </a:cubicBezTo>
                  <a:cubicBezTo>
                    <a:pt x="435" y="1788"/>
                    <a:pt x="485" y="1671"/>
                    <a:pt x="518" y="1571"/>
                  </a:cubicBezTo>
                  <a:cubicBezTo>
                    <a:pt x="535" y="1504"/>
                    <a:pt x="518" y="1420"/>
                    <a:pt x="468" y="1370"/>
                  </a:cubicBezTo>
                  <a:cubicBezTo>
                    <a:pt x="435" y="1320"/>
                    <a:pt x="401" y="1287"/>
                    <a:pt x="351" y="1237"/>
                  </a:cubicBezTo>
                  <a:cubicBezTo>
                    <a:pt x="284" y="1170"/>
                    <a:pt x="234" y="1086"/>
                    <a:pt x="184" y="986"/>
                  </a:cubicBezTo>
                  <a:cubicBezTo>
                    <a:pt x="101" y="836"/>
                    <a:pt x="67" y="652"/>
                    <a:pt x="67" y="485"/>
                  </a:cubicBezTo>
                  <a:cubicBezTo>
                    <a:pt x="84" y="318"/>
                    <a:pt x="101" y="151"/>
                    <a:pt x="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51"/>
            <p:cNvSpPr/>
            <p:nvPr/>
          </p:nvSpPr>
          <p:spPr>
            <a:xfrm>
              <a:off x="7923751" y="1954023"/>
              <a:ext cx="31088" cy="24102"/>
            </a:xfrm>
            <a:custGeom>
              <a:avLst/>
              <a:gdLst/>
              <a:ahLst/>
              <a:cxnLst/>
              <a:rect l="l" t="t" r="r" b="b"/>
              <a:pathLst>
                <a:path w="970" h="752" extrusionOk="0">
                  <a:moveTo>
                    <a:pt x="51" y="0"/>
                  </a:moveTo>
                  <a:cubicBezTo>
                    <a:pt x="34" y="0"/>
                    <a:pt x="1" y="67"/>
                    <a:pt x="17" y="201"/>
                  </a:cubicBezTo>
                  <a:cubicBezTo>
                    <a:pt x="51" y="368"/>
                    <a:pt x="151" y="518"/>
                    <a:pt x="302" y="618"/>
                  </a:cubicBezTo>
                  <a:cubicBezTo>
                    <a:pt x="435" y="702"/>
                    <a:pt x="602" y="752"/>
                    <a:pt x="769" y="752"/>
                  </a:cubicBezTo>
                  <a:cubicBezTo>
                    <a:pt x="886" y="752"/>
                    <a:pt x="970" y="735"/>
                    <a:pt x="970" y="719"/>
                  </a:cubicBezTo>
                  <a:cubicBezTo>
                    <a:pt x="970" y="702"/>
                    <a:pt x="886" y="702"/>
                    <a:pt x="769" y="685"/>
                  </a:cubicBezTo>
                  <a:cubicBezTo>
                    <a:pt x="619" y="668"/>
                    <a:pt x="469" y="618"/>
                    <a:pt x="352" y="535"/>
                  </a:cubicBezTo>
                  <a:cubicBezTo>
                    <a:pt x="218" y="451"/>
                    <a:pt x="134" y="334"/>
                    <a:pt x="84" y="184"/>
                  </a:cubicBezTo>
                  <a:cubicBezTo>
                    <a:pt x="51" y="84"/>
                    <a:pt x="68" y="0"/>
                    <a:pt x="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51"/>
            <p:cNvSpPr/>
            <p:nvPr/>
          </p:nvSpPr>
          <p:spPr>
            <a:xfrm>
              <a:off x="8148133" y="2031648"/>
              <a:ext cx="38043" cy="569817"/>
            </a:xfrm>
            <a:custGeom>
              <a:avLst/>
              <a:gdLst/>
              <a:ahLst/>
              <a:cxnLst/>
              <a:rect l="l" t="t" r="r" b="b"/>
              <a:pathLst>
                <a:path w="1187" h="17779" extrusionOk="0">
                  <a:moveTo>
                    <a:pt x="452" y="1"/>
                  </a:moveTo>
                  <a:lnTo>
                    <a:pt x="1" y="18"/>
                  </a:lnTo>
                  <a:lnTo>
                    <a:pt x="719" y="17779"/>
                  </a:lnTo>
                  <a:lnTo>
                    <a:pt x="1187" y="17779"/>
                  </a:lnTo>
                  <a:lnTo>
                    <a:pt x="45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51"/>
            <p:cNvSpPr/>
            <p:nvPr/>
          </p:nvSpPr>
          <p:spPr>
            <a:xfrm>
              <a:off x="7344351" y="2032193"/>
              <a:ext cx="42851" cy="570875"/>
            </a:xfrm>
            <a:custGeom>
              <a:avLst/>
              <a:gdLst/>
              <a:ahLst/>
              <a:cxnLst/>
              <a:rect l="l" t="t" r="r" b="b"/>
              <a:pathLst>
                <a:path w="1337" h="17812" extrusionOk="0">
                  <a:moveTo>
                    <a:pt x="869" y="1"/>
                  </a:moveTo>
                  <a:lnTo>
                    <a:pt x="0" y="17795"/>
                  </a:lnTo>
                  <a:lnTo>
                    <a:pt x="451" y="17812"/>
                  </a:lnTo>
                  <a:lnTo>
                    <a:pt x="1337" y="34"/>
                  </a:lnTo>
                  <a:lnTo>
                    <a:pt x="8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51"/>
            <p:cNvSpPr/>
            <p:nvPr/>
          </p:nvSpPr>
          <p:spPr>
            <a:xfrm>
              <a:off x="7482486" y="2039692"/>
              <a:ext cx="42338" cy="567125"/>
            </a:xfrm>
            <a:custGeom>
              <a:avLst/>
              <a:gdLst/>
              <a:ahLst/>
              <a:cxnLst/>
              <a:rect l="l" t="t" r="r" b="b"/>
              <a:pathLst>
                <a:path w="1321" h="17695" extrusionOk="0">
                  <a:moveTo>
                    <a:pt x="853" y="0"/>
                  </a:moveTo>
                  <a:lnTo>
                    <a:pt x="1" y="17661"/>
                  </a:lnTo>
                  <a:lnTo>
                    <a:pt x="469" y="17695"/>
                  </a:lnTo>
                  <a:lnTo>
                    <a:pt x="1321" y="34"/>
                  </a:lnTo>
                  <a:lnTo>
                    <a:pt x="8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51"/>
            <p:cNvSpPr/>
            <p:nvPr/>
          </p:nvSpPr>
          <p:spPr>
            <a:xfrm>
              <a:off x="8240789" y="2032193"/>
              <a:ext cx="38588" cy="569272"/>
            </a:xfrm>
            <a:custGeom>
              <a:avLst/>
              <a:gdLst/>
              <a:ahLst/>
              <a:cxnLst/>
              <a:rect l="l" t="t" r="r" b="b"/>
              <a:pathLst>
                <a:path w="1204" h="17762" extrusionOk="0">
                  <a:moveTo>
                    <a:pt x="468" y="1"/>
                  </a:moveTo>
                  <a:lnTo>
                    <a:pt x="0" y="17"/>
                  </a:lnTo>
                  <a:lnTo>
                    <a:pt x="735" y="17762"/>
                  </a:lnTo>
                  <a:lnTo>
                    <a:pt x="1203" y="17762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51"/>
            <p:cNvSpPr/>
            <p:nvPr/>
          </p:nvSpPr>
          <p:spPr>
            <a:xfrm>
              <a:off x="7318647" y="2025238"/>
              <a:ext cx="976243" cy="29486"/>
            </a:xfrm>
            <a:custGeom>
              <a:avLst/>
              <a:gdLst/>
              <a:ahLst/>
              <a:cxnLst/>
              <a:rect l="l" t="t" r="r" b="b"/>
              <a:pathLst>
                <a:path w="30460" h="920" extrusionOk="0">
                  <a:moveTo>
                    <a:pt x="0" y="0"/>
                  </a:moveTo>
                  <a:lnTo>
                    <a:pt x="0" y="919"/>
                  </a:lnTo>
                  <a:lnTo>
                    <a:pt x="30460" y="919"/>
                  </a:lnTo>
                  <a:lnTo>
                    <a:pt x="3046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51"/>
            <p:cNvSpPr/>
            <p:nvPr/>
          </p:nvSpPr>
          <p:spPr>
            <a:xfrm>
              <a:off x="7394124" y="1837809"/>
              <a:ext cx="385626" cy="184255"/>
            </a:xfrm>
            <a:custGeom>
              <a:avLst/>
              <a:gdLst/>
              <a:ahLst/>
              <a:cxnLst/>
              <a:rect l="l" t="t" r="r" b="b"/>
              <a:pathLst>
                <a:path w="12032" h="5749" extrusionOk="0">
                  <a:moveTo>
                    <a:pt x="1" y="0"/>
                  </a:moveTo>
                  <a:lnTo>
                    <a:pt x="2173" y="5748"/>
                  </a:lnTo>
                  <a:lnTo>
                    <a:pt x="12031" y="5748"/>
                  </a:lnTo>
                  <a:lnTo>
                    <a:pt x="11948" y="5447"/>
                  </a:lnTo>
                  <a:lnTo>
                    <a:pt x="7971" y="5347"/>
                  </a:lnTo>
                  <a:lnTo>
                    <a:pt x="613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51"/>
            <p:cNvSpPr/>
            <p:nvPr/>
          </p:nvSpPr>
          <p:spPr>
            <a:xfrm>
              <a:off x="7507678" y="1919024"/>
              <a:ext cx="28941" cy="27659"/>
            </a:xfrm>
            <a:custGeom>
              <a:avLst/>
              <a:gdLst/>
              <a:ahLst/>
              <a:cxnLst/>
              <a:rect l="l" t="t" r="r" b="b"/>
              <a:pathLst>
                <a:path w="903" h="863" extrusionOk="0">
                  <a:moveTo>
                    <a:pt x="401" y="1"/>
                  </a:moveTo>
                  <a:cubicBezTo>
                    <a:pt x="379" y="1"/>
                    <a:pt x="357" y="3"/>
                    <a:pt x="334" y="6"/>
                  </a:cubicBezTo>
                  <a:cubicBezTo>
                    <a:pt x="117" y="73"/>
                    <a:pt x="0" y="307"/>
                    <a:pt x="84" y="507"/>
                  </a:cubicBezTo>
                  <a:cubicBezTo>
                    <a:pt x="129" y="719"/>
                    <a:pt x="312" y="863"/>
                    <a:pt x="508" y="863"/>
                  </a:cubicBezTo>
                  <a:cubicBezTo>
                    <a:pt x="528" y="863"/>
                    <a:pt x="548" y="861"/>
                    <a:pt x="568" y="858"/>
                  </a:cubicBezTo>
                  <a:cubicBezTo>
                    <a:pt x="785" y="775"/>
                    <a:pt x="902" y="541"/>
                    <a:pt x="819" y="340"/>
                  </a:cubicBezTo>
                  <a:cubicBezTo>
                    <a:pt x="774" y="130"/>
                    <a:pt x="594" y="1"/>
                    <a:pt x="4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51"/>
            <p:cNvSpPr/>
            <p:nvPr/>
          </p:nvSpPr>
          <p:spPr>
            <a:xfrm>
              <a:off x="7838081" y="1141106"/>
              <a:ext cx="111406" cy="153199"/>
            </a:xfrm>
            <a:custGeom>
              <a:avLst/>
              <a:gdLst/>
              <a:ahLst/>
              <a:cxnLst/>
              <a:rect l="l" t="t" r="r" b="b"/>
              <a:pathLst>
                <a:path w="3476" h="4780" extrusionOk="0">
                  <a:moveTo>
                    <a:pt x="0" y="1"/>
                  </a:moveTo>
                  <a:lnTo>
                    <a:pt x="0" y="4779"/>
                  </a:lnTo>
                  <a:lnTo>
                    <a:pt x="3476" y="4779"/>
                  </a:lnTo>
                  <a:lnTo>
                    <a:pt x="347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51"/>
            <p:cNvSpPr/>
            <p:nvPr/>
          </p:nvSpPr>
          <p:spPr>
            <a:xfrm>
              <a:off x="7896444" y="1178060"/>
              <a:ext cx="35928" cy="1090"/>
            </a:xfrm>
            <a:custGeom>
              <a:avLst/>
              <a:gdLst/>
              <a:ahLst/>
              <a:cxnLst/>
              <a:rect l="l" t="t" r="r" b="b"/>
              <a:pathLst>
                <a:path w="1121" h="34" extrusionOk="0">
                  <a:moveTo>
                    <a:pt x="552" y="0"/>
                  </a:moveTo>
                  <a:cubicBezTo>
                    <a:pt x="251" y="0"/>
                    <a:pt x="1" y="17"/>
                    <a:pt x="1" y="17"/>
                  </a:cubicBezTo>
                  <a:cubicBezTo>
                    <a:pt x="1" y="17"/>
                    <a:pt x="251" y="34"/>
                    <a:pt x="552" y="34"/>
                  </a:cubicBezTo>
                  <a:cubicBezTo>
                    <a:pt x="869" y="34"/>
                    <a:pt x="1120" y="17"/>
                    <a:pt x="1120" y="17"/>
                  </a:cubicBezTo>
                  <a:cubicBezTo>
                    <a:pt x="1120" y="17"/>
                    <a:pt x="869" y="0"/>
                    <a:pt x="5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51"/>
            <p:cNvSpPr/>
            <p:nvPr/>
          </p:nvSpPr>
          <p:spPr>
            <a:xfrm>
              <a:off x="7896444" y="1198540"/>
              <a:ext cx="17692" cy="833"/>
            </a:xfrm>
            <a:custGeom>
              <a:avLst/>
              <a:gdLst/>
              <a:ahLst/>
              <a:cxnLst/>
              <a:rect l="l" t="t" r="r" b="b"/>
              <a:pathLst>
                <a:path w="552" h="26" extrusionOk="0">
                  <a:moveTo>
                    <a:pt x="276" y="1"/>
                  </a:moveTo>
                  <a:cubicBezTo>
                    <a:pt x="184" y="1"/>
                    <a:pt x="93" y="5"/>
                    <a:pt x="1" y="13"/>
                  </a:cubicBezTo>
                  <a:cubicBezTo>
                    <a:pt x="93" y="21"/>
                    <a:pt x="184" y="26"/>
                    <a:pt x="276" y="26"/>
                  </a:cubicBezTo>
                  <a:cubicBezTo>
                    <a:pt x="368" y="26"/>
                    <a:pt x="460" y="21"/>
                    <a:pt x="552" y="13"/>
                  </a:cubicBezTo>
                  <a:cubicBezTo>
                    <a:pt x="460" y="5"/>
                    <a:pt x="368" y="1"/>
                    <a:pt x="2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51"/>
            <p:cNvSpPr/>
            <p:nvPr/>
          </p:nvSpPr>
          <p:spPr>
            <a:xfrm>
              <a:off x="7853593" y="1203892"/>
              <a:ext cx="17724" cy="833"/>
            </a:xfrm>
            <a:custGeom>
              <a:avLst/>
              <a:gdLst/>
              <a:ahLst/>
              <a:cxnLst/>
              <a:rect l="l" t="t" r="r" b="b"/>
              <a:pathLst>
                <a:path w="553" h="26" extrusionOk="0">
                  <a:moveTo>
                    <a:pt x="277" y="1"/>
                  </a:moveTo>
                  <a:cubicBezTo>
                    <a:pt x="185" y="1"/>
                    <a:pt x="93" y="5"/>
                    <a:pt x="1" y="13"/>
                  </a:cubicBezTo>
                  <a:cubicBezTo>
                    <a:pt x="93" y="22"/>
                    <a:pt x="185" y="26"/>
                    <a:pt x="277" y="26"/>
                  </a:cubicBezTo>
                  <a:cubicBezTo>
                    <a:pt x="369" y="26"/>
                    <a:pt x="460" y="22"/>
                    <a:pt x="552" y="13"/>
                  </a:cubicBezTo>
                  <a:cubicBezTo>
                    <a:pt x="460" y="5"/>
                    <a:pt x="369" y="1"/>
                    <a:pt x="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51"/>
            <p:cNvSpPr/>
            <p:nvPr/>
          </p:nvSpPr>
          <p:spPr>
            <a:xfrm>
              <a:off x="7853593" y="1212450"/>
              <a:ext cx="27371" cy="865"/>
            </a:xfrm>
            <a:custGeom>
              <a:avLst/>
              <a:gdLst/>
              <a:ahLst/>
              <a:cxnLst/>
              <a:rect l="l" t="t" r="r" b="b"/>
              <a:pathLst>
                <a:path w="854" h="27" extrusionOk="0">
                  <a:moveTo>
                    <a:pt x="427" y="1"/>
                  </a:moveTo>
                  <a:cubicBezTo>
                    <a:pt x="285" y="1"/>
                    <a:pt x="143" y="5"/>
                    <a:pt x="1" y="14"/>
                  </a:cubicBezTo>
                  <a:cubicBezTo>
                    <a:pt x="143" y="22"/>
                    <a:pt x="285" y="26"/>
                    <a:pt x="427" y="26"/>
                  </a:cubicBezTo>
                  <a:cubicBezTo>
                    <a:pt x="569" y="26"/>
                    <a:pt x="711" y="22"/>
                    <a:pt x="853" y="14"/>
                  </a:cubicBezTo>
                  <a:cubicBezTo>
                    <a:pt x="711" y="5"/>
                    <a:pt x="569" y="1"/>
                    <a:pt x="4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51"/>
            <p:cNvSpPr/>
            <p:nvPr/>
          </p:nvSpPr>
          <p:spPr>
            <a:xfrm>
              <a:off x="7853593" y="1227449"/>
              <a:ext cx="17724" cy="833"/>
            </a:xfrm>
            <a:custGeom>
              <a:avLst/>
              <a:gdLst/>
              <a:ahLst/>
              <a:cxnLst/>
              <a:rect l="l" t="t" r="r" b="b"/>
              <a:pathLst>
                <a:path w="553" h="26" extrusionOk="0">
                  <a:moveTo>
                    <a:pt x="277" y="1"/>
                  </a:moveTo>
                  <a:cubicBezTo>
                    <a:pt x="185" y="1"/>
                    <a:pt x="93" y="5"/>
                    <a:pt x="1" y="13"/>
                  </a:cubicBezTo>
                  <a:cubicBezTo>
                    <a:pt x="93" y="22"/>
                    <a:pt x="185" y="26"/>
                    <a:pt x="277" y="26"/>
                  </a:cubicBezTo>
                  <a:cubicBezTo>
                    <a:pt x="369" y="26"/>
                    <a:pt x="460" y="22"/>
                    <a:pt x="552" y="13"/>
                  </a:cubicBezTo>
                  <a:cubicBezTo>
                    <a:pt x="460" y="5"/>
                    <a:pt x="369" y="1"/>
                    <a:pt x="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51"/>
            <p:cNvSpPr/>
            <p:nvPr/>
          </p:nvSpPr>
          <p:spPr>
            <a:xfrm>
              <a:off x="7853593" y="1236039"/>
              <a:ext cx="27371" cy="833"/>
            </a:xfrm>
            <a:custGeom>
              <a:avLst/>
              <a:gdLst/>
              <a:ahLst/>
              <a:cxnLst/>
              <a:rect l="l" t="t" r="r" b="b"/>
              <a:pathLst>
                <a:path w="854" h="26" extrusionOk="0">
                  <a:moveTo>
                    <a:pt x="427" y="0"/>
                  </a:moveTo>
                  <a:cubicBezTo>
                    <a:pt x="285" y="0"/>
                    <a:pt x="143" y="4"/>
                    <a:pt x="1" y="13"/>
                  </a:cubicBezTo>
                  <a:cubicBezTo>
                    <a:pt x="143" y="21"/>
                    <a:pt x="285" y="25"/>
                    <a:pt x="427" y="25"/>
                  </a:cubicBezTo>
                  <a:cubicBezTo>
                    <a:pt x="569" y="25"/>
                    <a:pt x="711" y="21"/>
                    <a:pt x="853" y="13"/>
                  </a:cubicBezTo>
                  <a:cubicBezTo>
                    <a:pt x="711" y="4"/>
                    <a:pt x="569" y="0"/>
                    <a:pt x="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51"/>
            <p:cNvSpPr/>
            <p:nvPr/>
          </p:nvSpPr>
          <p:spPr>
            <a:xfrm>
              <a:off x="7853593" y="1249403"/>
              <a:ext cx="17724" cy="833"/>
            </a:xfrm>
            <a:custGeom>
              <a:avLst/>
              <a:gdLst/>
              <a:ahLst/>
              <a:cxnLst/>
              <a:rect l="l" t="t" r="r" b="b"/>
              <a:pathLst>
                <a:path w="553" h="26" extrusionOk="0">
                  <a:moveTo>
                    <a:pt x="277" y="1"/>
                  </a:moveTo>
                  <a:cubicBezTo>
                    <a:pt x="185" y="1"/>
                    <a:pt x="93" y="5"/>
                    <a:pt x="1" y="13"/>
                  </a:cubicBezTo>
                  <a:cubicBezTo>
                    <a:pt x="93" y="22"/>
                    <a:pt x="185" y="26"/>
                    <a:pt x="277" y="26"/>
                  </a:cubicBezTo>
                  <a:cubicBezTo>
                    <a:pt x="369" y="26"/>
                    <a:pt x="460" y="22"/>
                    <a:pt x="552" y="13"/>
                  </a:cubicBezTo>
                  <a:cubicBezTo>
                    <a:pt x="460" y="5"/>
                    <a:pt x="369" y="1"/>
                    <a:pt x="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51"/>
            <p:cNvSpPr/>
            <p:nvPr/>
          </p:nvSpPr>
          <p:spPr>
            <a:xfrm>
              <a:off x="7853593" y="1257993"/>
              <a:ext cx="27371" cy="833"/>
            </a:xfrm>
            <a:custGeom>
              <a:avLst/>
              <a:gdLst/>
              <a:ahLst/>
              <a:cxnLst/>
              <a:rect l="l" t="t" r="r" b="b"/>
              <a:pathLst>
                <a:path w="854" h="26" extrusionOk="0">
                  <a:moveTo>
                    <a:pt x="427" y="0"/>
                  </a:moveTo>
                  <a:cubicBezTo>
                    <a:pt x="285" y="0"/>
                    <a:pt x="143" y="4"/>
                    <a:pt x="1" y="13"/>
                  </a:cubicBezTo>
                  <a:cubicBezTo>
                    <a:pt x="143" y="21"/>
                    <a:pt x="285" y="25"/>
                    <a:pt x="427" y="25"/>
                  </a:cubicBezTo>
                  <a:cubicBezTo>
                    <a:pt x="569" y="25"/>
                    <a:pt x="711" y="21"/>
                    <a:pt x="853" y="13"/>
                  </a:cubicBezTo>
                  <a:cubicBezTo>
                    <a:pt x="711" y="4"/>
                    <a:pt x="569" y="0"/>
                    <a:pt x="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51"/>
            <p:cNvSpPr/>
            <p:nvPr/>
          </p:nvSpPr>
          <p:spPr>
            <a:xfrm>
              <a:off x="7896444" y="1213411"/>
              <a:ext cx="40736" cy="545"/>
            </a:xfrm>
            <a:custGeom>
              <a:avLst/>
              <a:gdLst/>
              <a:ahLst/>
              <a:cxnLst/>
              <a:rect l="l" t="t" r="r" b="b"/>
              <a:pathLst>
                <a:path w="1271" h="17" extrusionOk="0">
                  <a:moveTo>
                    <a:pt x="1" y="0"/>
                  </a:moveTo>
                  <a:cubicBezTo>
                    <a:pt x="1" y="17"/>
                    <a:pt x="285" y="17"/>
                    <a:pt x="636" y="17"/>
                  </a:cubicBezTo>
                  <a:cubicBezTo>
                    <a:pt x="986" y="17"/>
                    <a:pt x="1270" y="17"/>
                    <a:pt x="12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51"/>
            <p:cNvSpPr/>
            <p:nvPr/>
          </p:nvSpPr>
          <p:spPr>
            <a:xfrm>
              <a:off x="7896444" y="1227994"/>
              <a:ext cx="16089" cy="833"/>
            </a:xfrm>
            <a:custGeom>
              <a:avLst/>
              <a:gdLst/>
              <a:ahLst/>
              <a:cxnLst/>
              <a:rect l="l" t="t" r="r" b="b"/>
              <a:pathLst>
                <a:path w="502" h="26" extrusionOk="0">
                  <a:moveTo>
                    <a:pt x="251" y="1"/>
                  </a:moveTo>
                  <a:cubicBezTo>
                    <a:pt x="168" y="1"/>
                    <a:pt x="84" y="5"/>
                    <a:pt x="1" y="13"/>
                  </a:cubicBezTo>
                  <a:cubicBezTo>
                    <a:pt x="84" y="21"/>
                    <a:pt x="168" y="26"/>
                    <a:pt x="251" y="26"/>
                  </a:cubicBezTo>
                  <a:cubicBezTo>
                    <a:pt x="335" y="26"/>
                    <a:pt x="418" y="21"/>
                    <a:pt x="502" y="13"/>
                  </a:cubicBezTo>
                  <a:cubicBezTo>
                    <a:pt x="418" y="5"/>
                    <a:pt x="335" y="1"/>
                    <a:pt x="2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51"/>
            <p:cNvSpPr/>
            <p:nvPr/>
          </p:nvSpPr>
          <p:spPr>
            <a:xfrm>
              <a:off x="7896444" y="1242865"/>
              <a:ext cx="40736" cy="1090"/>
            </a:xfrm>
            <a:custGeom>
              <a:avLst/>
              <a:gdLst/>
              <a:ahLst/>
              <a:cxnLst/>
              <a:rect l="l" t="t" r="r" b="b"/>
              <a:pathLst>
                <a:path w="1271" h="34" extrusionOk="0">
                  <a:moveTo>
                    <a:pt x="636" y="0"/>
                  </a:moveTo>
                  <a:cubicBezTo>
                    <a:pt x="285" y="0"/>
                    <a:pt x="1" y="17"/>
                    <a:pt x="1" y="17"/>
                  </a:cubicBezTo>
                  <a:cubicBezTo>
                    <a:pt x="1" y="17"/>
                    <a:pt x="285" y="34"/>
                    <a:pt x="636" y="34"/>
                  </a:cubicBezTo>
                  <a:cubicBezTo>
                    <a:pt x="986" y="34"/>
                    <a:pt x="1270" y="17"/>
                    <a:pt x="1270" y="17"/>
                  </a:cubicBezTo>
                  <a:cubicBezTo>
                    <a:pt x="1270" y="17"/>
                    <a:pt x="986" y="0"/>
                    <a:pt x="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51"/>
            <p:cNvSpPr/>
            <p:nvPr/>
          </p:nvSpPr>
          <p:spPr>
            <a:xfrm>
              <a:off x="7896444" y="1257865"/>
              <a:ext cx="40736" cy="1090"/>
            </a:xfrm>
            <a:custGeom>
              <a:avLst/>
              <a:gdLst/>
              <a:ahLst/>
              <a:cxnLst/>
              <a:rect l="l" t="t" r="r" b="b"/>
              <a:pathLst>
                <a:path w="1271" h="34" extrusionOk="0">
                  <a:moveTo>
                    <a:pt x="636" y="0"/>
                  </a:moveTo>
                  <a:cubicBezTo>
                    <a:pt x="285" y="0"/>
                    <a:pt x="1" y="0"/>
                    <a:pt x="1" y="17"/>
                  </a:cubicBezTo>
                  <a:cubicBezTo>
                    <a:pt x="1" y="17"/>
                    <a:pt x="285" y="33"/>
                    <a:pt x="636" y="33"/>
                  </a:cubicBezTo>
                  <a:cubicBezTo>
                    <a:pt x="986" y="33"/>
                    <a:pt x="1270" y="17"/>
                    <a:pt x="1270" y="17"/>
                  </a:cubicBezTo>
                  <a:cubicBezTo>
                    <a:pt x="1270" y="0"/>
                    <a:pt x="986" y="0"/>
                    <a:pt x="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51"/>
            <p:cNvSpPr/>
            <p:nvPr/>
          </p:nvSpPr>
          <p:spPr>
            <a:xfrm>
              <a:off x="7894297" y="1273377"/>
              <a:ext cx="40736" cy="1090"/>
            </a:xfrm>
            <a:custGeom>
              <a:avLst/>
              <a:gdLst/>
              <a:ahLst/>
              <a:cxnLst/>
              <a:rect l="l" t="t" r="r" b="b"/>
              <a:pathLst>
                <a:path w="1271" h="34" extrusionOk="0">
                  <a:moveTo>
                    <a:pt x="636" y="1"/>
                  </a:moveTo>
                  <a:cubicBezTo>
                    <a:pt x="285" y="1"/>
                    <a:pt x="1" y="17"/>
                    <a:pt x="1" y="17"/>
                  </a:cubicBezTo>
                  <a:cubicBezTo>
                    <a:pt x="1" y="17"/>
                    <a:pt x="285" y="34"/>
                    <a:pt x="636" y="34"/>
                  </a:cubicBezTo>
                  <a:cubicBezTo>
                    <a:pt x="987" y="34"/>
                    <a:pt x="1271" y="17"/>
                    <a:pt x="1271" y="17"/>
                  </a:cubicBezTo>
                  <a:cubicBezTo>
                    <a:pt x="1271" y="17"/>
                    <a:pt x="987" y="1"/>
                    <a:pt x="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51"/>
            <p:cNvSpPr/>
            <p:nvPr/>
          </p:nvSpPr>
          <p:spPr>
            <a:xfrm>
              <a:off x="7854138" y="1164150"/>
              <a:ext cx="29486" cy="29999"/>
            </a:xfrm>
            <a:custGeom>
              <a:avLst/>
              <a:gdLst/>
              <a:ahLst/>
              <a:cxnLst/>
              <a:rect l="l" t="t" r="r" b="b"/>
              <a:pathLst>
                <a:path w="920" h="936" extrusionOk="0">
                  <a:moveTo>
                    <a:pt x="17" y="0"/>
                  </a:moveTo>
                  <a:lnTo>
                    <a:pt x="1" y="17"/>
                  </a:lnTo>
                  <a:lnTo>
                    <a:pt x="1" y="251"/>
                  </a:lnTo>
                  <a:lnTo>
                    <a:pt x="1" y="485"/>
                  </a:lnTo>
                  <a:cubicBezTo>
                    <a:pt x="1" y="635"/>
                    <a:pt x="1" y="785"/>
                    <a:pt x="1" y="919"/>
                  </a:cubicBezTo>
                  <a:lnTo>
                    <a:pt x="1" y="936"/>
                  </a:lnTo>
                  <a:lnTo>
                    <a:pt x="17" y="936"/>
                  </a:lnTo>
                  <a:lnTo>
                    <a:pt x="669" y="919"/>
                  </a:lnTo>
                  <a:lnTo>
                    <a:pt x="17" y="902"/>
                  </a:lnTo>
                  <a:cubicBezTo>
                    <a:pt x="17" y="773"/>
                    <a:pt x="17" y="629"/>
                    <a:pt x="17" y="485"/>
                  </a:cubicBezTo>
                  <a:lnTo>
                    <a:pt x="17" y="251"/>
                  </a:lnTo>
                  <a:lnTo>
                    <a:pt x="17" y="33"/>
                  </a:lnTo>
                  <a:lnTo>
                    <a:pt x="903" y="17"/>
                  </a:lnTo>
                  <a:lnTo>
                    <a:pt x="903" y="17"/>
                  </a:lnTo>
                  <a:cubicBezTo>
                    <a:pt x="903" y="268"/>
                    <a:pt x="903" y="501"/>
                    <a:pt x="903" y="668"/>
                  </a:cubicBezTo>
                  <a:cubicBezTo>
                    <a:pt x="920" y="735"/>
                    <a:pt x="920" y="802"/>
                    <a:pt x="920" y="852"/>
                  </a:cubicBezTo>
                  <a:cubicBezTo>
                    <a:pt x="920" y="802"/>
                    <a:pt x="920" y="752"/>
                    <a:pt x="920" y="668"/>
                  </a:cubicBezTo>
                  <a:cubicBezTo>
                    <a:pt x="920" y="501"/>
                    <a:pt x="920" y="267"/>
                    <a:pt x="920" y="17"/>
                  </a:cubicBezTo>
                  <a:lnTo>
                    <a:pt x="9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51"/>
            <p:cNvSpPr/>
            <p:nvPr/>
          </p:nvSpPr>
          <p:spPr>
            <a:xfrm>
              <a:off x="7854683" y="1173253"/>
              <a:ext cx="28941" cy="13397"/>
            </a:xfrm>
            <a:custGeom>
              <a:avLst/>
              <a:gdLst/>
              <a:ahLst/>
              <a:cxnLst/>
              <a:rect l="l" t="t" r="r" b="b"/>
              <a:pathLst>
                <a:path w="903" h="418" extrusionOk="0">
                  <a:moveTo>
                    <a:pt x="853" y="100"/>
                  </a:moveTo>
                  <a:cubicBezTo>
                    <a:pt x="869" y="117"/>
                    <a:pt x="886" y="134"/>
                    <a:pt x="903" y="134"/>
                  </a:cubicBezTo>
                  <a:cubicBezTo>
                    <a:pt x="886" y="117"/>
                    <a:pt x="869" y="117"/>
                    <a:pt x="853" y="100"/>
                  </a:cubicBezTo>
                  <a:close/>
                  <a:moveTo>
                    <a:pt x="736" y="0"/>
                  </a:moveTo>
                  <a:lnTo>
                    <a:pt x="719" y="17"/>
                  </a:lnTo>
                  <a:lnTo>
                    <a:pt x="451" y="284"/>
                  </a:lnTo>
                  <a:lnTo>
                    <a:pt x="284" y="167"/>
                  </a:lnTo>
                  <a:lnTo>
                    <a:pt x="268" y="150"/>
                  </a:lnTo>
                  <a:lnTo>
                    <a:pt x="268" y="167"/>
                  </a:lnTo>
                  <a:lnTo>
                    <a:pt x="67" y="334"/>
                  </a:lnTo>
                  <a:cubicBezTo>
                    <a:pt x="34" y="368"/>
                    <a:pt x="17" y="384"/>
                    <a:pt x="0" y="418"/>
                  </a:cubicBezTo>
                  <a:cubicBezTo>
                    <a:pt x="17" y="401"/>
                    <a:pt x="50" y="368"/>
                    <a:pt x="84" y="351"/>
                  </a:cubicBezTo>
                  <a:lnTo>
                    <a:pt x="277" y="190"/>
                  </a:lnTo>
                  <a:lnTo>
                    <a:pt x="277" y="190"/>
                  </a:lnTo>
                  <a:lnTo>
                    <a:pt x="435" y="301"/>
                  </a:lnTo>
                  <a:lnTo>
                    <a:pt x="468" y="301"/>
                  </a:lnTo>
                  <a:lnTo>
                    <a:pt x="736" y="17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51"/>
            <p:cNvSpPr/>
            <p:nvPr/>
          </p:nvSpPr>
          <p:spPr>
            <a:xfrm>
              <a:off x="7863785" y="1167548"/>
              <a:ext cx="9134" cy="7692"/>
            </a:xfrm>
            <a:custGeom>
              <a:avLst/>
              <a:gdLst/>
              <a:ahLst/>
              <a:cxnLst/>
              <a:rect l="l" t="t" r="r" b="b"/>
              <a:pathLst>
                <a:path w="285" h="240" extrusionOk="0">
                  <a:moveTo>
                    <a:pt x="164" y="0"/>
                  </a:moveTo>
                  <a:cubicBezTo>
                    <a:pt x="148" y="0"/>
                    <a:pt x="131" y="4"/>
                    <a:pt x="117" y="11"/>
                  </a:cubicBezTo>
                  <a:cubicBezTo>
                    <a:pt x="0" y="44"/>
                    <a:pt x="0" y="195"/>
                    <a:pt x="117" y="228"/>
                  </a:cubicBezTo>
                  <a:cubicBezTo>
                    <a:pt x="131" y="235"/>
                    <a:pt x="145" y="239"/>
                    <a:pt x="159" y="239"/>
                  </a:cubicBezTo>
                  <a:cubicBezTo>
                    <a:pt x="178" y="239"/>
                    <a:pt x="198" y="231"/>
                    <a:pt x="218" y="211"/>
                  </a:cubicBezTo>
                  <a:cubicBezTo>
                    <a:pt x="284" y="161"/>
                    <a:pt x="268" y="111"/>
                    <a:pt x="268" y="111"/>
                  </a:cubicBezTo>
                  <a:lnTo>
                    <a:pt x="268" y="111"/>
                  </a:lnTo>
                  <a:cubicBezTo>
                    <a:pt x="251" y="145"/>
                    <a:pt x="234" y="178"/>
                    <a:pt x="218" y="195"/>
                  </a:cubicBezTo>
                  <a:cubicBezTo>
                    <a:pt x="194" y="207"/>
                    <a:pt x="170" y="218"/>
                    <a:pt x="147" y="218"/>
                  </a:cubicBezTo>
                  <a:cubicBezTo>
                    <a:pt x="137" y="218"/>
                    <a:pt x="127" y="216"/>
                    <a:pt x="117" y="211"/>
                  </a:cubicBezTo>
                  <a:cubicBezTo>
                    <a:pt x="34" y="178"/>
                    <a:pt x="34" y="61"/>
                    <a:pt x="117" y="28"/>
                  </a:cubicBezTo>
                  <a:cubicBezTo>
                    <a:pt x="131" y="21"/>
                    <a:pt x="145" y="17"/>
                    <a:pt x="159" y="17"/>
                  </a:cubicBezTo>
                  <a:cubicBezTo>
                    <a:pt x="178" y="17"/>
                    <a:pt x="198" y="25"/>
                    <a:pt x="218" y="44"/>
                  </a:cubicBezTo>
                  <a:cubicBezTo>
                    <a:pt x="234" y="61"/>
                    <a:pt x="251" y="95"/>
                    <a:pt x="268" y="111"/>
                  </a:cubicBezTo>
                  <a:cubicBezTo>
                    <a:pt x="268" y="78"/>
                    <a:pt x="251" y="44"/>
                    <a:pt x="218" y="28"/>
                  </a:cubicBezTo>
                  <a:cubicBezTo>
                    <a:pt x="208" y="8"/>
                    <a:pt x="187" y="0"/>
                    <a:pt x="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51"/>
            <p:cNvSpPr/>
            <p:nvPr/>
          </p:nvSpPr>
          <p:spPr>
            <a:xfrm>
              <a:off x="6994653" y="1147548"/>
              <a:ext cx="111406" cy="153712"/>
            </a:xfrm>
            <a:custGeom>
              <a:avLst/>
              <a:gdLst/>
              <a:ahLst/>
              <a:cxnLst/>
              <a:rect l="l" t="t" r="r" b="b"/>
              <a:pathLst>
                <a:path w="3476" h="4796" extrusionOk="0">
                  <a:moveTo>
                    <a:pt x="0" y="0"/>
                  </a:moveTo>
                  <a:lnTo>
                    <a:pt x="0" y="4795"/>
                  </a:lnTo>
                  <a:lnTo>
                    <a:pt x="3476" y="4795"/>
                  </a:lnTo>
                  <a:lnTo>
                    <a:pt x="347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51"/>
            <p:cNvSpPr/>
            <p:nvPr/>
          </p:nvSpPr>
          <p:spPr>
            <a:xfrm>
              <a:off x="7053016" y="1178060"/>
              <a:ext cx="35383" cy="1090"/>
            </a:xfrm>
            <a:custGeom>
              <a:avLst/>
              <a:gdLst/>
              <a:ahLst/>
              <a:cxnLst/>
              <a:rect l="l" t="t" r="r" b="b"/>
              <a:pathLst>
                <a:path w="1104" h="34" extrusionOk="0">
                  <a:moveTo>
                    <a:pt x="552" y="0"/>
                  </a:moveTo>
                  <a:cubicBezTo>
                    <a:pt x="235" y="0"/>
                    <a:pt x="1" y="17"/>
                    <a:pt x="1" y="17"/>
                  </a:cubicBezTo>
                  <a:cubicBezTo>
                    <a:pt x="1" y="17"/>
                    <a:pt x="235" y="34"/>
                    <a:pt x="552" y="34"/>
                  </a:cubicBezTo>
                  <a:cubicBezTo>
                    <a:pt x="853" y="34"/>
                    <a:pt x="1103" y="17"/>
                    <a:pt x="1103" y="17"/>
                  </a:cubicBezTo>
                  <a:cubicBezTo>
                    <a:pt x="1103" y="17"/>
                    <a:pt x="853" y="0"/>
                    <a:pt x="5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51"/>
            <p:cNvSpPr/>
            <p:nvPr/>
          </p:nvSpPr>
          <p:spPr>
            <a:xfrm>
              <a:off x="7053016" y="1198540"/>
              <a:ext cx="17692" cy="833"/>
            </a:xfrm>
            <a:custGeom>
              <a:avLst/>
              <a:gdLst/>
              <a:ahLst/>
              <a:cxnLst/>
              <a:rect l="l" t="t" r="r" b="b"/>
              <a:pathLst>
                <a:path w="552" h="26" extrusionOk="0">
                  <a:moveTo>
                    <a:pt x="276" y="1"/>
                  </a:moveTo>
                  <a:cubicBezTo>
                    <a:pt x="184" y="1"/>
                    <a:pt x="93" y="5"/>
                    <a:pt x="1" y="13"/>
                  </a:cubicBezTo>
                  <a:cubicBezTo>
                    <a:pt x="93" y="21"/>
                    <a:pt x="184" y="26"/>
                    <a:pt x="276" y="26"/>
                  </a:cubicBezTo>
                  <a:cubicBezTo>
                    <a:pt x="368" y="26"/>
                    <a:pt x="460" y="21"/>
                    <a:pt x="552" y="13"/>
                  </a:cubicBezTo>
                  <a:cubicBezTo>
                    <a:pt x="460" y="5"/>
                    <a:pt x="368" y="1"/>
                    <a:pt x="2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51"/>
            <p:cNvSpPr/>
            <p:nvPr/>
          </p:nvSpPr>
          <p:spPr>
            <a:xfrm>
              <a:off x="7010165" y="1203892"/>
              <a:ext cx="17724" cy="833"/>
            </a:xfrm>
            <a:custGeom>
              <a:avLst/>
              <a:gdLst/>
              <a:ahLst/>
              <a:cxnLst/>
              <a:rect l="l" t="t" r="r" b="b"/>
              <a:pathLst>
                <a:path w="553" h="26" extrusionOk="0">
                  <a:moveTo>
                    <a:pt x="277" y="1"/>
                  </a:moveTo>
                  <a:cubicBezTo>
                    <a:pt x="185" y="1"/>
                    <a:pt x="93" y="5"/>
                    <a:pt x="1" y="13"/>
                  </a:cubicBezTo>
                  <a:cubicBezTo>
                    <a:pt x="93" y="22"/>
                    <a:pt x="185" y="26"/>
                    <a:pt x="277" y="26"/>
                  </a:cubicBezTo>
                  <a:cubicBezTo>
                    <a:pt x="369" y="26"/>
                    <a:pt x="460" y="22"/>
                    <a:pt x="552" y="13"/>
                  </a:cubicBezTo>
                  <a:cubicBezTo>
                    <a:pt x="460" y="5"/>
                    <a:pt x="369" y="1"/>
                    <a:pt x="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51"/>
            <p:cNvSpPr/>
            <p:nvPr/>
          </p:nvSpPr>
          <p:spPr>
            <a:xfrm>
              <a:off x="7010165" y="1212450"/>
              <a:ext cx="26826" cy="865"/>
            </a:xfrm>
            <a:custGeom>
              <a:avLst/>
              <a:gdLst/>
              <a:ahLst/>
              <a:cxnLst/>
              <a:rect l="l" t="t" r="r" b="b"/>
              <a:pathLst>
                <a:path w="837" h="27" extrusionOk="0">
                  <a:moveTo>
                    <a:pt x="412" y="1"/>
                  </a:moveTo>
                  <a:cubicBezTo>
                    <a:pt x="272" y="1"/>
                    <a:pt x="135" y="5"/>
                    <a:pt x="1" y="14"/>
                  </a:cubicBezTo>
                  <a:cubicBezTo>
                    <a:pt x="135" y="22"/>
                    <a:pt x="272" y="26"/>
                    <a:pt x="412" y="26"/>
                  </a:cubicBezTo>
                  <a:cubicBezTo>
                    <a:pt x="552" y="26"/>
                    <a:pt x="694" y="22"/>
                    <a:pt x="836" y="14"/>
                  </a:cubicBezTo>
                  <a:cubicBezTo>
                    <a:pt x="694" y="5"/>
                    <a:pt x="552" y="1"/>
                    <a:pt x="4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51"/>
            <p:cNvSpPr/>
            <p:nvPr/>
          </p:nvSpPr>
          <p:spPr>
            <a:xfrm>
              <a:off x="7010165" y="1227449"/>
              <a:ext cx="17724" cy="833"/>
            </a:xfrm>
            <a:custGeom>
              <a:avLst/>
              <a:gdLst/>
              <a:ahLst/>
              <a:cxnLst/>
              <a:rect l="l" t="t" r="r" b="b"/>
              <a:pathLst>
                <a:path w="553" h="26" extrusionOk="0">
                  <a:moveTo>
                    <a:pt x="277" y="1"/>
                  </a:moveTo>
                  <a:cubicBezTo>
                    <a:pt x="185" y="1"/>
                    <a:pt x="93" y="5"/>
                    <a:pt x="1" y="13"/>
                  </a:cubicBezTo>
                  <a:cubicBezTo>
                    <a:pt x="93" y="22"/>
                    <a:pt x="185" y="26"/>
                    <a:pt x="277" y="26"/>
                  </a:cubicBezTo>
                  <a:cubicBezTo>
                    <a:pt x="369" y="26"/>
                    <a:pt x="460" y="22"/>
                    <a:pt x="552" y="13"/>
                  </a:cubicBezTo>
                  <a:cubicBezTo>
                    <a:pt x="460" y="5"/>
                    <a:pt x="369" y="1"/>
                    <a:pt x="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51"/>
            <p:cNvSpPr/>
            <p:nvPr/>
          </p:nvSpPr>
          <p:spPr>
            <a:xfrm>
              <a:off x="7010165" y="1236039"/>
              <a:ext cx="26826" cy="833"/>
            </a:xfrm>
            <a:custGeom>
              <a:avLst/>
              <a:gdLst/>
              <a:ahLst/>
              <a:cxnLst/>
              <a:rect l="l" t="t" r="r" b="b"/>
              <a:pathLst>
                <a:path w="837" h="26" extrusionOk="0">
                  <a:moveTo>
                    <a:pt x="412" y="0"/>
                  </a:moveTo>
                  <a:cubicBezTo>
                    <a:pt x="272" y="0"/>
                    <a:pt x="135" y="4"/>
                    <a:pt x="1" y="13"/>
                  </a:cubicBezTo>
                  <a:cubicBezTo>
                    <a:pt x="135" y="21"/>
                    <a:pt x="272" y="25"/>
                    <a:pt x="412" y="25"/>
                  </a:cubicBezTo>
                  <a:cubicBezTo>
                    <a:pt x="552" y="25"/>
                    <a:pt x="694" y="21"/>
                    <a:pt x="836" y="13"/>
                  </a:cubicBezTo>
                  <a:cubicBezTo>
                    <a:pt x="694" y="4"/>
                    <a:pt x="552" y="0"/>
                    <a:pt x="4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51"/>
            <p:cNvSpPr/>
            <p:nvPr/>
          </p:nvSpPr>
          <p:spPr>
            <a:xfrm>
              <a:off x="7010165" y="1249403"/>
              <a:ext cx="17724" cy="833"/>
            </a:xfrm>
            <a:custGeom>
              <a:avLst/>
              <a:gdLst/>
              <a:ahLst/>
              <a:cxnLst/>
              <a:rect l="l" t="t" r="r" b="b"/>
              <a:pathLst>
                <a:path w="553" h="26" extrusionOk="0">
                  <a:moveTo>
                    <a:pt x="277" y="1"/>
                  </a:moveTo>
                  <a:cubicBezTo>
                    <a:pt x="185" y="1"/>
                    <a:pt x="93" y="5"/>
                    <a:pt x="1" y="13"/>
                  </a:cubicBezTo>
                  <a:cubicBezTo>
                    <a:pt x="93" y="22"/>
                    <a:pt x="185" y="26"/>
                    <a:pt x="277" y="26"/>
                  </a:cubicBezTo>
                  <a:cubicBezTo>
                    <a:pt x="369" y="26"/>
                    <a:pt x="460" y="22"/>
                    <a:pt x="552" y="13"/>
                  </a:cubicBezTo>
                  <a:cubicBezTo>
                    <a:pt x="460" y="5"/>
                    <a:pt x="369" y="1"/>
                    <a:pt x="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51"/>
            <p:cNvSpPr/>
            <p:nvPr/>
          </p:nvSpPr>
          <p:spPr>
            <a:xfrm>
              <a:off x="7010165" y="1257993"/>
              <a:ext cx="26826" cy="833"/>
            </a:xfrm>
            <a:custGeom>
              <a:avLst/>
              <a:gdLst/>
              <a:ahLst/>
              <a:cxnLst/>
              <a:rect l="l" t="t" r="r" b="b"/>
              <a:pathLst>
                <a:path w="837" h="26" extrusionOk="0">
                  <a:moveTo>
                    <a:pt x="412" y="0"/>
                  </a:moveTo>
                  <a:cubicBezTo>
                    <a:pt x="272" y="0"/>
                    <a:pt x="135" y="4"/>
                    <a:pt x="1" y="13"/>
                  </a:cubicBezTo>
                  <a:cubicBezTo>
                    <a:pt x="135" y="21"/>
                    <a:pt x="272" y="25"/>
                    <a:pt x="412" y="25"/>
                  </a:cubicBezTo>
                  <a:cubicBezTo>
                    <a:pt x="552" y="25"/>
                    <a:pt x="694" y="21"/>
                    <a:pt x="836" y="13"/>
                  </a:cubicBezTo>
                  <a:cubicBezTo>
                    <a:pt x="694" y="4"/>
                    <a:pt x="552" y="0"/>
                    <a:pt x="4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51"/>
            <p:cNvSpPr/>
            <p:nvPr/>
          </p:nvSpPr>
          <p:spPr>
            <a:xfrm>
              <a:off x="7053016" y="1213411"/>
              <a:ext cx="40191" cy="545"/>
            </a:xfrm>
            <a:custGeom>
              <a:avLst/>
              <a:gdLst/>
              <a:ahLst/>
              <a:cxnLst/>
              <a:rect l="l" t="t" r="r" b="b"/>
              <a:pathLst>
                <a:path w="1254" h="17" extrusionOk="0">
                  <a:moveTo>
                    <a:pt x="1" y="0"/>
                  </a:moveTo>
                  <a:cubicBezTo>
                    <a:pt x="1" y="17"/>
                    <a:pt x="285" y="17"/>
                    <a:pt x="619" y="17"/>
                  </a:cubicBezTo>
                  <a:cubicBezTo>
                    <a:pt x="970" y="17"/>
                    <a:pt x="1254" y="17"/>
                    <a:pt x="12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51"/>
            <p:cNvSpPr/>
            <p:nvPr/>
          </p:nvSpPr>
          <p:spPr>
            <a:xfrm>
              <a:off x="7053016" y="1227994"/>
              <a:ext cx="16089" cy="833"/>
            </a:xfrm>
            <a:custGeom>
              <a:avLst/>
              <a:gdLst/>
              <a:ahLst/>
              <a:cxnLst/>
              <a:rect l="l" t="t" r="r" b="b"/>
              <a:pathLst>
                <a:path w="502" h="26" extrusionOk="0">
                  <a:moveTo>
                    <a:pt x="251" y="1"/>
                  </a:moveTo>
                  <a:cubicBezTo>
                    <a:pt x="168" y="1"/>
                    <a:pt x="84" y="5"/>
                    <a:pt x="1" y="13"/>
                  </a:cubicBezTo>
                  <a:cubicBezTo>
                    <a:pt x="84" y="21"/>
                    <a:pt x="168" y="26"/>
                    <a:pt x="251" y="26"/>
                  </a:cubicBezTo>
                  <a:cubicBezTo>
                    <a:pt x="335" y="26"/>
                    <a:pt x="418" y="21"/>
                    <a:pt x="502" y="13"/>
                  </a:cubicBezTo>
                  <a:cubicBezTo>
                    <a:pt x="418" y="5"/>
                    <a:pt x="335" y="1"/>
                    <a:pt x="2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51"/>
            <p:cNvSpPr/>
            <p:nvPr/>
          </p:nvSpPr>
          <p:spPr>
            <a:xfrm>
              <a:off x="7053016" y="1242865"/>
              <a:ext cx="40191" cy="1090"/>
            </a:xfrm>
            <a:custGeom>
              <a:avLst/>
              <a:gdLst/>
              <a:ahLst/>
              <a:cxnLst/>
              <a:rect l="l" t="t" r="r" b="b"/>
              <a:pathLst>
                <a:path w="1254" h="34" extrusionOk="0">
                  <a:moveTo>
                    <a:pt x="619" y="0"/>
                  </a:moveTo>
                  <a:cubicBezTo>
                    <a:pt x="268" y="0"/>
                    <a:pt x="1" y="17"/>
                    <a:pt x="1" y="17"/>
                  </a:cubicBezTo>
                  <a:cubicBezTo>
                    <a:pt x="1" y="17"/>
                    <a:pt x="285" y="34"/>
                    <a:pt x="619" y="34"/>
                  </a:cubicBezTo>
                  <a:cubicBezTo>
                    <a:pt x="970" y="34"/>
                    <a:pt x="1254" y="17"/>
                    <a:pt x="1254" y="17"/>
                  </a:cubicBezTo>
                  <a:cubicBezTo>
                    <a:pt x="1254" y="17"/>
                    <a:pt x="970" y="0"/>
                    <a:pt x="6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51"/>
            <p:cNvSpPr/>
            <p:nvPr/>
          </p:nvSpPr>
          <p:spPr>
            <a:xfrm>
              <a:off x="7053016" y="1257865"/>
              <a:ext cx="40191" cy="1090"/>
            </a:xfrm>
            <a:custGeom>
              <a:avLst/>
              <a:gdLst/>
              <a:ahLst/>
              <a:cxnLst/>
              <a:rect l="l" t="t" r="r" b="b"/>
              <a:pathLst>
                <a:path w="1254" h="34" extrusionOk="0">
                  <a:moveTo>
                    <a:pt x="619" y="0"/>
                  </a:moveTo>
                  <a:cubicBezTo>
                    <a:pt x="285" y="0"/>
                    <a:pt x="1" y="0"/>
                    <a:pt x="1" y="17"/>
                  </a:cubicBezTo>
                  <a:cubicBezTo>
                    <a:pt x="1" y="17"/>
                    <a:pt x="285" y="33"/>
                    <a:pt x="619" y="33"/>
                  </a:cubicBezTo>
                  <a:cubicBezTo>
                    <a:pt x="970" y="33"/>
                    <a:pt x="1254" y="17"/>
                    <a:pt x="1254" y="17"/>
                  </a:cubicBezTo>
                  <a:cubicBezTo>
                    <a:pt x="1254" y="0"/>
                    <a:pt x="970" y="0"/>
                    <a:pt x="6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51"/>
            <p:cNvSpPr/>
            <p:nvPr/>
          </p:nvSpPr>
          <p:spPr>
            <a:xfrm>
              <a:off x="7050869" y="1273377"/>
              <a:ext cx="40191" cy="1090"/>
            </a:xfrm>
            <a:custGeom>
              <a:avLst/>
              <a:gdLst/>
              <a:ahLst/>
              <a:cxnLst/>
              <a:rect l="l" t="t" r="r" b="b"/>
              <a:pathLst>
                <a:path w="1254" h="34" extrusionOk="0">
                  <a:moveTo>
                    <a:pt x="619" y="1"/>
                  </a:moveTo>
                  <a:cubicBezTo>
                    <a:pt x="285" y="1"/>
                    <a:pt x="1" y="17"/>
                    <a:pt x="1" y="17"/>
                  </a:cubicBezTo>
                  <a:cubicBezTo>
                    <a:pt x="1" y="17"/>
                    <a:pt x="285" y="34"/>
                    <a:pt x="619" y="34"/>
                  </a:cubicBezTo>
                  <a:cubicBezTo>
                    <a:pt x="970" y="34"/>
                    <a:pt x="1254" y="17"/>
                    <a:pt x="1254" y="17"/>
                  </a:cubicBezTo>
                  <a:cubicBezTo>
                    <a:pt x="1254" y="17"/>
                    <a:pt x="970" y="1"/>
                    <a:pt x="6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51"/>
            <p:cNvSpPr/>
            <p:nvPr/>
          </p:nvSpPr>
          <p:spPr>
            <a:xfrm>
              <a:off x="7010165" y="1164150"/>
              <a:ext cx="30031" cy="29999"/>
            </a:xfrm>
            <a:custGeom>
              <a:avLst/>
              <a:gdLst/>
              <a:ahLst/>
              <a:cxnLst/>
              <a:rect l="l" t="t" r="r" b="b"/>
              <a:pathLst>
                <a:path w="937" h="936" extrusionOk="0">
                  <a:moveTo>
                    <a:pt x="18" y="0"/>
                  </a:moveTo>
                  <a:lnTo>
                    <a:pt x="1" y="17"/>
                  </a:lnTo>
                  <a:lnTo>
                    <a:pt x="1" y="134"/>
                  </a:lnTo>
                  <a:lnTo>
                    <a:pt x="1" y="251"/>
                  </a:lnTo>
                  <a:lnTo>
                    <a:pt x="1" y="485"/>
                  </a:lnTo>
                  <a:cubicBezTo>
                    <a:pt x="1" y="635"/>
                    <a:pt x="1" y="785"/>
                    <a:pt x="1" y="919"/>
                  </a:cubicBezTo>
                  <a:lnTo>
                    <a:pt x="1" y="936"/>
                  </a:lnTo>
                  <a:lnTo>
                    <a:pt x="18" y="936"/>
                  </a:lnTo>
                  <a:lnTo>
                    <a:pt x="686" y="919"/>
                  </a:lnTo>
                  <a:lnTo>
                    <a:pt x="669" y="919"/>
                  </a:lnTo>
                  <a:lnTo>
                    <a:pt x="34" y="903"/>
                  </a:lnTo>
                  <a:lnTo>
                    <a:pt x="34" y="903"/>
                  </a:lnTo>
                  <a:cubicBezTo>
                    <a:pt x="34" y="773"/>
                    <a:pt x="34" y="629"/>
                    <a:pt x="34" y="485"/>
                  </a:cubicBezTo>
                  <a:lnTo>
                    <a:pt x="34" y="251"/>
                  </a:lnTo>
                  <a:lnTo>
                    <a:pt x="34" y="134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920" y="17"/>
                  </a:lnTo>
                  <a:cubicBezTo>
                    <a:pt x="920" y="267"/>
                    <a:pt x="920" y="501"/>
                    <a:pt x="920" y="668"/>
                  </a:cubicBezTo>
                  <a:cubicBezTo>
                    <a:pt x="920" y="735"/>
                    <a:pt x="920" y="802"/>
                    <a:pt x="920" y="852"/>
                  </a:cubicBezTo>
                  <a:cubicBezTo>
                    <a:pt x="920" y="802"/>
                    <a:pt x="937" y="752"/>
                    <a:pt x="937" y="668"/>
                  </a:cubicBezTo>
                  <a:cubicBezTo>
                    <a:pt x="937" y="501"/>
                    <a:pt x="937" y="267"/>
                    <a:pt x="937" y="17"/>
                  </a:cubicBezTo>
                  <a:lnTo>
                    <a:pt x="9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51"/>
            <p:cNvSpPr/>
            <p:nvPr/>
          </p:nvSpPr>
          <p:spPr>
            <a:xfrm>
              <a:off x="7010710" y="1173253"/>
              <a:ext cx="28941" cy="13397"/>
            </a:xfrm>
            <a:custGeom>
              <a:avLst/>
              <a:gdLst/>
              <a:ahLst/>
              <a:cxnLst/>
              <a:rect l="l" t="t" r="r" b="b"/>
              <a:pathLst>
                <a:path w="903" h="418" extrusionOk="0">
                  <a:moveTo>
                    <a:pt x="736" y="0"/>
                  </a:moveTo>
                  <a:lnTo>
                    <a:pt x="736" y="17"/>
                  </a:lnTo>
                  <a:lnTo>
                    <a:pt x="459" y="278"/>
                  </a:lnTo>
                  <a:lnTo>
                    <a:pt x="285" y="167"/>
                  </a:lnTo>
                  <a:lnTo>
                    <a:pt x="285" y="150"/>
                  </a:lnTo>
                  <a:lnTo>
                    <a:pt x="268" y="167"/>
                  </a:lnTo>
                  <a:lnTo>
                    <a:pt x="67" y="334"/>
                  </a:lnTo>
                  <a:cubicBezTo>
                    <a:pt x="51" y="368"/>
                    <a:pt x="17" y="384"/>
                    <a:pt x="1" y="418"/>
                  </a:cubicBezTo>
                  <a:cubicBezTo>
                    <a:pt x="34" y="401"/>
                    <a:pt x="51" y="368"/>
                    <a:pt x="84" y="351"/>
                  </a:cubicBezTo>
                  <a:lnTo>
                    <a:pt x="277" y="190"/>
                  </a:lnTo>
                  <a:lnTo>
                    <a:pt x="277" y="190"/>
                  </a:lnTo>
                  <a:lnTo>
                    <a:pt x="452" y="301"/>
                  </a:lnTo>
                  <a:lnTo>
                    <a:pt x="468" y="301"/>
                  </a:lnTo>
                  <a:lnTo>
                    <a:pt x="746" y="24"/>
                  </a:lnTo>
                  <a:lnTo>
                    <a:pt x="853" y="100"/>
                  </a:lnTo>
                  <a:cubicBezTo>
                    <a:pt x="869" y="117"/>
                    <a:pt x="886" y="134"/>
                    <a:pt x="903" y="134"/>
                  </a:cubicBezTo>
                  <a:cubicBezTo>
                    <a:pt x="903" y="117"/>
                    <a:pt x="886" y="117"/>
                    <a:pt x="869" y="100"/>
                  </a:cubicBezTo>
                  <a:lnTo>
                    <a:pt x="753" y="17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51"/>
            <p:cNvSpPr/>
            <p:nvPr/>
          </p:nvSpPr>
          <p:spPr>
            <a:xfrm>
              <a:off x="7019812" y="1167548"/>
              <a:ext cx="8910" cy="7692"/>
            </a:xfrm>
            <a:custGeom>
              <a:avLst/>
              <a:gdLst/>
              <a:ahLst/>
              <a:cxnLst/>
              <a:rect l="l" t="t" r="r" b="b"/>
              <a:pathLst>
                <a:path w="278" h="240" extrusionOk="0">
                  <a:moveTo>
                    <a:pt x="168" y="17"/>
                  </a:moveTo>
                  <a:cubicBezTo>
                    <a:pt x="187" y="17"/>
                    <a:pt x="208" y="25"/>
                    <a:pt x="218" y="44"/>
                  </a:cubicBezTo>
                  <a:cubicBezTo>
                    <a:pt x="251" y="61"/>
                    <a:pt x="268" y="95"/>
                    <a:pt x="268" y="111"/>
                  </a:cubicBezTo>
                  <a:cubicBezTo>
                    <a:pt x="268" y="111"/>
                    <a:pt x="268" y="111"/>
                    <a:pt x="268" y="111"/>
                  </a:cubicBezTo>
                  <a:lnTo>
                    <a:pt x="268" y="111"/>
                  </a:lnTo>
                  <a:cubicBezTo>
                    <a:pt x="268" y="145"/>
                    <a:pt x="251" y="178"/>
                    <a:pt x="218" y="195"/>
                  </a:cubicBezTo>
                  <a:cubicBezTo>
                    <a:pt x="206" y="207"/>
                    <a:pt x="178" y="218"/>
                    <a:pt x="156" y="218"/>
                  </a:cubicBezTo>
                  <a:cubicBezTo>
                    <a:pt x="147" y="218"/>
                    <a:pt x="139" y="216"/>
                    <a:pt x="134" y="211"/>
                  </a:cubicBezTo>
                  <a:cubicBezTo>
                    <a:pt x="34" y="178"/>
                    <a:pt x="34" y="61"/>
                    <a:pt x="134" y="28"/>
                  </a:cubicBezTo>
                  <a:cubicBezTo>
                    <a:pt x="141" y="21"/>
                    <a:pt x="154" y="17"/>
                    <a:pt x="168" y="17"/>
                  </a:cubicBezTo>
                  <a:close/>
                  <a:moveTo>
                    <a:pt x="165" y="0"/>
                  </a:moveTo>
                  <a:cubicBezTo>
                    <a:pt x="148" y="0"/>
                    <a:pt x="131" y="4"/>
                    <a:pt x="118" y="11"/>
                  </a:cubicBezTo>
                  <a:cubicBezTo>
                    <a:pt x="1" y="44"/>
                    <a:pt x="1" y="195"/>
                    <a:pt x="118" y="228"/>
                  </a:cubicBezTo>
                  <a:cubicBezTo>
                    <a:pt x="131" y="235"/>
                    <a:pt x="148" y="239"/>
                    <a:pt x="165" y="239"/>
                  </a:cubicBezTo>
                  <a:cubicBezTo>
                    <a:pt x="190" y="239"/>
                    <a:pt x="215" y="231"/>
                    <a:pt x="235" y="211"/>
                  </a:cubicBezTo>
                  <a:cubicBezTo>
                    <a:pt x="277" y="169"/>
                    <a:pt x="272" y="126"/>
                    <a:pt x="269" y="114"/>
                  </a:cubicBezTo>
                  <a:lnTo>
                    <a:pt x="269" y="114"/>
                  </a:lnTo>
                  <a:cubicBezTo>
                    <a:pt x="272" y="113"/>
                    <a:pt x="277" y="70"/>
                    <a:pt x="235" y="28"/>
                  </a:cubicBezTo>
                  <a:cubicBezTo>
                    <a:pt x="215" y="8"/>
                    <a:pt x="190" y="0"/>
                    <a:pt x="1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51"/>
            <p:cNvSpPr/>
            <p:nvPr/>
          </p:nvSpPr>
          <p:spPr>
            <a:xfrm>
              <a:off x="7364670" y="990087"/>
              <a:ext cx="11282" cy="11282"/>
            </a:xfrm>
            <a:custGeom>
              <a:avLst/>
              <a:gdLst/>
              <a:ahLst/>
              <a:cxnLst/>
              <a:rect l="l" t="t" r="r" b="b"/>
              <a:pathLst>
                <a:path w="352" h="352" extrusionOk="0">
                  <a:moveTo>
                    <a:pt x="1" y="1"/>
                  </a:moveTo>
                  <a:lnTo>
                    <a:pt x="1" y="352"/>
                  </a:lnTo>
                  <a:lnTo>
                    <a:pt x="352" y="35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51"/>
            <p:cNvSpPr/>
            <p:nvPr/>
          </p:nvSpPr>
          <p:spPr>
            <a:xfrm>
              <a:off x="7364670" y="1155561"/>
              <a:ext cx="11282" cy="11282"/>
            </a:xfrm>
            <a:custGeom>
              <a:avLst/>
              <a:gdLst/>
              <a:ahLst/>
              <a:cxnLst/>
              <a:rect l="l" t="t" r="r" b="b"/>
              <a:pathLst>
                <a:path w="352" h="352" extrusionOk="0">
                  <a:moveTo>
                    <a:pt x="1" y="1"/>
                  </a:moveTo>
                  <a:lnTo>
                    <a:pt x="1" y="352"/>
                  </a:lnTo>
                  <a:lnTo>
                    <a:pt x="352" y="35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51"/>
            <p:cNvSpPr/>
            <p:nvPr/>
          </p:nvSpPr>
          <p:spPr>
            <a:xfrm>
              <a:off x="7594405" y="1155561"/>
              <a:ext cx="11282" cy="11282"/>
            </a:xfrm>
            <a:custGeom>
              <a:avLst/>
              <a:gdLst/>
              <a:ahLst/>
              <a:cxnLst/>
              <a:rect l="l" t="t" r="r" b="b"/>
              <a:pathLst>
                <a:path w="352" h="352" extrusionOk="0">
                  <a:moveTo>
                    <a:pt x="1" y="1"/>
                  </a:moveTo>
                  <a:lnTo>
                    <a:pt x="1" y="352"/>
                  </a:lnTo>
                  <a:lnTo>
                    <a:pt x="352" y="35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51"/>
            <p:cNvSpPr/>
            <p:nvPr/>
          </p:nvSpPr>
          <p:spPr>
            <a:xfrm>
              <a:off x="7364670" y="1318375"/>
              <a:ext cx="11282" cy="11250"/>
            </a:xfrm>
            <a:custGeom>
              <a:avLst/>
              <a:gdLst/>
              <a:ahLst/>
              <a:cxnLst/>
              <a:rect l="l" t="t" r="r" b="b"/>
              <a:pathLst>
                <a:path w="352" h="351" extrusionOk="0">
                  <a:moveTo>
                    <a:pt x="1" y="0"/>
                  </a:moveTo>
                  <a:lnTo>
                    <a:pt x="1" y="351"/>
                  </a:lnTo>
                  <a:lnTo>
                    <a:pt x="352" y="351"/>
                  </a:lnTo>
                  <a:lnTo>
                    <a:pt x="35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51"/>
            <p:cNvSpPr/>
            <p:nvPr/>
          </p:nvSpPr>
          <p:spPr>
            <a:xfrm>
              <a:off x="7477134" y="990087"/>
              <a:ext cx="11282" cy="11282"/>
            </a:xfrm>
            <a:custGeom>
              <a:avLst/>
              <a:gdLst/>
              <a:ahLst/>
              <a:cxnLst/>
              <a:rect l="l" t="t" r="r" b="b"/>
              <a:pathLst>
                <a:path w="352" h="352" extrusionOk="0">
                  <a:moveTo>
                    <a:pt x="1" y="1"/>
                  </a:moveTo>
                  <a:lnTo>
                    <a:pt x="1" y="352"/>
                  </a:lnTo>
                  <a:lnTo>
                    <a:pt x="352" y="35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51"/>
            <p:cNvSpPr/>
            <p:nvPr/>
          </p:nvSpPr>
          <p:spPr>
            <a:xfrm>
              <a:off x="7477134" y="1321035"/>
              <a:ext cx="11282" cy="11282"/>
            </a:xfrm>
            <a:custGeom>
              <a:avLst/>
              <a:gdLst/>
              <a:ahLst/>
              <a:cxnLst/>
              <a:rect l="l" t="t" r="r" b="b"/>
              <a:pathLst>
                <a:path w="352" h="352" extrusionOk="0">
                  <a:moveTo>
                    <a:pt x="1" y="1"/>
                  </a:moveTo>
                  <a:lnTo>
                    <a:pt x="1" y="352"/>
                  </a:lnTo>
                  <a:lnTo>
                    <a:pt x="352" y="35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51"/>
            <p:cNvSpPr/>
            <p:nvPr/>
          </p:nvSpPr>
          <p:spPr>
            <a:xfrm>
              <a:off x="7594405" y="990087"/>
              <a:ext cx="11282" cy="11282"/>
            </a:xfrm>
            <a:custGeom>
              <a:avLst/>
              <a:gdLst/>
              <a:ahLst/>
              <a:cxnLst/>
              <a:rect l="l" t="t" r="r" b="b"/>
              <a:pathLst>
                <a:path w="352" h="352" extrusionOk="0">
                  <a:moveTo>
                    <a:pt x="1" y="1"/>
                  </a:moveTo>
                  <a:lnTo>
                    <a:pt x="1" y="352"/>
                  </a:lnTo>
                  <a:lnTo>
                    <a:pt x="352" y="35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51"/>
            <p:cNvSpPr/>
            <p:nvPr/>
          </p:nvSpPr>
          <p:spPr>
            <a:xfrm>
              <a:off x="7594405" y="1321035"/>
              <a:ext cx="11282" cy="11282"/>
            </a:xfrm>
            <a:custGeom>
              <a:avLst/>
              <a:gdLst/>
              <a:ahLst/>
              <a:cxnLst/>
              <a:rect l="l" t="t" r="r" b="b"/>
              <a:pathLst>
                <a:path w="352" h="352" extrusionOk="0">
                  <a:moveTo>
                    <a:pt x="1" y="1"/>
                  </a:moveTo>
                  <a:lnTo>
                    <a:pt x="1" y="352"/>
                  </a:lnTo>
                  <a:lnTo>
                    <a:pt x="352" y="35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51"/>
            <p:cNvSpPr/>
            <p:nvPr/>
          </p:nvSpPr>
          <p:spPr>
            <a:xfrm>
              <a:off x="7370055" y="992779"/>
              <a:ext cx="231882" cy="332583"/>
            </a:xfrm>
            <a:custGeom>
              <a:avLst/>
              <a:gdLst/>
              <a:ahLst/>
              <a:cxnLst/>
              <a:rect l="l" t="t" r="r" b="b"/>
              <a:pathLst>
                <a:path w="7235" h="10377" extrusionOk="0">
                  <a:moveTo>
                    <a:pt x="0" y="0"/>
                  </a:moveTo>
                  <a:lnTo>
                    <a:pt x="0" y="34"/>
                  </a:lnTo>
                  <a:cubicBezTo>
                    <a:pt x="0" y="3910"/>
                    <a:pt x="0" y="7486"/>
                    <a:pt x="17" y="10360"/>
                  </a:cubicBezTo>
                  <a:lnTo>
                    <a:pt x="17" y="10376"/>
                  </a:lnTo>
                  <a:lnTo>
                    <a:pt x="34" y="10376"/>
                  </a:lnTo>
                  <a:lnTo>
                    <a:pt x="5263" y="10360"/>
                  </a:lnTo>
                  <a:lnTo>
                    <a:pt x="7201" y="10360"/>
                  </a:lnTo>
                  <a:cubicBezTo>
                    <a:pt x="7201" y="10360"/>
                    <a:pt x="7168" y="10343"/>
                    <a:pt x="7085" y="10343"/>
                  </a:cubicBezTo>
                  <a:lnTo>
                    <a:pt x="5247" y="10343"/>
                  </a:lnTo>
                  <a:lnTo>
                    <a:pt x="67" y="10326"/>
                  </a:lnTo>
                  <a:lnTo>
                    <a:pt x="67" y="10326"/>
                  </a:lnTo>
                  <a:cubicBezTo>
                    <a:pt x="67" y="7466"/>
                    <a:pt x="67" y="3916"/>
                    <a:pt x="67" y="67"/>
                  </a:cubicBezTo>
                  <a:lnTo>
                    <a:pt x="7185" y="67"/>
                  </a:lnTo>
                  <a:cubicBezTo>
                    <a:pt x="7185" y="3094"/>
                    <a:pt x="7185" y="5654"/>
                    <a:pt x="7185" y="7469"/>
                  </a:cubicBezTo>
                  <a:cubicBezTo>
                    <a:pt x="7201" y="8371"/>
                    <a:pt x="7201" y="9090"/>
                    <a:pt x="7201" y="9591"/>
                  </a:cubicBezTo>
                  <a:cubicBezTo>
                    <a:pt x="7201" y="9842"/>
                    <a:pt x="7201" y="10025"/>
                    <a:pt x="7201" y="10159"/>
                  </a:cubicBezTo>
                  <a:cubicBezTo>
                    <a:pt x="7201" y="10226"/>
                    <a:pt x="7201" y="10276"/>
                    <a:pt x="7201" y="10309"/>
                  </a:cubicBezTo>
                  <a:cubicBezTo>
                    <a:pt x="7201" y="10326"/>
                    <a:pt x="7201" y="10360"/>
                    <a:pt x="7201" y="10360"/>
                  </a:cubicBezTo>
                  <a:cubicBezTo>
                    <a:pt x="7201" y="10360"/>
                    <a:pt x="7201" y="10343"/>
                    <a:pt x="7218" y="10309"/>
                  </a:cubicBezTo>
                  <a:cubicBezTo>
                    <a:pt x="7218" y="10276"/>
                    <a:pt x="7218" y="10226"/>
                    <a:pt x="7218" y="10159"/>
                  </a:cubicBezTo>
                  <a:cubicBezTo>
                    <a:pt x="7218" y="10025"/>
                    <a:pt x="7218" y="9842"/>
                    <a:pt x="7218" y="9608"/>
                  </a:cubicBezTo>
                  <a:cubicBezTo>
                    <a:pt x="7218" y="9106"/>
                    <a:pt x="7218" y="8388"/>
                    <a:pt x="7218" y="7486"/>
                  </a:cubicBezTo>
                  <a:cubicBezTo>
                    <a:pt x="7218" y="5664"/>
                    <a:pt x="7235" y="3075"/>
                    <a:pt x="7235" y="34"/>
                  </a:cubicBezTo>
                  <a:lnTo>
                    <a:pt x="723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51"/>
            <p:cNvSpPr/>
            <p:nvPr/>
          </p:nvSpPr>
          <p:spPr>
            <a:xfrm>
              <a:off x="7380215" y="1008836"/>
              <a:ext cx="211562" cy="304187"/>
            </a:xfrm>
            <a:custGeom>
              <a:avLst/>
              <a:gdLst/>
              <a:ahLst/>
              <a:cxnLst/>
              <a:rect l="l" t="t" r="r" b="b"/>
              <a:pathLst>
                <a:path w="6601" h="9491" extrusionOk="0">
                  <a:moveTo>
                    <a:pt x="1" y="1"/>
                  </a:moveTo>
                  <a:lnTo>
                    <a:pt x="1" y="9491"/>
                  </a:lnTo>
                  <a:lnTo>
                    <a:pt x="6600" y="9491"/>
                  </a:lnTo>
                  <a:lnTo>
                    <a:pt x="660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51"/>
            <p:cNvSpPr/>
            <p:nvPr/>
          </p:nvSpPr>
          <p:spPr>
            <a:xfrm>
              <a:off x="7473929" y="1100275"/>
              <a:ext cx="36441" cy="2436"/>
            </a:xfrm>
            <a:custGeom>
              <a:avLst/>
              <a:gdLst/>
              <a:ahLst/>
              <a:cxnLst/>
              <a:rect l="l" t="t" r="r" b="b"/>
              <a:pathLst>
                <a:path w="1137" h="76" extrusionOk="0">
                  <a:moveTo>
                    <a:pt x="575" y="1"/>
                  </a:moveTo>
                  <a:cubicBezTo>
                    <a:pt x="385" y="1"/>
                    <a:pt x="193" y="13"/>
                    <a:pt x="1" y="38"/>
                  </a:cubicBezTo>
                  <a:cubicBezTo>
                    <a:pt x="193" y="63"/>
                    <a:pt x="385" y="76"/>
                    <a:pt x="575" y="76"/>
                  </a:cubicBezTo>
                  <a:cubicBezTo>
                    <a:pt x="765" y="76"/>
                    <a:pt x="953" y="63"/>
                    <a:pt x="1137" y="38"/>
                  </a:cubicBezTo>
                  <a:cubicBezTo>
                    <a:pt x="953" y="13"/>
                    <a:pt x="765" y="1"/>
                    <a:pt x="5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51"/>
            <p:cNvSpPr/>
            <p:nvPr/>
          </p:nvSpPr>
          <p:spPr>
            <a:xfrm>
              <a:off x="7402714" y="1104954"/>
              <a:ext cx="51440" cy="2051"/>
            </a:xfrm>
            <a:custGeom>
              <a:avLst/>
              <a:gdLst/>
              <a:ahLst/>
              <a:cxnLst/>
              <a:rect l="l" t="t" r="r" b="b"/>
              <a:pathLst>
                <a:path w="1605" h="64" extrusionOk="0">
                  <a:moveTo>
                    <a:pt x="802" y="1"/>
                  </a:moveTo>
                  <a:cubicBezTo>
                    <a:pt x="535" y="1"/>
                    <a:pt x="268" y="9"/>
                    <a:pt x="0" y="26"/>
                  </a:cubicBezTo>
                  <a:cubicBezTo>
                    <a:pt x="268" y="51"/>
                    <a:pt x="535" y="63"/>
                    <a:pt x="802" y="63"/>
                  </a:cubicBezTo>
                  <a:cubicBezTo>
                    <a:pt x="1070" y="63"/>
                    <a:pt x="1337" y="51"/>
                    <a:pt x="1604" y="26"/>
                  </a:cubicBezTo>
                  <a:cubicBezTo>
                    <a:pt x="1337" y="9"/>
                    <a:pt x="1070" y="1"/>
                    <a:pt x="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51"/>
            <p:cNvSpPr/>
            <p:nvPr/>
          </p:nvSpPr>
          <p:spPr>
            <a:xfrm>
              <a:off x="7402714" y="1118351"/>
              <a:ext cx="51440" cy="2051"/>
            </a:xfrm>
            <a:custGeom>
              <a:avLst/>
              <a:gdLst/>
              <a:ahLst/>
              <a:cxnLst/>
              <a:rect l="l" t="t" r="r" b="b"/>
              <a:pathLst>
                <a:path w="1605" h="64" extrusionOk="0">
                  <a:moveTo>
                    <a:pt x="802" y="0"/>
                  </a:moveTo>
                  <a:cubicBezTo>
                    <a:pt x="535" y="0"/>
                    <a:pt x="268" y="9"/>
                    <a:pt x="0" y="26"/>
                  </a:cubicBezTo>
                  <a:cubicBezTo>
                    <a:pt x="268" y="51"/>
                    <a:pt x="535" y="63"/>
                    <a:pt x="802" y="63"/>
                  </a:cubicBezTo>
                  <a:cubicBezTo>
                    <a:pt x="1070" y="63"/>
                    <a:pt x="1337" y="51"/>
                    <a:pt x="1604" y="26"/>
                  </a:cubicBezTo>
                  <a:cubicBezTo>
                    <a:pt x="1337" y="9"/>
                    <a:pt x="1070" y="0"/>
                    <a:pt x="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51"/>
            <p:cNvSpPr/>
            <p:nvPr/>
          </p:nvSpPr>
          <p:spPr>
            <a:xfrm>
              <a:off x="7402714" y="1131876"/>
              <a:ext cx="51440" cy="2019"/>
            </a:xfrm>
            <a:custGeom>
              <a:avLst/>
              <a:gdLst/>
              <a:ahLst/>
              <a:cxnLst/>
              <a:rect l="l" t="t" r="r" b="b"/>
              <a:pathLst>
                <a:path w="1605" h="63" extrusionOk="0">
                  <a:moveTo>
                    <a:pt x="802" y="0"/>
                  </a:moveTo>
                  <a:cubicBezTo>
                    <a:pt x="535" y="0"/>
                    <a:pt x="268" y="13"/>
                    <a:pt x="0" y="38"/>
                  </a:cubicBezTo>
                  <a:cubicBezTo>
                    <a:pt x="268" y="55"/>
                    <a:pt x="535" y="63"/>
                    <a:pt x="802" y="63"/>
                  </a:cubicBezTo>
                  <a:cubicBezTo>
                    <a:pt x="1070" y="63"/>
                    <a:pt x="1337" y="55"/>
                    <a:pt x="1604" y="38"/>
                  </a:cubicBezTo>
                  <a:cubicBezTo>
                    <a:pt x="1337" y="13"/>
                    <a:pt x="1070" y="0"/>
                    <a:pt x="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51"/>
            <p:cNvSpPr/>
            <p:nvPr/>
          </p:nvSpPr>
          <p:spPr>
            <a:xfrm>
              <a:off x="7402714" y="1145273"/>
              <a:ext cx="51440" cy="2019"/>
            </a:xfrm>
            <a:custGeom>
              <a:avLst/>
              <a:gdLst/>
              <a:ahLst/>
              <a:cxnLst/>
              <a:rect l="l" t="t" r="r" b="b"/>
              <a:pathLst>
                <a:path w="1605" h="63" extrusionOk="0">
                  <a:moveTo>
                    <a:pt x="802" y="0"/>
                  </a:moveTo>
                  <a:cubicBezTo>
                    <a:pt x="535" y="0"/>
                    <a:pt x="268" y="13"/>
                    <a:pt x="0" y="38"/>
                  </a:cubicBezTo>
                  <a:cubicBezTo>
                    <a:pt x="268" y="54"/>
                    <a:pt x="535" y="63"/>
                    <a:pt x="802" y="63"/>
                  </a:cubicBezTo>
                  <a:cubicBezTo>
                    <a:pt x="1070" y="63"/>
                    <a:pt x="1337" y="54"/>
                    <a:pt x="1604" y="38"/>
                  </a:cubicBezTo>
                  <a:cubicBezTo>
                    <a:pt x="1337" y="13"/>
                    <a:pt x="1070" y="0"/>
                    <a:pt x="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51"/>
            <p:cNvSpPr/>
            <p:nvPr/>
          </p:nvSpPr>
          <p:spPr>
            <a:xfrm>
              <a:off x="7402714" y="1158638"/>
              <a:ext cx="51440" cy="2051"/>
            </a:xfrm>
            <a:custGeom>
              <a:avLst/>
              <a:gdLst/>
              <a:ahLst/>
              <a:cxnLst/>
              <a:rect l="l" t="t" r="r" b="b"/>
              <a:pathLst>
                <a:path w="1605" h="64" extrusionOk="0">
                  <a:moveTo>
                    <a:pt x="802" y="1"/>
                  </a:moveTo>
                  <a:cubicBezTo>
                    <a:pt x="535" y="1"/>
                    <a:pt x="268" y="13"/>
                    <a:pt x="0" y="38"/>
                  </a:cubicBezTo>
                  <a:cubicBezTo>
                    <a:pt x="268" y="55"/>
                    <a:pt x="535" y="63"/>
                    <a:pt x="802" y="63"/>
                  </a:cubicBezTo>
                  <a:cubicBezTo>
                    <a:pt x="1070" y="63"/>
                    <a:pt x="1337" y="55"/>
                    <a:pt x="1604" y="38"/>
                  </a:cubicBezTo>
                  <a:cubicBezTo>
                    <a:pt x="1337" y="13"/>
                    <a:pt x="1070" y="1"/>
                    <a:pt x="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51"/>
            <p:cNvSpPr/>
            <p:nvPr/>
          </p:nvSpPr>
          <p:spPr>
            <a:xfrm>
              <a:off x="7402714" y="1182739"/>
              <a:ext cx="51440" cy="2051"/>
            </a:xfrm>
            <a:custGeom>
              <a:avLst/>
              <a:gdLst/>
              <a:ahLst/>
              <a:cxnLst/>
              <a:rect l="l" t="t" r="r" b="b"/>
              <a:pathLst>
                <a:path w="1605" h="64" extrusionOk="0">
                  <a:moveTo>
                    <a:pt x="802" y="1"/>
                  </a:moveTo>
                  <a:cubicBezTo>
                    <a:pt x="535" y="1"/>
                    <a:pt x="268" y="13"/>
                    <a:pt x="0" y="38"/>
                  </a:cubicBezTo>
                  <a:cubicBezTo>
                    <a:pt x="268" y="55"/>
                    <a:pt x="535" y="63"/>
                    <a:pt x="802" y="63"/>
                  </a:cubicBezTo>
                  <a:cubicBezTo>
                    <a:pt x="1070" y="63"/>
                    <a:pt x="1337" y="55"/>
                    <a:pt x="1604" y="38"/>
                  </a:cubicBezTo>
                  <a:cubicBezTo>
                    <a:pt x="1337" y="13"/>
                    <a:pt x="1070" y="1"/>
                    <a:pt x="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51"/>
            <p:cNvSpPr/>
            <p:nvPr/>
          </p:nvSpPr>
          <p:spPr>
            <a:xfrm>
              <a:off x="7402714" y="1196136"/>
              <a:ext cx="51440" cy="2436"/>
            </a:xfrm>
            <a:custGeom>
              <a:avLst/>
              <a:gdLst/>
              <a:ahLst/>
              <a:cxnLst/>
              <a:rect l="l" t="t" r="r" b="b"/>
              <a:pathLst>
                <a:path w="1605" h="76" extrusionOk="0">
                  <a:moveTo>
                    <a:pt x="802" y="0"/>
                  </a:moveTo>
                  <a:cubicBezTo>
                    <a:pt x="535" y="0"/>
                    <a:pt x="268" y="13"/>
                    <a:pt x="0" y="38"/>
                  </a:cubicBezTo>
                  <a:cubicBezTo>
                    <a:pt x="268" y="63"/>
                    <a:pt x="535" y="76"/>
                    <a:pt x="802" y="76"/>
                  </a:cubicBezTo>
                  <a:cubicBezTo>
                    <a:pt x="1070" y="76"/>
                    <a:pt x="1337" y="63"/>
                    <a:pt x="1604" y="38"/>
                  </a:cubicBezTo>
                  <a:cubicBezTo>
                    <a:pt x="1337" y="13"/>
                    <a:pt x="1070" y="0"/>
                    <a:pt x="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51"/>
            <p:cNvSpPr/>
            <p:nvPr/>
          </p:nvSpPr>
          <p:spPr>
            <a:xfrm>
              <a:off x="7402714" y="1209533"/>
              <a:ext cx="51440" cy="2436"/>
            </a:xfrm>
            <a:custGeom>
              <a:avLst/>
              <a:gdLst/>
              <a:ahLst/>
              <a:cxnLst/>
              <a:rect l="l" t="t" r="r" b="b"/>
              <a:pathLst>
                <a:path w="1605" h="76" extrusionOk="0">
                  <a:moveTo>
                    <a:pt x="802" y="0"/>
                  </a:moveTo>
                  <a:cubicBezTo>
                    <a:pt x="535" y="0"/>
                    <a:pt x="268" y="13"/>
                    <a:pt x="0" y="38"/>
                  </a:cubicBezTo>
                  <a:cubicBezTo>
                    <a:pt x="268" y="63"/>
                    <a:pt x="535" y="75"/>
                    <a:pt x="802" y="75"/>
                  </a:cubicBezTo>
                  <a:cubicBezTo>
                    <a:pt x="1070" y="75"/>
                    <a:pt x="1337" y="63"/>
                    <a:pt x="1604" y="38"/>
                  </a:cubicBezTo>
                  <a:cubicBezTo>
                    <a:pt x="1337" y="13"/>
                    <a:pt x="1070" y="0"/>
                    <a:pt x="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51"/>
            <p:cNvSpPr/>
            <p:nvPr/>
          </p:nvSpPr>
          <p:spPr>
            <a:xfrm>
              <a:off x="7402714" y="1223315"/>
              <a:ext cx="28396" cy="2019"/>
            </a:xfrm>
            <a:custGeom>
              <a:avLst/>
              <a:gdLst/>
              <a:ahLst/>
              <a:cxnLst/>
              <a:rect l="l" t="t" r="r" b="b"/>
              <a:pathLst>
                <a:path w="886" h="63" extrusionOk="0">
                  <a:moveTo>
                    <a:pt x="449" y="0"/>
                  </a:moveTo>
                  <a:cubicBezTo>
                    <a:pt x="301" y="0"/>
                    <a:pt x="151" y="9"/>
                    <a:pt x="0" y="25"/>
                  </a:cubicBezTo>
                  <a:cubicBezTo>
                    <a:pt x="151" y="50"/>
                    <a:pt x="301" y="63"/>
                    <a:pt x="449" y="63"/>
                  </a:cubicBezTo>
                  <a:cubicBezTo>
                    <a:pt x="598" y="63"/>
                    <a:pt x="744" y="50"/>
                    <a:pt x="886" y="25"/>
                  </a:cubicBezTo>
                  <a:cubicBezTo>
                    <a:pt x="744" y="9"/>
                    <a:pt x="598" y="0"/>
                    <a:pt x="4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51"/>
            <p:cNvSpPr/>
            <p:nvPr/>
          </p:nvSpPr>
          <p:spPr>
            <a:xfrm>
              <a:off x="7473929" y="1122229"/>
              <a:ext cx="82497" cy="2051"/>
            </a:xfrm>
            <a:custGeom>
              <a:avLst/>
              <a:gdLst/>
              <a:ahLst/>
              <a:cxnLst/>
              <a:rect l="l" t="t" r="r" b="b"/>
              <a:pathLst>
                <a:path w="2574" h="64" extrusionOk="0">
                  <a:moveTo>
                    <a:pt x="1293" y="1"/>
                  </a:moveTo>
                  <a:cubicBezTo>
                    <a:pt x="865" y="1"/>
                    <a:pt x="435" y="13"/>
                    <a:pt x="1" y="38"/>
                  </a:cubicBezTo>
                  <a:cubicBezTo>
                    <a:pt x="435" y="55"/>
                    <a:pt x="865" y="63"/>
                    <a:pt x="1293" y="63"/>
                  </a:cubicBezTo>
                  <a:cubicBezTo>
                    <a:pt x="1722" y="63"/>
                    <a:pt x="2148" y="55"/>
                    <a:pt x="2574" y="38"/>
                  </a:cubicBezTo>
                  <a:cubicBezTo>
                    <a:pt x="2148" y="13"/>
                    <a:pt x="1722" y="1"/>
                    <a:pt x="12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51"/>
            <p:cNvSpPr/>
            <p:nvPr/>
          </p:nvSpPr>
          <p:spPr>
            <a:xfrm>
              <a:off x="7474987" y="1135498"/>
              <a:ext cx="82529" cy="2019"/>
            </a:xfrm>
            <a:custGeom>
              <a:avLst/>
              <a:gdLst/>
              <a:ahLst/>
              <a:cxnLst/>
              <a:rect l="l" t="t" r="r" b="b"/>
              <a:pathLst>
                <a:path w="2575" h="63" extrusionOk="0">
                  <a:moveTo>
                    <a:pt x="1294" y="0"/>
                  </a:moveTo>
                  <a:cubicBezTo>
                    <a:pt x="866" y="0"/>
                    <a:pt x="435" y="8"/>
                    <a:pt x="1" y="25"/>
                  </a:cubicBezTo>
                  <a:cubicBezTo>
                    <a:pt x="435" y="50"/>
                    <a:pt x="866" y="63"/>
                    <a:pt x="1294" y="63"/>
                  </a:cubicBezTo>
                  <a:cubicBezTo>
                    <a:pt x="1722" y="63"/>
                    <a:pt x="2148" y="50"/>
                    <a:pt x="2574" y="25"/>
                  </a:cubicBezTo>
                  <a:cubicBezTo>
                    <a:pt x="2148" y="8"/>
                    <a:pt x="1722" y="0"/>
                    <a:pt x="12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51"/>
            <p:cNvSpPr/>
            <p:nvPr/>
          </p:nvSpPr>
          <p:spPr>
            <a:xfrm>
              <a:off x="7473929" y="1165080"/>
              <a:ext cx="36441" cy="2436"/>
            </a:xfrm>
            <a:custGeom>
              <a:avLst/>
              <a:gdLst/>
              <a:ahLst/>
              <a:cxnLst/>
              <a:rect l="l" t="t" r="r" b="b"/>
              <a:pathLst>
                <a:path w="1137" h="76" extrusionOk="0">
                  <a:moveTo>
                    <a:pt x="575" y="0"/>
                  </a:moveTo>
                  <a:cubicBezTo>
                    <a:pt x="385" y="0"/>
                    <a:pt x="193" y="13"/>
                    <a:pt x="1" y="38"/>
                  </a:cubicBezTo>
                  <a:cubicBezTo>
                    <a:pt x="193" y="63"/>
                    <a:pt x="385" y="75"/>
                    <a:pt x="575" y="75"/>
                  </a:cubicBezTo>
                  <a:cubicBezTo>
                    <a:pt x="765" y="75"/>
                    <a:pt x="953" y="63"/>
                    <a:pt x="1137" y="38"/>
                  </a:cubicBezTo>
                  <a:cubicBezTo>
                    <a:pt x="953" y="13"/>
                    <a:pt x="765" y="0"/>
                    <a:pt x="5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51"/>
            <p:cNvSpPr/>
            <p:nvPr/>
          </p:nvSpPr>
          <p:spPr>
            <a:xfrm>
              <a:off x="7473929" y="1187034"/>
              <a:ext cx="82497" cy="2019"/>
            </a:xfrm>
            <a:custGeom>
              <a:avLst/>
              <a:gdLst/>
              <a:ahLst/>
              <a:cxnLst/>
              <a:rect l="l" t="t" r="r" b="b"/>
              <a:pathLst>
                <a:path w="2574" h="63" extrusionOk="0">
                  <a:moveTo>
                    <a:pt x="1293" y="0"/>
                  </a:moveTo>
                  <a:cubicBezTo>
                    <a:pt x="865" y="0"/>
                    <a:pt x="435" y="13"/>
                    <a:pt x="1" y="38"/>
                  </a:cubicBezTo>
                  <a:cubicBezTo>
                    <a:pt x="435" y="55"/>
                    <a:pt x="865" y="63"/>
                    <a:pt x="1293" y="63"/>
                  </a:cubicBezTo>
                  <a:cubicBezTo>
                    <a:pt x="1722" y="63"/>
                    <a:pt x="2148" y="55"/>
                    <a:pt x="2574" y="38"/>
                  </a:cubicBezTo>
                  <a:cubicBezTo>
                    <a:pt x="2148" y="13"/>
                    <a:pt x="1722" y="0"/>
                    <a:pt x="12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51"/>
            <p:cNvSpPr/>
            <p:nvPr/>
          </p:nvSpPr>
          <p:spPr>
            <a:xfrm>
              <a:off x="7474987" y="1200271"/>
              <a:ext cx="82529" cy="2051"/>
            </a:xfrm>
            <a:custGeom>
              <a:avLst/>
              <a:gdLst/>
              <a:ahLst/>
              <a:cxnLst/>
              <a:rect l="l" t="t" r="r" b="b"/>
              <a:pathLst>
                <a:path w="2575" h="64" extrusionOk="0">
                  <a:moveTo>
                    <a:pt x="1294" y="1"/>
                  </a:moveTo>
                  <a:cubicBezTo>
                    <a:pt x="866" y="1"/>
                    <a:pt x="435" y="9"/>
                    <a:pt x="1" y="26"/>
                  </a:cubicBezTo>
                  <a:cubicBezTo>
                    <a:pt x="435" y="51"/>
                    <a:pt x="866" y="64"/>
                    <a:pt x="1294" y="64"/>
                  </a:cubicBezTo>
                  <a:cubicBezTo>
                    <a:pt x="1722" y="64"/>
                    <a:pt x="2148" y="51"/>
                    <a:pt x="2574" y="26"/>
                  </a:cubicBezTo>
                  <a:cubicBezTo>
                    <a:pt x="2148" y="9"/>
                    <a:pt x="1722" y="1"/>
                    <a:pt x="12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51"/>
            <p:cNvSpPr/>
            <p:nvPr/>
          </p:nvSpPr>
          <p:spPr>
            <a:xfrm>
              <a:off x="7473929" y="1232545"/>
              <a:ext cx="36441" cy="2051"/>
            </a:xfrm>
            <a:custGeom>
              <a:avLst/>
              <a:gdLst/>
              <a:ahLst/>
              <a:cxnLst/>
              <a:rect l="l" t="t" r="r" b="b"/>
              <a:pathLst>
                <a:path w="1137" h="64" extrusionOk="0">
                  <a:moveTo>
                    <a:pt x="575" y="1"/>
                  </a:moveTo>
                  <a:cubicBezTo>
                    <a:pt x="385" y="1"/>
                    <a:pt x="193" y="13"/>
                    <a:pt x="1" y="38"/>
                  </a:cubicBezTo>
                  <a:cubicBezTo>
                    <a:pt x="193" y="55"/>
                    <a:pt x="385" y="63"/>
                    <a:pt x="575" y="63"/>
                  </a:cubicBezTo>
                  <a:cubicBezTo>
                    <a:pt x="765" y="63"/>
                    <a:pt x="953" y="55"/>
                    <a:pt x="1137" y="38"/>
                  </a:cubicBezTo>
                  <a:cubicBezTo>
                    <a:pt x="953" y="13"/>
                    <a:pt x="765" y="1"/>
                    <a:pt x="5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51"/>
            <p:cNvSpPr/>
            <p:nvPr/>
          </p:nvSpPr>
          <p:spPr>
            <a:xfrm>
              <a:off x="7473929" y="1254371"/>
              <a:ext cx="82497" cy="2051"/>
            </a:xfrm>
            <a:custGeom>
              <a:avLst/>
              <a:gdLst/>
              <a:ahLst/>
              <a:cxnLst/>
              <a:rect l="l" t="t" r="r" b="b"/>
              <a:pathLst>
                <a:path w="2574" h="64" extrusionOk="0">
                  <a:moveTo>
                    <a:pt x="1293" y="0"/>
                  </a:moveTo>
                  <a:cubicBezTo>
                    <a:pt x="865" y="0"/>
                    <a:pt x="435" y="9"/>
                    <a:pt x="1" y="25"/>
                  </a:cubicBezTo>
                  <a:cubicBezTo>
                    <a:pt x="435" y="51"/>
                    <a:pt x="865" y="63"/>
                    <a:pt x="1293" y="63"/>
                  </a:cubicBezTo>
                  <a:cubicBezTo>
                    <a:pt x="1722" y="63"/>
                    <a:pt x="2148" y="51"/>
                    <a:pt x="2574" y="25"/>
                  </a:cubicBezTo>
                  <a:cubicBezTo>
                    <a:pt x="2148" y="9"/>
                    <a:pt x="1722" y="0"/>
                    <a:pt x="12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51"/>
            <p:cNvSpPr/>
            <p:nvPr/>
          </p:nvSpPr>
          <p:spPr>
            <a:xfrm>
              <a:off x="7474987" y="1267351"/>
              <a:ext cx="82529" cy="2051"/>
            </a:xfrm>
            <a:custGeom>
              <a:avLst/>
              <a:gdLst/>
              <a:ahLst/>
              <a:cxnLst/>
              <a:rect l="l" t="t" r="r" b="b"/>
              <a:pathLst>
                <a:path w="2575" h="64" extrusionOk="0">
                  <a:moveTo>
                    <a:pt x="1294" y="1"/>
                  </a:moveTo>
                  <a:cubicBezTo>
                    <a:pt x="866" y="1"/>
                    <a:pt x="435" y="13"/>
                    <a:pt x="1" y="38"/>
                  </a:cubicBezTo>
                  <a:cubicBezTo>
                    <a:pt x="435" y="55"/>
                    <a:pt x="866" y="63"/>
                    <a:pt x="1294" y="63"/>
                  </a:cubicBezTo>
                  <a:cubicBezTo>
                    <a:pt x="1722" y="63"/>
                    <a:pt x="2148" y="55"/>
                    <a:pt x="2574" y="38"/>
                  </a:cubicBezTo>
                  <a:cubicBezTo>
                    <a:pt x="2148" y="13"/>
                    <a:pt x="1722" y="1"/>
                    <a:pt x="12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51"/>
            <p:cNvSpPr/>
            <p:nvPr/>
          </p:nvSpPr>
          <p:spPr>
            <a:xfrm>
              <a:off x="7400054" y="1030694"/>
              <a:ext cx="56761" cy="56344"/>
            </a:xfrm>
            <a:custGeom>
              <a:avLst/>
              <a:gdLst/>
              <a:ahLst/>
              <a:cxnLst/>
              <a:rect l="l" t="t" r="r" b="b"/>
              <a:pathLst>
                <a:path w="1771" h="1758" extrusionOk="0">
                  <a:moveTo>
                    <a:pt x="36" y="1"/>
                  </a:moveTo>
                  <a:cubicBezTo>
                    <a:pt x="36" y="1"/>
                    <a:pt x="35" y="2"/>
                    <a:pt x="33" y="4"/>
                  </a:cubicBezTo>
                  <a:lnTo>
                    <a:pt x="33" y="4"/>
                  </a:lnTo>
                  <a:cubicBezTo>
                    <a:pt x="35" y="2"/>
                    <a:pt x="36" y="1"/>
                    <a:pt x="36" y="1"/>
                  </a:cubicBezTo>
                  <a:close/>
                  <a:moveTo>
                    <a:pt x="33" y="4"/>
                  </a:moveTo>
                  <a:cubicBezTo>
                    <a:pt x="25" y="12"/>
                    <a:pt x="0" y="40"/>
                    <a:pt x="9" y="40"/>
                  </a:cubicBezTo>
                  <a:cubicBezTo>
                    <a:pt x="10" y="40"/>
                    <a:pt x="13" y="39"/>
                    <a:pt x="16" y="37"/>
                  </a:cubicBezTo>
                  <a:lnTo>
                    <a:pt x="16" y="254"/>
                  </a:lnTo>
                  <a:lnTo>
                    <a:pt x="16" y="488"/>
                  </a:lnTo>
                  <a:lnTo>
                    <a:pt x="16" y="923"/>
                  </a:lnTo>
                  <a:cubicBezTo>
                    <a:pt x="16" y="1207"/>
                    <a:pt x="16" y="1474"/>
                    <a:pt x="16" y="1725"/>
                  </a:cubicBezTo>
                  <a:lnTo>
                    <a:pt x="16" y="1758"/>
                  </a:lnTo>
                  <a:lnTo>
                    <a:pt x="33" y="1758"/>
                  </a:lnTo>
                  <a:lnTo>
                    <a:pt x="1270" y="1741"/>
                  </a:lnTo>
                  <a:lnTo>
                    <a:pt x="1620" y="1741"/>
                  </a:lnTo>
                  <a:cubicBezTo>
                    <a:pt x="1654" y="1741"/>
                    <a:pt x="1704" y="1725"/>
                    <a:pt x="1737" y="1725"/>
                  </a:cubicBezTo>
                  <a:lnTo>
                    <a:pt x="1604" y="1725"/>
                  </a:lnTo>
                  <a:lnTo>
                    <a:pt x="1253" y="1708"/>
                  </a:lnTo>
                  <a:lnTo>
                    <a:pt x="67" y="1692"/>
                  </a:lnTo>
                  <a:lnTo>
                    <a:pt x="67" y="1692"/>
                  </a:lnTo>
                  <a:cubicBezTo>
                    <a:pt x="67" y="1451"/>
                    <a:pt x="67" y="1194"/>
                    <a:pt x="67" y="923"/>
                  </a:cubicBezTo>
                  <a:lnTo>
                    <a:pt x="67" y="488"/>
                  </a:lnTo>
                  <a:lnTo>
                    <a:pt x="67" y="254"/>
                  </a:lnTo>
                  <a:lnTo>
                    <a:pt x="67" y="70"/>
                  </a:lnTo>
                  <a:lnTo>
                    <a:pt x="67" y="70"/>
                  </a:lnTo>
                  <a:lnTo>
                    <a:pt x="1704" y="54"/>
                  </a:lnTo>
                  <a:lnTo>
                    <a:pt x="1704" y="54"/>
                  </a:lnTo>
                  <a:cubicBezTo>
                    <a:pt x="1704" y="548"/>
                    <a:pt x="1721" y="959"/>
                    <a:pt x="1721" y="1257"/>
                  </a:cubicBezTo>
                  <a:cubicBezTo>
                    <a:pt x="1721" y="1390"/>
                    <a:pt x="1721" y="1507"/>
                    <a:pt x="1721" y="1608"/>
                  </a:cubicBezTo>
                  <a:cubicBezTo>
                    <a:pt x="1721" y="1641"/>
                    <a:pt x="1737" y="1691"/>
                    <a:pt x="1737" y="1725"/>
                  </a:cubicBezTo>
                  <a:cubicBezTo>
                    <a:pt x="1737" y="1691"/>
                    <a:pt x="1737" y="1658"/>
                    <a:pt x="1737" y="1608"/>
                  </a:cubicBezTo>
                  <a:cubicBezTo>
                    <a:pt x="1737" y="1524"/>
                    <a:pt x="1754" y="1407"/>
                    <a:pt x="1754" y="1273"/>
                  </a:cubicBezTo>
                  <a:cubicBezTo>
                    <a:pt x="1754" y="956"/>
                    <a:pt x="1754" y="538"/>
                    <a:pt x="1771" y="37"/>
                  </a:cubicBezTo>
                  <a:lnTo>
                    <a:pt x="1771" y="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51"/>
            <p:cNvSpPr/>
            <p:nvPr/>
          </p:nvSpPr>
          <p:spPr>
            <a:xfrm>
              <a:off x="7480884" y="1053834"/>
              <a:ext cx="86791" cy="2147"/>
            </a:xfrm>
            <a:custGeom>
              <a:avLst/>
              <a:gdLst/>
              <a:ahLst/>
              <a:cxnLst/>
              <a:rect l="l" t="t" r="r" b="b"/>
              <a:pathLst>
                <a:path w="2708" h="67" extrusionOk="0">
                  <a:moveTo>
                    <a:pt x="1354" y="0"/>
                  </a:moveTo>
                  <a:cubicBezTo>
                    <a:pt x="602" y="0"/>
                    <a:pt x="1" y="17"/>
                    <a:pt x="1" y="33"/>
                  </a:cubicBezTo>
                  <a:cubicBezTo>
                    <a:pt x="1" y="50"/>
                    <a:pt x="602" y="67"/>
                    <a:pt x="1354" y="67"/>
                  </a:cubicBezTo>
                  <a:cubicBezTo>
                    <a:pt x="2106" y="67"/>
                    <a:pt x="2708" y="50"/>
                    <a:pt x="2708" y="33"/>
                  </a:cubicBezTo>
                  <a:cubicBezTo>
                    <a:pt x="2708" y="17"/>
                    <a:pt x="2106" y="0"/>
                    <a:pt x="13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51"/>
            <p:cNvSpPr/>
            <p:nvPr/>
          </p:nvSpPr>
          <p:spPr>
            <a:xfrm>
              <a:off x="7481429" y="1066398"/>
              <a:ext cx="43941" cy="2051"/>
            </a:xfrm>
            <a:custGeom>
              <a:avLst/>
              <a:gdLst/>
              <a:ahLst/>
              <a:cxnLst/>
              <a:rect l="l" t="t" r="r" b="b"/>
              <a:pathLst>
                <a:path w="1371" h="64" extrusionOk="0">
                  <a:moveTo>
                    <a:pt x="686" y="1"/>
                  </a:moveTo>
                  <a:cubicBezTo>
                    <a:pt x="456" y="1"/>
                    <a:pt x="226" y="9"/>
                    <a:pt x="0" y="26"/>
                  </a:cubicBezTo>
                  <a:cubicBezTo>
                    <a:pt x="226" y="51"/>
                    <a:pt x="456" y="63"/>
                    <a:pt x="686" y="63"/>
                  </a:cubicBezTo>
                  <a:cubicBezTo>
                    <a:pt x="915" y="63"/>
                    <a:pt x="1145" y="51"/>
                    <a:pt x="1371" y="26"/>
                  </a:cubicBezTo>
                  <a:cubicBezTo>
                    <a:pt x="1145" y="9"/>
                    <a:pt x="915" y="1"/>
                    <a:pt x="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51"/>
            <p:cNvSpPr/>
            <p:nvPr/>
          </p:nvSpPr>
          <p:spPr>
            <a:xfrm>
              <a:off x="7406976" y="1071494"/>
              <a:ext cx="47178" cy="14487"/>
            </a:xfrm>
            <a:custGeom>
              <a:avLst/>
              <a:gdLst/>
              <a:ahLst/>
              <a:cxnLst/>
              <a:rect l="l" t="t" r="r" b="b"/>
              <a:pathLst>
                <a:path w="1472" h="452" extrusionOk="0">
                  <a:moveTo>
                    <a:pt x="736" y="0"/>
                  </a:moveTo>
                  <a:cubicBezTo>
                    <a:pt x="519" y="0"/>
                    <a:pt x="302" y="84"/>
                    <a:pt x="151" y="234"/>
                  </a:cubicBezTo>
                  <a:cubicBezTo>
                    <a:pt x="101" y="285"/>
                    <a:pt x="68" y="335"/>
                    <a:pt x="34" y="385"/>
                  </a:cubicBezTo>
                  <a:cubicBezTo>
                    <a:pt x="18" y="401"/>
                    <a:pt x="1" y="435"/>
                    <a:pt x="1" y="452"/>
                  </a:cubicBezTo>
                  <a:cubicBezTo>
                    <a:pt x="51" y="385"/>
                    <a:pt x="101" y="318"/>
                    <a:pt x="168" y="251"/>
                  </a:cubicBezTo>
                  <a:cubicBezTo>
                    <a:pt x="306" y="129"/>
                    <a:pt x="485" y="48"/>
                    <a:pt x="681" y="48"/>
                  </a:cubicBezTo>
                  <a:cubicBezTo>
                    <a:pt x="699" y="48"/>
                    <a:pt x="718" y="49"/>
                    <a:pt x="736" y="51"/>
                  </a:cubicBezTo>
                  <a:cubicBezTo>
                    <a:pt x="937" y="51"/>
                    <a:pt x="1137" y="134"/>
                    <a:pt x="1288" y="268"/>
                  </a:cubicBezTo>
                  <a:cubicBezTo>
                    <a:pt x="1350" y="315"/>
                    <a:pt x="1412" y="376"/>
                    <a:pt x="1461" y="438"/>
                  </a:cubicBezTo>
                  <a:lnTo>
                    <a:pt x="1461" y="438"/>
                  </a:lnTo>
                  <a:cubicBezTo>
                    <a:pt x="1453" y="425"/>
                    <a:pt x="1450" y="409"/>
                    <a:pt x="1438" y="385"/>
                  </a:cubicBezTo>
                  <a:cubicBezTo>
                    <a:pt x="1404" y="335"/>
                    <a:pt x="1354" y="285"/>
                    <a:pt x="1304" y="251"/>
                  </a:cubicBezTo>
                  <a:cubicBezTo>
                    <a:pt x="1154" y="101"/>
                    <a:pt x="953" y="17"/>
                    <a:pt x="736" y="0"/>
                  </a:cubicBezTo>
                  <a:close/>
                  <a:moveTo>
                    <a:pt x="1461" y="438"/>
                  </a:moveTo>
                  <a:cubicBezTo>
                    <a:pt x="1464" y="443"/>
                    <a:pt x="1467" y="447"/>
                    <a:pt x="1471" y="452"/>
                  </a:cubicBezTo>
                  <a:cubicBezTo>
                    <a:pt x="1468" y="447"/>
                    <a:pt x="1465" y="443"/>
                    <a:pt x="1461" y="4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51"/>
            <p:cNvSpPr/>
            <p:nvPr/>
          </p:nvSpPr>
          <p:spPr>
            <a:xfrm>
              <a:off x="7415566" y="1040309"/>
              <a:ext cx="26281" cy="29422"/>
            </a:xfrm>
            <a:custGeom>
              <a:avLst/>
              <a:gdLst/>
              <a:ahLst/>
              <a:cxnLst/>
              <a:rect l="l" t="t" r="r" b="b"/>
              <a:pathLst>
                <a:path w="820" h="918" extrusionOk="0">
                  <a:moveTo>
                    <a:pt x="412" y="17"/>
                  </a:moveTo>
                  <a:cubicBezTo>
                    <a:pt x="485" y="17"/>
                    <a:pt x="563" y="49"/>
                    <a:pt x="619" y="105"/>
                  </a:cubicBezTo>
                  <a:cubicBezTo>
                    <a:pt x="735" y="188"/>
                    <a:pt x="786" y="322"/>
                    <a:pt x="786" y="472"/>
                  </a:cubicBezTo>
                  <a:cubicBezTo>
                    <a:pt x="786" y="556"/>
                    <a:pt x="769" y="639"/>
                    <a:pt x="735" y="706"/>
                  </a:cubicBezTo>
                  <a:cubicBezTo>
                    <a:pt x="685" y="790"/>
                    <a:pt x="619" y="840"/>
                    <a:pt x="535" y="873"/>
                  </a:cubicBezTo>
                  <a:cubicBezTo>
                    <a:pt x="507" y="879"/>
                    <a:pt x="478" y="882"/>
                    <a:pt x="449" y="882"/>
                  </a:cubicBezTo>
                  <a:cubicBezTo>
                    <a:pt x="309" y="882"/>
                    <a:pt x="170" y="814"/>
                    <a:pt x="101" y="689"/>
                  </a:cubicBezTo>
                  <a:cubicBezTo>
                    <a:pt x="34" y="556"/>
                    <a:pt x="17" y="422"/>
                    <a:pt x="67" y="288"/>
                  </a:cubicBezTo>
                  <a:cubicBezTo>
                    <a:pt x="84" y="188"/>
                    <a:pt x="134" y="105"/>
                    <a:pt x="218" y="54"/>
                  </a:cubicBezTo>
                  <a:cubicBezTo>
                    <a:pt x="243" y="42"/>
                    <a:pt x="264" y="34"/>
                    <a:pt x="280" y="28"/>
                  </a:cubicBezTo>
                  <a:lnTo>
                    <a:pt x="280" y="28"/>
                  </a:lnTo>
                  <a:cubicBezTo>
                    <a:pt x="310" y="21"/>
                    <a:pt x="343" y="21"/>
                    <a:pt x="368" y="21"/>
                  </a:cubicBezTo>
                  <a:cubicBezTo>
                    <a:pt x="382" y="18"/>
                    <a:pt x="397" y="17"/>
                    <a:pt x="412" y="17"/>
                  </a:cubicBezTo>
                  <a:close/>
                  <a:moveTo>
                    <a:pt x="412" y="0"/>
                  </a:moveTo>
                  <a:cubicBezTo>
                    <a:pt x="392" y="0"/>
                    <a:pt x="372" y="1"/>
                    <a:pt x="351" y="4"/>
                  </a:cubicBezTo>
                  <a:cubicBezTo>
                    <a:pt x="340" y="4"/>
                    <a:pt x="328" y="6"/>
                    <a:pt x="316" y="10"/>
                  </a:cubicBezTo>
                  <a:lnTo>
                    <a:pt x="316" y="10"/>
                  </a:lnTo>
                  <a:cubicBezTo>
                    <a:pt x="317" y="8"/>
                    <a:pt x="318" y="6"/>
                    <a:pt x="318" y="4"/>
                  </a:cubicBezTo>
                  <a:lnTo>
                    <a:pt x="318" y="4"/>
                  </a:lnTo>
                  <a:cubicBezTo>
                    <a:pt x="284" y="21"/>
                    <a:pt x="251" y="21"/>
                    <a:pt x="218" y="38"/>
                  </a:cubicBezTo>
                  <a:cubicBezTo>
                    <a:pt x="134" y="88"/>
                    <a:pt x="67" y="171"/>
                    <a:pt x="34" y="272"/>
                  </a:cubicBezTo>
                  <a:cubicBezTo>
                    <a:pt x="17" y="339"/>
                    <a:pt x="0" y="405"/>
                    <a:pt x="0" y="472"/>
                  </a:cubicBezTo>
                  <a:cubicBezTo>
                    <a:pt x="0" y="556"/>
                    <a:pt x="17" y="639"/>
                    <a:pt x="67" y="706"/>
                  </a:cubicBezTo>
                  <a:cubicBezTo>
                    <a:pt x="117" y="790"/>
                    <a:pt x="184" y="840"/>
                    <a:pt x="268" y="890"/>
                  </a:cubicBezTo>
                  <a:cubicBezTo>
                    <a:pt x="317" y="909"/>
                    <a:pt x="371" y="918"/>
                    <a:pt x="428" y="918"/>
                  </a:cubicBezTo>
                  <a:cubicBezTo>
                    <a:pt x="469" y="918"/>
                    <a:pt x="510" y="914"/>
                    <a:pt x="552" y="907"/>
                  </a:cubicBezTo>
                  <a:cubicBezTo>
                    <a:pt x="635" y="873"/>
                    <a:pt x="719" y="823"/>
                    <a:pt x="769" y="723"/>
                  </a:cubicBezTo>
                  <a:cubicBezTo>
                    <a:pt x="802" y="656"/>
                    <a:pt x="819" y="556"/>
                    <a:pt x="819" y="472"/>
                  </a:cubicBezTo>
                  <a:cubicBezTo>
                    <a:pt x="819" y="322"/>
                    <a:pt x="752" y="171"/>
                    <a:pt x="635" y="71"/>
                  </a:cubicBezTo>
                  <a:cubicBezTo>
                    <a:pt x="580" y="30"/>
                    <a:pt x="503" y="0"/>
                    <a:pt x="4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51"/>
            <p:cNvSpPr/>
            <p:nvPr/>
          </p:nvSpPr>
          <p:spPr>
            <a:xfrm>
              <a:off x="7434315" y="1051687"/>
              <a:ext cx="1763" cy="929"/>
            </a:xfrm>
            <a:custGeom>
              <a:avLst/>
              <a:gdLst/>
              <a:ahLst/>
              <a:cxnLst/>
              <a:rect l="l" t="t" r="r" b="b"/>
              <a:pathLst>
                <a:path w="55" h="29" extrusionOk="0">
                  <a:moveTo>
                    <a:pt x="17" y="0"/>
                  </a:moveTo>
                  <a:cubicBezTo>
                    <a:pt x="17" y="0"/>
                    <a:pt x="0" y="17"/>
                    <a:pt x="0" y="17"/>
                  </a:cubicBezTo>
                  <a:cubicBezTo>
                    <a:pt x="0" y="25"/>
                    <a:pt x="4" y="28"/>
                    <a:pt x="10" y="28"/>
                  </a:cubicBezTo>
                  <a:cubicBezTo>
                    <a:pt x="26" y="28"/>
                    <a:pt x="54" y="0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51"/>
            <p:cNvSpPr/>
            <p:nvPr/>
          </p:nvSpPr>
          <p:spPr>
            <a:xfrm>
              <a:off x="7421976" y="1053289"/>
              <a:ext cx="1891" cy="1154"/>
            </a:xfrm>
            <a:custGeom>
              <a:avLst/>
              <a:gdLst/>
              <a:ahLst/>
              <a:cxnLst/>
              <a:rect l="l" t="t" r="r" b="b"/>
              <a:pathLst>
                <a:path w="59" h="36" extrusionOk="0">
                  <a:moveTo>
                    <a:pt x="34" y="0"/>
                  </a:moveTo>
                  <a:cubicBezTo>
                    <a:pt x="18" y="0"/>
                    <a:pt x="1" y="17"/>
                    <a:pt x="1" y="17"/>
                  </a:cubicBezTo>
                  <a:cubicBezTo>
                    <a:pt x="1" y="31"/>
                    <a:pt x="6" y="36"/>
                    <a:pt x="12" y="36"/>
                  </a:cubicBezTo>
                  <a:cubicBezTo>
                    <a:pt x="30" y="36"/>
                    <a:pt x="59" y="0"/>
                    <a:pt x="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51"/>
            <p:cNvSpPr/>
            <p:nvPr/>
          </p:nvSpPr>
          <p:spPr>
            <a:xfrm>
              <a:off x="7416624" y="1042585"/>
              <a:ext cx="18781" cy="8045"/>
            </a:xfrm>
            <a:custGeom>
              <a:avLst/>
              <a:gdLst/>
              <a:ahLst/>
              <a:cxnLst/>
              <a:rect l="l" t="t" r="r" b="b"/>
              <a:pathLst>
                <a:path w="586" h="251" extrusionOk="0">
                  <a:moveTo>
                    <a:pt x="569" y="0"/>
                  </a:moveTo>
                  <a:cubicBezTo>
                    <a:pt x="569" y="0"/>
                    <a:pt x="552" y="34"/>
                    <a:pt x="519" y="84"/>
                  </a:cubicBezTo>
                  <a:cubicBezTo>
                    <a:pt x="469" y="134"/>
                    <a:pt x="402" y="184"/>
                    <a:pt x="335" y="201"/>
                  </a:cubicBezTo>
                  <a:cubicBezTo>
                    <a:pt x="251" y="217"/>
                    <a:pt x="168" y="217"/>
                    <a:pt x="101" y="217"/>
                  </a:cubicBezTo>
                  <a:cubicBezTo>
                    <a:pt x="68" y="217"/>
                    <a:pt x="34" y="217"/>
                    <a:pt x="1" y="234"/>
                  </a:cubicBezTo>
                  <a:cubicBezTo>
                    <a:pt x="34" y="234"/>
                    <a:pt x="68" y="251"/>
                    <a:pt x="101" y="251"/>
                  </a:cubicBezTo>
                  <a:cubicBezTo>
                    <a:pt x="185" y="251"/>
                    <a:pt x="251" y="251"/>
                    <a:pt x="335" y="234"/>
                  </a:cubicBezTo>
                  <a:cubicBezTo>
                    <a:pt x="418" y="217"/>
                    <a:pt x="502" y="167"/>
                    <a:pt x="552" y="100"/>
                  </a:cubicBezTo>
                  <a:cubicBezTo>
                    <a:pt x="586" y="34"/>
                    <a:pt x="586" y="0"/>
                    <a:pt x="5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51"/>
            <p:cNvSpPr/>
            <p:nvPr/>
          </p:nvSpPr>
          <p:spPr>
            <a:xfrm>
              <a:off x="7412874" y="1055437"/>
              <a:ext cx="3782" cy="4551"/>
            </a:xfrm>
            <a:custGeom>
              <a:avLst/>
              <a:gdLst/>
              <a:ahLst/>
              <a:cxnLst/>
              <a:rect l="l" t="t" r="r" b="b"/>
              <a:pathLst>
                <a:path w="118" h="142" extrusionOk="0">
                  <a:moveTo>
                    <a:pt x="68" y="0"/>
                  </a:moveTo>
                  <a:cubicBezTo>
                    <a:pt x="51" y="0"/>
                    <a:pt x="34" y="0"/>
                    <a:pt x="17" y="17"/>
                  </a:cubicBezTo>
                  <a:cubicBezTo>
                    <a:pt x="1" y="34"/>
                    <a:pt x="1" y="50"/>
                    <a:pt x="1" y="67"/>
                  </a:cubicBezTo>
                  <a:cubicBezTo>
                    <a:pt x="17" y="117"/>
                    <a:pt x="34" y="134"/>
                    <a:pt x="68" y="134"/>
                  </a:cubicBezTo>
                  <a:cubicBezTo>
                    <a:pt x="79" y="139"/>
                    <a:pt x="88" y="141"/>
                    <a:pt x="95" y="141"/>
                  </a:cubicBezTo>
                  <a:cubicBezTo>
                    <a:pt x="110" y="141"/>
                    <a:pt x="118" y="134"/>
                    <a:pt x="118" y="134"/>
                  </a:cubicBezTo>
                  <a:cubicBezTo>
                    <a:pt x="118" y="117"/>
                    <a:pt x="51" y="117"/>
                    <a:pt x="51" y="67"/>
                  </a:cubicBezTo>
                  <a:cubicBezTo>
                    <a:pt x="34" y="50"/>
                    <a:pt x="51" y="34"/>
                    <a:pt x="68" y="34"/>
                  </a:cubicBezTo>
                  <a:cubicBezTo>
                    <a:pt x="84" y="17"/>
                    <a:pt x="101" y="17"/>
                    <a:pt x="101" y="17"/>
                  </a:cubicBezTo>
                  <a:cubicBezTo>
                    <a:pt x="101" y="17"/>
                    <a:pt x="101" y="0"/>
                    <a:pt x="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51"/>
            <p:cNvSpPr/>
            <p:nvPr/>
          </p:nvSpPr>
          <p:spPr>
            <a:xfrm>
              <a:off x="7440725" y="1054347"/>
              <a:ext cx="3782" cy="4199"/>
            </a:xfrm>
            <a:custGeom>
              <a:avLst/>
              <a:gdLst/>
              <a:ahLst/>
              <a:cxnLst/>
              <a:rect l="l" t="t" r="r" b="b"/>
              <a:pathLst>
                <a:path w="118" h="131" extrusionOk="0">
                  <a:moveTo>
                    <a:pt x="34" y="1"/>
                  </a:moveTo>
                  <a:cubicBezTo>
                    <a:pt x="17" y="1"/>
                    <a:pt x="1" y="1"/>
                    <a:pt x="1" y="17"/>
                  </a:cubicBezTo>
                  <a:cubicBezTo>
                    <a:pt x="1" y="17"/>
                    <a:pt x="51" y="17"/>
                    <a:pt x="51" y="68"/>
                  </a:cubicBezTo>
                  <a:cubicBezTo>
                    <a:pt x="67" y="101"/>
                    <a:pt x="34" y="118"/>
                    <a:pt x="34" y="118"/>
                  </a:cubicBezTo>
                  <a:cubicBezTo>
                    <a:pt x="34" y="126"/>
                    <a:pt x="38" y="130"/>
                    <a:pt x="44" y="130"/>
                  </a:cubicBezTo>
                  <a:cubicBezTo>
                    <a:pt x="51" y="130"/>
                    <a:pt x="59" y="126"/>
                    <a:pt x="67" y="118"/>
                  </a:cubicBezTo>
                  <a:cubicBezTo>
                    <a:pt x="118" y="84"/>
                    <a:pt x="101" y="1"/>
                    <a:pt x="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51"/>
            <p:cNvSpPr/>
            <p:nvPr/>
          </p:nvSpPr>
          <p:spPr>
            <a:xfrm>
              <a:off x="7425726" y="1059699"/>
              <a:ext cx="8621" cy="3333"/>
            </a:xfrm>
            <a:custGeom>
              <a:avLst/>
              <a:gdLst/>
              <a:ahLst/>
              <a:cxnLst/>
              <a:rect l="l" t="t" r="r" b="b"/>
              <a:pathLst>
                <a:path w="269" h="104" extrusionOk="0">
                  <a:moveTo>
                    <a:pt x="268" y="1"/>
                  </a:moveTo>
                  <a:cubicBezTo>
                    <a:pt x="251" y="1"/>
                    <a:pt x="218" y="68"/>
                    <a:pt x="134" y="68"/>
                  </a:cubicBezTo>
                  <a:cubicBezTo>
                    <a:pt x="63" y="68"/>
                    <a:pt x="16" y="31"/>
                    <a:pt x="4" y="31"/>
                  </a:cubicBezTo>
                  <a:cubicBezTo>
                    <a:pt x="2" y="31"/>
                    <a:pt x="1" y="32"/>
                    <a:pt x="1" y="34"/>
                  </a:cubicBezTo>
                  <a:cubicBezTo>
                    <a:pt x="1" y="34"/>
                    <a:pt x="1" y="51"/>
                    <a:pt x="17" y="68"/>
                  </a:cubicBezTo>
                  <a:cubicBezTo>
                    <a:pt x="49" y="91"/>
                    <a:pt x="87" y="103"/>
                    <a:pt x="124" y="103"/>
                  </a:cubicBezTo>
                  <a:cubicBezTo>
                    <a:pt x="167" y="103"/>
                    <a:pt x="208" y="87"/>
                    <a:pt x="235" y="51"/>
                  </a:cubicBezTo>
                  <a:cubicBezTo>
                    <a:pt x="268" y="34"/>
                    <a:pt x="268" y="18"/>
                    <a:pt x="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51"/>
            <p:cNvSpPr/>
            <p:nvPr/>
          </p:nvSpPr>
          <p:spPr>
            <a:xfrm>
              <a:off x="7428963" y="1051142"/>
              <a:ext cx="4295" cy="8077"/>
            </a:xfrm>
            <a:custGeom>
              <a:avLst/>
              <a:gdLst/>
              <a:ahLst/>
              <a:cxnLst/>
              <a:rect l="l" t="t" r="r" b="b"/>
              <a:pathLst>
                <a:path w="134" h="252" extrusionOk="0">
                  <a:moveTo>
                    <a:pt x="17" y="1"/>
                  </a:moveTo>
                  <a:cubicBezTo>
                    <a:pt x="17" y="1"/>
                    <a:pt x="17" y="17"/>
                    <a:pt x="0" y="51"/>
                  </a:cubicBezTo>
                  <a:cubicBezTo>
                    <a:pt x="0" y="101"/>
                    <a:pt x="17" y="151"/>
                    <a:pt x="33" y="168"/>
                  </a:cubicBezTo>
                  <a:cubicBezTo>
                    <a:pt x="43" y="177"/>
                    <a:pt x="58" y="187"/>
                    <a:pt x="72" y="193"/>
                  </a:cubicBezTo>
                  <a:lnTo>
                    <a:pt x="72" y="193"/>
                  </a:lnTo>
                  <a:cubicBezTo>
                    <a:pt x="55" y="224"/>
                    <a:pt x="33" y="238"/>
                    <a:pt x="33" y="251"/>
                  </a:cubicBezTo>
                  <a:cubicBezTo>
                    <a:pt x="33" y="251"/>
                    <a:pt x="100" y="251"/>
                    <a:pt x="117" y="184"/>
                  </a:cubicBezTo>
                  <a:lnTo>
                    <a:pt x="134" y="151"/>
                  </a:lnTo>
                  <a:lnTo>
                    <a:pt x="67" y="151"/>
                  </a:lnTo>
                  <a:cubicBezTo>
                    <a:pt x="50" y="117"/>
                    <a:pt x="33" y="84"/>
                    <a:pt x="33" y="51"/>
                  </a:cubicBezTo>
                  <a:cubicBezTo>
                    <a:pt x="33" y="34"/>
                    <a:pt x="33" y="17"/>
                    <a:pt x="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51"/>
            <p:cNvSpPr/>
            <p:nvPr/>
          </p:nvSpPr>
          <p:spPr>
            <a:xfrm>
              <a:off x="7426271" y="1068802"/>
              <a:ext cx="1635" cy="3782"/>
            </a:xfrm>
            <a:custGeom>
              <a:avLst/>
              <a:gdLst/>
              <a:ahLst/>
              <a:cxnLst/>
              <a:rect l="l" t="t" r="r" b="b"/>
              <a:pathLst>
                <a:path w="51" h="118" extrusionOk="0">
                  <a:moveTo>
                    <a:pt x="17" y="1"/>
                  </a:moveTo>
                  <a:cubicBezTo>
                    <a:pt x="0" y="1"/>
                    <a:pt x="0" y="34"/>
                    <a:pt x="0" y="68"/>
                  </a:cubicBezTo>
                  <a:cubicBezTo>
                    <a:pt x="0" y="84"/>
                    <a:pt x="17" y="118"/>
                    <a:pt x="17" y="118"/>
                  </a:cubicBezTo>
                  <a:cubicBezTo>
                    <a:pt x="34" y="118"/>
                    <a:pt x="51" y="84"/>
                    <a:pt x="34" y="51"/>
                  </a:cubicBezTo>
                  <a:cubicBezTo>
                    <a:pt x="34" y="34"/>
                    <a:pt x="34" y="1"/>
                    <a:pt x="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51"/>
            <p:cNvSpPr/>
            <p:nvPr/>
          </p:nvSpPr>
          <p:spPr>
            <a:xfrm>
              <a:off x="7432168" y="1068289"/>
              <a:ext cx="1635" cy="3782"/>
            </a:xfrm>
            <a:custGeom>
              <a:avLst/>
              <a:gdLst/>
              <a:ahLst/>
              <a:cxnLst/>
              <a:rect l="l" t="t" r="r" b="b"/>
              <a:pathLst>
                <a:path w="51" h="118" extrusionOk="0">
                  <a:moveTo>
                    <a:pt x="34" y="0"/>
                  </a:moveTo>
                  <a:cubicBezTo>
                    <a:pt x="17" y="17"/>
                    <a:pt x="0" y="34"/>
                    <a:pt x="17" y="67"/>
                  </a:cubicBezTo>
                  <a:cubicBezTo>
                    <a:pt x="17" y="100"/>
                    <a:pt x="17" y="117"/>
                    <a:pt x="34" y="117"/>
                  </a:cubicBezTo>
                  <a:cubicBezTo>
                    <a:pt x="50" y="117"/>
                    <a:pt x="50" y="84"/>
                    <a:pt x="50" y="67"/>
                  </a:cubicBezTo>
                  <a:cubicBezTo>
                    <a:pt x="50" y="34"/>
                    <a:pt x="34" y="0"/>
                    <a:pt x="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51"/>
            <p:cNvSpPr/>
            <p:nvPr/>
          </p:nvSpPr>
          <p:spPr>
            <a:xfrm>
              <a:off x="7654402" y="1105242"/>
              <a:ext cx="134963" cy="194928"/>
            </a:xfrm>
            <a:custGeom>
              <a:avLst/>
              <a:gdLst/>
              <a:ahLst/>
              <a:cxnLst/>
              <a:rect l="l" t="t" r="r" b="b"/>
              <a:pathLst>
                <a:path w="4211" h="6082" extrusionOk="0">
                  <a:moveTo>
                    <a:pt x="0" y="0"/>
                  </a:moveTo>
                  <a:lnTo>
                    <a:pt x="0" y="6082"/>
                  </a:lnTo>
                  <a:lnTo>
                    <a:pt x="4211" y="6082"/>
                  </a:lnTo>
                  <a:lnTo>
                    <a:pt x="42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51"/>
            <p:cNvSpPr/>
            <p:nvPr/>
          </p:nvSpPr>
          <p:spPr>
            <a:xfrm>
              <a:off x="7713823" y="1164407"/>
              <a:ext cx="23621" cy="1218"/>
            </a:xfrm>
            <a:custGeom>
              <a:avLst/>
              <a:gdLst/>
              <a:ahLst/>
              <a:cxnLst/>
              <a:rect l="l" t="t" r="r" b="b"/>
              <a:pathLst>
                <a:path w="737" h="38" extrusionOk="0">
                  <a:moveTo>
                    <a:pt x="369" y="0"/>
                  </a:moveTo>
                  <a:cubicBezTo>
                    <a:pt x="247" y="0"/>
                    <a:pt x="126" y="9"/>
                    <a:pt x="1" y="25"/>
                  </a:cubicBezTo>
                  <a:cubicBezTo>
                    <a:pt x="126" y="34"/>
                    <a:pt x="247" y="38"/>
                    <a:pt x="369" y="38"/>
                  </a:cubicBezTo>
                  <a:cubicBezTo>
                    <a:pt x="490" y="38"/>
                    <a:pt x="611" y="34"/>
                    <a:pt x="736" y="25"/>
                  </a:cubicBezTo>
                  <a:cubicBezTo>
                    <a:pt x="611" y="9"/>
                    <a:pt x="490" y="0"/>
                    <a:pt x="3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51"/>
            <p:cNvSpPr/>
            <p:nvPr/>
          </p:nvSpPr>
          <p:spPr>
            <a:xfrm>
              <a:off x="7667255" y="1169214"/>
              <a:ext cx="33236" cy="1635"/>
            </a:xfrm>
            <a:custGeom>
              <a:avLst/>
              <a:gdLst/>
              <a:ahLst/>
              <a:cxnLst/>
              <a:rect l="l" t="t" r="r" b="b"/>
              <a:pathLst>
                <a:path w="1037" h="51" extrusionOk="0">
                  <a:moveTo>
                    <a:pt x="518" y="1"/>
                  </a:moveTo>
                  <a:cubicBezTo>
                    <a:pt x="347" y="1"/>
                    <a:pt x="176" y="9"/>
                    <a:pt x="0" y="26"/>
                  </a:cubicBezTo>
                  <a:cubicBezTo>
                    <a:pt x="176" y="43"/>
                    <a:pt x="347" y="51"/>
                    <a:pt x="518" y="51"/>
                  </a:cubicBezTo>
                  <a:cubicBezTo>
                    <a:pt x="690" y="51"/>
                    <a:pt x="861" y="43"/>
                    <a:pt x="1036" y="26"/>
                  </a:cubicBezTo>
                  <a:cubicBezTo>
                    <a:pt x="861" y="9"/>
                    <a:pt x="690" y="1"/>
                    <a:pt x="5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51"/>
            <p:cNvSpPr/>
            <p:nvPr/>
          </p:nvSpPr>
          <p:spPr>
            <a:xfrm>
              <a:off x="7667255" y="1177804"/>
              <a:ext cx="33236" cy="1635"/>
            </a:xfrm>
            <a:custGeom>
              <a:avLst/>
              <a:gdLst/>
              <a:ahLst/>
              <a:cxnLst/>
              <a:rect l="l" t="t" r="r" b="b"/>
              <a:pathLst>
                <a:path w="1037" h="51" extrusionOk="0">
                  <a:moveTo>
                    <a:pt x="518" y="0"/>
                  </a:moveTo>
                  <a:cubicBezTo>
                    <a:pt x="347" y="0"/>
                    <a:pt x="176" y="8"/>
                    <a:pt x="0" y="25"/>
                  </a:cubicBezTo>
                  <a:cubicBezTo>
                    <a:pt x="176" y="42"/>
                    <a:pt x="347" y="50"/>
                    <a:pt x="518" y="50"/>
                  </a:cubicBezTo>
                  <a:cubicBezTo>
                    <a:pt x="690" y="50"/>
                    <a:pt x="861" y="42"/>
                    <a:pt x="1036" y="25"/>
                  </a:cubicBezTo>
                  <a:cubicBezTo>
                    <a:pt x="861" y="8"/>
                    <a:pt x="690" y="0"/>
                    <a:pt x="5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51"/>
            <p:cNvSpPr/>
            <p:nvPr/>
          </p:nvSpPr>
          <p:spPr>
            <a:xfrm>
              <a:off x="7667255" y="1186746"/>
              <a:ext cx="33236" cy="1250"/>
            </a:xfrm>
            <a:custGeom>
              <a:avLst/>
              <a:gdLst/>
              <a:ahLst/>
              <a:cxnLst/>
              <a:rect l="l" t="t" r="r" b="b"/>
              <a:pathLst>
                <a:path w="1037" h="39" extrusionOk="0">
                  <a:moveTo>
                    <a:pt x="518" y="1"/>
                  </a:moveTo>
                  <a:cubicBezTo>
                    <a:pt x="347" y="1"/>
                    <a:pt x="176" y="5"/>
                    <a:pt x="0" y="13"/>
                  </a:cubicBezTo>
                  <a:cubicBezTo>
                    <a:pt x="176" y="30"/>
                    <a:pt x="347" y="39"/>
                    <a:pt x="518" y="39"/>
                  </a:cubicBezTo>
                  <a:cubicBezTo>
                    <a:pt x="690" y="39"/>
                    <a:pt x="861" y="30"/>
                    <a:pt x="1036" y="13"/>
                  </a:cubicBezTo>
                  <a:cubicBezTo>
                    <a:pt x="861" y="5"/>
                    <a:pt x="690" y="1"/>
                    <a:pt x="5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51"/>
            <p:cNvSpPr/>
            <p:nvPr/>
          </p:nvSpPr>
          <p:spPr>
            <a:xfrm>
              <a:off x="7667255" y="1195335"/>
              <a:ext cx="18781" cy="1218"/>
            </a:xfrm>
            <a:custGeom>
              <a:avLst/>
              <a:gdLst/>
              <a:ahLst/>
              <a:cxnLst/>
              <a:rect l="l" t="t" r="r" b="b"/>
              <a:pathLst>
                <a:path w="586" h="38" extrusionOk="0">
                  <a:moveTo>
                    <a:pt x="293" y="0"/>
                  </a:moveTo>
                  <a:cubicBezTo>
                    <a:pt x="197" y="0"/>
                    <a:pt x="101" y="4"/>
                    <a:pt x="0" y="13"/>
                  </a:cubicBezTo>
                  <a:cubicBezTo>
                    <a:pt x="101" y="30"/>
                    <a:pt x="197" y="38"/>
                    <a:pt x="293" y="38"/>
                  </a:cubicBezTo>
                  <a:cubicBezTo>
                    <a:pt x="389" y="38"/>
                    <a:pt x="485" y="30"/>
                    <a:pt x="585" y="13"/>
                  </a:cubicBezTo>
                  <a:cubicBezTo>
                    <a:pt x="485" y="4"/>
                    <a:pt x="389" y="0"/>
                    <a:pt x="2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51"/>
            <p:cNvSpPr/>
            <p:nvPr/>
          </p:nvSpPr>
          <p:spPr>
            <a:xfrm>
              <a:off x="7713823" y="1178605"/>
              <a:ext cx="53075" cy="1090"/>
            </a:xfrm>
            <a:custGeom>
              <a:avLst/>
              <a:gdLst/>
              <a:ahLst/>
              <a:cxnLst/>
              <a:rect l="l" t="t" r="r" b="b"/>
              <a:pathLst>
                <a:path w="1656" h="34" extrusionOk="0">
                  <a:moveTo>
                    <a:pt x="820" y="0"/>
                  </a:moveTo>
                  <a:cubicBezTo>
                    <a:pt x="369" y="0"/>
                    <a:pt x="1" y="0"/>
                    <a:pt x="1" y="17"/>
                  </a:cubicBezTo>
                  <a:cubicBezTo>
                    <a:pt x="1" y="34"/>
                    <a:pt x="369" y="34"/>
                    <a:pt x="820" y="34"/>
                  </a:cubicBezTo>
                  <a:cubicBezTo>
                    <a:pt x="1288" y="34"/>
                    <a:pt x="1655" y="34"/>
                    <a:pt x="1655" y="17"/>
                  </a:cubicBezTo>
                  <a:cubicBezTo>
                    <a:pt x="1655" y="0"/>
                    <a:pt x="1288" y="0"/>
                    <a:pt x="8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51"/>
            <p:cNvSpPr/>
            <p:nvPr/>
          </p:nvSpPr>
          <p:spPr>
            <a:xfrm>
              <a:off x="7714913" y="1186617"/>
              <a:ext cx="52498" cy="1635"/>
            </a:xfrm>
            <a:custGeom>
              <a:avLst/>
              <a:gdLst/>
              <a:ahLst/>
              <a:cxnLst/>
              <a:rect l="l" t="t" r="r" b="b"/>
              <a:pathLst>
                <a:path w="1638" h="51" extrusionOk="0">
                  <a:moveTo>
                    <a:pt x="819" y="1"/>
                  </a:moveTo>
                  <a:cubicBezTo>
                    <a:pt x="368" y="1"/>
                    <a:pt x="0" y="17"/>
                    <a:pt x="0" y="34"/>
                  </a:cubicBezTo>
                  <a:cubicBezTo>
                    <a:pt x="0" y="34"/>
                    <a:pt x="368" y="51"/>
                    <a:pt x="819" y="51"/>
                  </a:cubicBezTo>
                  <a:cubicBezTo>
                    <a:pt x="1270" y="51"/>
                    <a:pt x="1638" y="34"/>
                    <a:pt x="1638" y="34"/>
                  </a:cubicBezTo>
                  <a:cubicBezTo>
                    <a:pt x="1638" y="17"/>
                    <a:pt x="1270" y="1"/>
                    <a:pt x="8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51"/>
            <p:cNvSpPr/>
            <p:nvPr/>
          </p:nvSpPr>
          <p:spPr>
            <a:xfrm>
              <a:off x="7713823" y="1206040"/>
              <a:ext cx="23621" cy="1250"/>
            </a:xfrm>
            <a:custGeom>
              <a:avLst/>
              <a:gdLst/>
              <a:ahLst/>
              <a:cxnLst/>
              <a:rect l="l" t="t" r="r" b="b"/>
              <a:pathLst>
                <a:path w="737" h="39" extrusionOk="0">
                  <a:moveTo>
                    <a:pt x="369" y="0"/>
                  </a:moveTo>
                  <a:cubicBezTo>
                    <a:pt x="247" y="0"/>
                    <a:pt x="126" y="5"/>
                    <a:pt x="1" y="13"/>
                  </a:cubicBezTo>
                  <a:cubicBezTo>
                    <a:pt x="126" y="30"/>
                    <a:pt x="247" y="38"/>
                    <a:pt x="369" y="38"/>
                  </a:cubicBezTo>
                  <a:cubicBezTo>
                    <a:pt x="490" y="38"/>
                    <a:pt x="611" y="30"/>
                    <a:pt x="736" y="13"/>
                  </a:cubicBezTo>
                  <a:cubicBezTo>
                    <a:pt x="611" y="5"/>
                    <a:pt x="490" y="0"/>
                    <a:pt x="3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51"/>
            <p:cNvSpPr/>
            <p:nvPr/>
          </p:nvSpPr>
          <p:spPr>
            <a:xfrm>
              <a:off x="7713823" y="1219821"/>
              <a:ext cx="53075" cy="1635"/>
            </a:xfrm>
            <a:custGeom>
              <a:avLst/>
              <a:gdLst/>
              <a:ahLst/>
              <a:cxnLst/>
              <a:rect l="l" t="t" r="r" b="b"/>
              <a:pathLst>
                <a:path w="1656" h="51" extrusionOk="0">
                  <a:moveTo>
                    <a:pt x="820" y="1"/>
                  </a:moveTo>
                  <a:cubicBezTo>
                    <a:pt x="369" y="1"/>
                    <a:pt x="1" y="17"/>
                    <a:pt x="1" y="17"/>
                  </a:cubicBezTo>
                  <a:cubicBezTo>
                    <a:pt x="1" y="34"/>
                    <a:pt x="369" y="51"/>
                    <a:pt x="820" y="51"/>
                  </a:cubicBezTo>
                  <a:cubicBezTo>
                    <a:pt x="1288" y="51"/>
                    <a:pt x="1655" y="34"/>
                    <a:pt x="1655" y="17"/>
                  </a:cubicBezTo>
                  <a:cubicBezTo>
                    <a:pt x="1655" y="17"/>
                    <a:pt x="1288" y="1"/>
                    <a:pt x="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51"/>
            <p:cNvSpPr/>
            <p:nvPr/>
          </p:nvSpPr>
          <p:spPr>
            <a:xfrm>
              <a:off x="7714913" y="1228411"/>
              <a:ext cx="52498" cy="1090"/>
            </a:xfrm>
            <a:custGeom>
              <a:avLst/>
              <a:gdLst/>
              <a:ahLst/>
              <a:cxnLst/>
              <a:rect l="l" t="t" r="r" b="b"/>
              <a:pathLst>
                <a:path w="1638" h="34" extrusionOk="0">
                  <a:moveTo>
                    <a:pt x="819" y="0"/>
                  </a:moveTo>
                  <a:cubicBezTo>
                    <a:pt x="368" y="0"/>
                    <a:pt x="0" y="0"/>
                    <a:pt x="0" y="17"/>
                  </a:cubicBezTo>
                  <a:cubicBezTo>
                    <a:pt x="0" y="33"/>
                    <a:pt x="368" y="33"/>
                    <a:pt x="819" y="33"/>
                  </a:cubicBezTo>
                  <a:cubicBezTo>
                    <a:pt x="1270" y="33"/>
                    <a:pt x="1638" y="33"/>
                    <a:pt x="1638" y="17"/>
                  </a:cubicBezTo>
                  <a:cubicBezTo>
                    <a:pt x="1638" y="0"/>
                    <a:pt x="1270" y="0"/>
                    <a:pt x="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51"/>
            <p:cNvSpPr/>
            <p:nvPr/>
          </p:nvSpPr>
          <p:spPr>
            <a:xfrm>
              <a:off x="7713823" y="1249019"/>
              <a:ext cx="23621" cy="1218"/>
            </a:xfrm>
            <a:custGeom>
              <a:avLst/>
              <a:gdLst/>
              <a:ahLst/>
              <a:cxnLst/>
              <a:rect l="l" t="t" r="r" b="b"/>
              <a:pathLst>
                <a:path w="737" h="38" extrusionOk="0">
                  <a:moveTo>
                    <a:pt x="369" y="0"/>
                  </a:moveTo>
                  <a:cubicBezTo>
                    <a:pt x="247" y="0"/>
                    <a:pt x="126" y="9"/>
                    <a:pt x="1" y="25"/>
                  </a:cubicBezTo>
                  <a:cubicBezTo>
                    <a:pt x="126" y="34"/>
                    <a:pt x="247" y="38"/>
                    <a:pt x="369" y="38"/>
                  </a:cubicBezTo>
                  <a:cubicBezTo>
                    <a:pt x="490" y="38"/>
                    <a:pt x="611" y="34"/>
                    <a:pt x="736" y="25"/>
                  </a:cubicBezTo>
                  <a:cubicBezTo>
                    <a:pt x="611" y="9"/>
                    <a:pt x="490" y="0"/>
                    <a:pt x="3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51"/>
            <p:cNvSpPr/>
            <p:nvPr/>
          </p:nvSpPr>
          <p:spPr>
            <a:xfrm>
              <a:off x="7713823" y="1263217"/>
              <a:ext cx="53075" cy="1090"/>
            </a:xfrm>
            <a:custGeom>
              <a:avLst/>
              <a:gdLst/>
              <a:ahLst/>
              <a:cxnLst/>
              <a:rect l="l" t="t" r="r" b="b"/>
              <a:pathLst>
                <a:path w="1656" h="34" extrusionOk="0">
                  <a:moveTo>
                    <a:pt x="820" y="0"/>
                  </a:moveTo>
                  <a:cubicBezTo>
                    <a:pt x="369" y="0"/>
                    <a:pt x="1" y="0"/>
                    <a:pt x="1" y="17"/>
                  </a:cubicBezTo>
                  <a:cubicBezTo>
                    <a:pt x="1" y="34"/>
                    <a:pt x="369" y="34"/>
                    <a:pt x="820" y="34"/>
                  </a:cubicBezTo>
                  <a:cubicBezTo>
                    <a:pt x="1288" y="34"/>
                    <a:pt x="1655" y="34"/>
                    <a:pt x="1655" y="17"/>
                  </a:cubicBezTo>
                  <a:cubicBezTo>
                    <a:pt x="1655" y="0"/>
                    <a:pt x="1288" y="0"/>
                    <a:pt x="8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51"/>
            <p:cNvSpPr/>
            <p:nvPr/>
          </p:nvSpPr>
          <p:spPr>
            <a:xfrm>
              <a:off x="7714913" y="1271229"/>
              <a:ext cx="52498" cy="1635"/>
            </a:xfrm>
            <a:custGeom>
              <a:avLst/>
              <a:gdLst/>
              <a:ahLst/>
              <a:cxnLst/>
              <a:rect l="l" t="t" r="r" b="b"/>
              <a:pathLst>
                <a:path w="1638" h="51" extrusionOk="0">
                  <a:moveTo>
                    <a:pt x="819" y="1"/>
                  </a:moveTo>
                  <a:cubicBezTo>
                    <a:pt x="368" y="1"/>
                    <a:pt x="0" y="17"/>
                    <a:pt x="0" y="34"/>
                  </a:cubicBezTo>
                  <a:cubicBezTo>
                    <a:pt x="0" y="34"/>
                    <a:pt x="368" y="51"/>
                    <a:pt x="819" y="51"/>
                  </a:cubicBezTo>
                  <a:cubicBezTo>
                    <a:pt x="1270" y="51"/>
                    <a:pt x="1638" y="34"/>
                    <a:pt x="1638" y="34"/>
                  </a:cubicBezTo>
                  <a:cubicBezTo>
                    <a:pt x="1638" y="17"/>
                    <a:pt x="1270" y="1"/>
                    <a:pt x="8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51"/>
            <p:cNvSpPr/>
            <p:nvPr/>
          </p:nvSpPr>
          <p:spPr>
            <a:xfrm>
              <a:off x="7718118" y="1142709"/>
              <a:ext cx="55735" cy="1122"/>
            </a:xfrm>
            <a:custGeom>
              <a:avLst/>
              <a:gdLst/>
              <a:ahLst/>
              <a:cxnLst/>
              <a:rect l="l" t="t" r="r" b="b"/>
              <a:pathLst>
                <a:path w="1739" h="35" extrusionOk="0">
                  <a:moveTo>
                    <a:pt x="870" y="1"/>
                  </a:moveTo>
                  <a:cubicBezTo>
                    <a:pt x="385" y="1"/>
                    <a:pt x="1" y="1"/>
                    <a:pt x="1" y="17"/>
                  </a:cubicBezTo>
                  <a:cubicBezTo>
                    <a:pt x="1" y="34"/>
                    <a:pt x="385" y="34"/>
                    <a:pt x="870" y="34"/>
                  </a:cubicBezTo>
                  <a:cubicBezTo>
                    <a:pt x="1354" y="34"/>
                    <a:pt x="1738" y="34"/>
                    <a:pt x="1738" y="17"/>
                  </a:cubicBezTo>
                  <a:cubicBezTo>
                    <a:pt x="1738" y="1"/>
                    <a:pt x="1354" y="1"/>
                    <a:pt x="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51"/>
            <p:cNvSpPr/>
            <p:nvPr/>
          </p:nvSpPr>
          <p:spPr>
            <a:xfrm>
              <a:off x="7718663" y="1150465"/>
              <a:ext cx="27884" cy="1667"/>
            </a:xfrm>
            <a:custGeom>
              <a:avLst/>
              <a:gdLst/>
              <a:ahLst/>
              <a:cxnLst/>
              <a:rect l="l" t="t" r="r" b="b"/>
              <a:pathLst>
                <a:path w="870" h="52" extrusionOk="0">
                  <a:moveTo>
                    <a:pt x="441" y="1"/>
                  </a:moveTo>
                  <a:cubicBezTo>
                    <a:pt x="297" y="1"/>
                    <a:pt x="151" y="9"/>
                    <a:pt x="0" y="26"/>
                  </a:cubicBezTo>
                  <a:cubicBezTo>
                    <a:pt x="151" y="43"/>
                    <a:pt x="297" y="51"/>
                    <a:pt x="441" y="51"/>
                  </a:cubicBezTo>
                  <a:cubicBezTo>
                    <a:pt x="585" y="51"/>
                    <a:pt x="727" y="43"/>
                    <a:pt x="869" y="26"/>
                  </a:cubicBezTo>
                  <a:cubicBezTo>
                    <a:pt x="727" y="9"/>
                    <a:pt x="585" y="1"/>
                    <a:pt x="4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51"/>
            <p:cNvSpPr/>
            <p:nvPr/>
          </p:nvSpPr>
          <p:spPr>
            <a:xfrm>
              <a:off x="7667799" y="1119697"/>
              <a:ext cx="35896" cy="35896"/>
            </a:xfrm>
            <a:custGeom>
              <a:avLst/>
              <a:gdLst/>
              <a:ahLst/>
              <a:cxnLst/>
              <a:rect l="l" t="t" r="r" b="b"/>
              <a:pathLst>
                <a:path w="1120" h="1120" extrusionOk="0">
                  <a:moveTo>
                    <a:pt x="38" y="14"/>
                  </a:moveTo>
                  <a:cubicBezTo>
                    <a:pt x="39" y="14"/>
                    <a:pt x="37" y="18"/>
                    <a:pt x="33" y="24"/>
                  </a:cubicBezTo>
                  <a:lnTo>
                    <a:pt x="33" y="24"/>
                  </a:lnTo>
                  <a:lnTo>
                    <a:pt x="33" y="17"/>
                  </a:lnTo>
                  <a:cubicBezTo>
                    <a:pt x="36" y="15"/>
                    <a:pt x="37" y="14"/>
                    <a:pt x="38" y="14"/>
                  </a:cubicBezTo>
                  <a:close/>
                  <a:moveTo>
                    <a:pt x="17" y="0"/>
                  </a:moveTo>
                  <a:cubicBezTo>
                    <a:pt x="17" y="0"/>
                    <a:pt x="6" y="11"/>
                    <a:pt x="0" y="17"/>
                  </a:cubicBezTo>
                  <a:lnTo>
                    <a:pt x="0" y="17"/>
                  </a:lnTo>
                  <a:lnTo>
                    <a:pt x="0" y="167"/>
                  </a:lnTo>
                  <a:lnTo>
                    <a:pt x="0" y="318"/>
                  </a:lnTo>
                  <a:lnTo>
                    <a:pt x="0" y="602"/>
                  </a:lnTo>
                  <a:cubicBezTo>
                    <a:pt x="0" y="786"/>
                    <a:pt x="0" y="953"/>
                    <a:pt x="0" y="1103"/>
                  </a:cubicBezTo>
                  <a:lnTo>
                    <a:pt x="0" y="1120"/>
                  </a:lnTo>
                  <a:lnTo>
                    <a:pt x="1036" y="1120"/>
                  </a:lnTo>
                  <a:cubicBezTo>
                    <a:pt x="1053" y="1120"/>
                    <a:pt x="1086" y="1120"/>
                    <a:pt x="1103" y="1103"/>
                  </a:cubicBezTo>
                  <a:lnTo>
                    <a:pt x="802" y="1103"/>
                  </a:lnTo>
                  <a:lnTo>
                    <a:pt x="33" y="1087"/>
                  </a:lnTo>
                  <a:lnTo>
                    <a:pt x="33" y="1087"/>
                  </a:lnTo>
                  <a:cubicBezTo>
                    <a:pt x="33" y="941"/>
                    <a:pt x="33" y="779"/>
                    <a:pt x="33" y="602"/>
                  </a:cubicBezTo>
                  <a:lnTo>
                    <a:pt x="33" y="318"/>
                  </a:lnTo>
                  <a:lnTo>
                    <a:pt x="33" y="167"/>
                  </a:lnTo>
                  <a:lnTo>
                    <a:pt x="33" y="50"/>
                  </a:lnTo>
                  <a:lnTo>
                    <a:pt x="33" y="50"/>
                  </a:lnTo>
                  <a:lnTo>
                    <a:pt x="1086" y="34"/>
                  </a:lnTo>
                  <a:lnTo>
                    <a:pt x="1086" y="34"/>
                  </a:lnTo>
                  <a:cubicBezTo>
                    <a:pt x="1086" y="344"/>
                    <a:pt x="1086" y="605"/>
                    <a:pt x="1103" y="802"/>
                  </a:cubicBezTo>
                  <a:cubicBezTo>
                    <a:pt x="1103" y="886"/>
                    <a:pt x="1103" y="969"/>
                    <a:pt x="1103" y="1036"/>
                  </a:cubicBezTo>
                  <a:cubicBezTo>
                    <a:pt x="1103" y="969"/>
                    <a:pt x="1103" y="902"/>
                    <a:pt x="1120" y="819"/>
                  </a:cubicBezTo>
                  <a:cubicBezTo>
                    <a:pt x="1120" y="618"/>
                    <a:pt x="1120" y="334"/>
                    <a:pt x="1120" y="17"/>
                  </a:cubicBezTo>
                  <a:lnTo>
                    <a:pt x="1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51"/>
            <p:cNvSpPr/>
            <p:nvPr/>
          </p:nvSpPr>
          <p:spPr>
            <a:xfrm>
              <a:off x="7676902" y="1127197"/>
              <a:ext cx="17147" cy="19102"/>
            </a:xfrm>
            <a:custGeom>
              <a:avLst/>
              <a:gdLst/>
              <a:ahLst/>
              <a:cxnLst/>
              <a:rect l="l" t="t" r="r" b="b"/>
              <a:pathLst>
                <a:path w="535" h="596" extrusionOk="0">
                  <a:moveTo>
                    <a:pt x="234" y="17"/>
                  </a:moveTo>
                  <a:cubicBezTo>
                    <a:pt x="301" y="17"/>
                    <a:pt x="351" y="34"/>
                    <a:pt x="401" y="67"/>
                  </a:cubicBezTo>
                  <a:cubicBezTo>
                    <a:pt x="468" y="134"/>
                    <a:pt x="501" y="217"/>
                    <a:pt x="501" y="318"/>
                  </a:cubicBezTo>
                  <a:cubicBezTo>
                    <a:pt x="518" y="418"/>
                    <a:pt x="451" y="535"/>
                    <a:pt x="351" y="568"/>
                  </a:cubicBezTo>
                  <a:cubicBezTo>
                    <a:pt x="332" y="571"/>
                    <a:pt x="313" y="572"/>
                    <a:pt x="294" y="572"/>
                  </a:cubicBezTo>
                  <a:cubicBezTo>
                    <a:pt x="198" y="572"/>
                    <a:pt x="109" y="535"/>
                    <a:pt x="67" y="451"/>
                  </a:cubicBezTo>
                  <a:cubicBezTo>
                    <a:pt x="17" y="368"/>
                    <a:pt x="17" y="267"/>
                    <a:pt x="50" y="184"/>
                  </a:cubicBezTo>
                  <a:cubicBezTo>
                    <a:pt x="67" y="134"/>
                    <a:pt x="100" y="84"/>
                    <a:pt x="150" y="50"/>
                  </a:cubicBezTo>
                  <a:cubicBezTo>
                    <a:pt x="158" y="43"/>
                    <a:pt x="165" y="38"/>
                    <a:pt x="171" y="33"/>
                  </a:cubicBezTo>
                  <a:lnTo>
                    <a:pt x="171" y="33"/>
                  </a:lnTo>
                  <a:cubicBezTo>
                    <a:pt x="189" y="31"/>
                    <a:pt x="219" y="17"/>
                    <a:pt x="234" y="17"/>
                  </a:cubicBezTo>
                  <a:close/>
                  <a:moveTo>
                    <a:pt x="234" y="0"/>
                  </a:moveTo>
                  <a:cubicBezTo>
                    <a:pt x="222" y="12"/>
                    <a:pt x="202" y="15"/>
                    <a:pt x="185" y="22"/>
                  </a:cubicBezTo>
                  <a:lnTo>
                    <a:pt x="185" y="22"/>
                  </a:lnTo>
                  <a:cubicBezTo>
                    <a:pt x="171" y="27"/>
                    <a:pt x="161" y="34"/>
                    <a:pt x="150" y="34"/>
                  </a:cubicBezTo>
                  <a:cubicBezTo>
                    <a:pt x="84" y="67"/>
                    <a:pt x="50" y="117"/>
                    <a:pt x="34" y="184"/>
                  </a:cubicBezTo>
                  <a:cubicBezTo>
                    <a:pt x="17" y="217"/>
                    <a:pt x="17" y="267"/>
                    <a:pt x="17" y="318"/>
                  </a:cubicBezTo>
                  <a:cubicBezTo>
                    <a:pt x="0" y="368"/>
                    <a:pt x="17" y="418"/>
                    <a:pt x="50" y="468"/>
                  </a:cubicBezTo>
                  <a:cubicBezTo>
                    <a:pt x="103" y="547"/>
                    <a:pt x="187" y="595"/>
                    <a:pt x="278" y="595"/>
                  </a:cubicBezTo>
                  <a:cubicBezTo>
                    <a:pt x="302" y="595"/>
                    <a:pt x="327" y="592"/>
                    <a:pt x="351" y="585"/>
                  </a:cubicBezTo>
                  <a:cubicBezTo>
                    <a:pt x="418" y="568"/>
                    <a:pt x="468" y="535"/>
                    <a:pt x="501" y="468"/>
                  </a:cubicBezTo>
                  <a:cubicBezTo>
                    <a:pt x="518" y="418"/>
                    <a:pt x="535" y="368"/>
                    <a:pt x="535" y="318"/>
                  </a:cubicBezTo>
                  <a:cubicBezTo>
                    <a:pt x="535" y="217"/>
                    <a:pt x="485" y="117"/>
                    <a:pt x="418" y="50"/>
                  </a:cubicBezTo>
                  <a:cubicBezTo>
                    <a:pt x="368" y="17"/>
                    <a:pt x="301" y="0"/>
                    <a:pt x="2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51"/>
            <p:cNvSpPr/>
            <p:nvPr/>
          </p:nvSpPr>
          <p:spPr>
            <a:xfrm>
              <a:off x="7692959" y="1135754"/>
              <a:ext cx="3237" cy="3654"/>
            </a:xfrm>
            <a:custGeom>
              <a:avLst/>
              <a:gdLst/>
              <a:ahLst/>
              <a:cxnLst/>
              <a:rect l="l" t="t" r="r" b="b"/>
              <a:pathLst>
                <a:path w="101" h="114" extrusionOk="0">
                  <a:moveTo>
                    <a:pt x="0" y="0"/>
                  </a:moveTo>
                  <a:cubicBezTo>
                    <a:pt x="0" y="0"/>
                    <a:pt x="50" y="17"/>
                    <a:pt x="50" y="51"/>
                  </a:cubicBezTo>
                  <a:cubicBezTo>
                    <a:pt x="50" y="84"/>
                    <a:pt x="17" y="101"/>
                    <a:pt x="17" y="101"/>
                  </a:cubicBezTo>
                  <a:cubicBezTo>
                    <a:pt x="17" y="109"/>
                    <a:pt x="17" y="113"/>
                    <a:pt x="19" y="113"/>
                  </a:cubicBezTo>
                  <a:cubicBezTo>
                    <a:pt x="21" y="113"/>
                    <a:pt x="25" y="109"/>
                    <a:pt x="34" y="101"/>
                  </a:cubicBezTo>
                  <a:cubicBezTo>
                    <a:pt x="101" y="84"/>
                    <a:pt x="84" y="17"/>
                    <a:pt x="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51"/>
            <p:cNvSpPr/>
            <p:nvPr/>
          </p:nvSpPr>
          <p:spPr>
            <a:xfrm>
              <a:off x="7675267" y="1137132"/>
              <a:ext cx="3269" cy="3461"/>
            </a:xfrm>
            <a:custGeom>
              <a:avLst/>
              <a:gdLst/>
              <a:ahLst/>
              <a:cxnLst/>
              <a:rect l="l" t="t" r="r" b="b"/>
              <a:pathLst>
                <a:path w="102" h="108" extrusionOk="0">
                  <a:moveTo>
                    <a:pt x="55" y="0"/>
                  </a:moveTo>
                  <a:cubicBezTo>
                    <a:pt x="53" y="0"/>
                    <a:pt x="51" y="2"/>
                    <a:pt x="51" y="8"/>
                  </a:cubicBezTo>
                  <a:cubicBezTo>
                    <a:pt x="1" y="41"/>
                    <a:pt x="18" y="108"/>
                    <a:pt x="85" y="108"/>
                  </a:cubicBezTo>
                  <a:lnTo>
                    <a:pt x="101" y="108"/>
                  </a:lnTo>
                  <a:cubicBezTo>
                    <a:pt x="101" y="91"/>
                    <a:pt x="51" y="108"/>
                    <a:pt x="51" y="58"/>
                  </a:cubicBezTo>
                  <a:cubicBezTo>
                    <a:pt x="34" y="24"/>
                    <a:pt x="68" y="8"/>
                    <a:pt x="68" y="8"/>
                  </a:cubicBezTo>
                  <a:cubicBezTo>
                    <a:pt x="68" y="8"/>
                    <a:pt x="60" y="0"/>
                    <a:pt x="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51"/>
            <p:cNvSpPr/>
            <p:nvPr/>
          </p:nvSpPr>
          <p:spPr>
            <a:xfrm>
              <a:off x="7682767" y="1139504"/>
              <a:ext cx="7019" cy="2788"/>
            </a:xfrm>
            <a:custGeom>
              <a:avLst/>
              <a:gdLst/>
              <a:ahLst/>
              <a:cxnLst/>
              <a:rect l="l" t="t" r="r" b="b"/>
              <a:pathLst>
                <a:path w="219" h="87" extrusionOk="0">
                  <a:moveTo>
                    <a:pt x="218" y="0"/>
                  </a:moveTo>
                  <a:lnTo>
                    <a:pt x="218" y="0"/>
                  </a:lnTo>
                  <a:cubicBezTo>
                    <a:pt x="201" y="0"/>
                    <a:pt x="168" y="51"/>
                    <a:pt x="118" y="51"/>
                  </a:cubicBezTo>
                  <a:cubicBezTo>
                    <a:pt x="68" y="51"/>
                    <a:pt x="34" y="51"/>
                    <a:pt x="1" y="34"/>
                  </a:cubicBezTo>
                  <a:lnTo>
                    <a:pt x="1" y="34"/>
                  </a:lnTo>
                  <a:cubicBezTo>
                    <a:pt x="1" y="34"/>
                    <a:pt x="27" y="87"/>
                    <a:pt x="92" y="87"/>
                  </a:cubicBezTo>
                  <a:cubicBezTo>
                    <a:pt x="100" y="87"/>
                    <a:pt x="109" y="86"/>
                    <a:pt x="118" y="84"/>
                  </a:cubicBezTo>
                  <a:cubicBezTo>
                    <a:pt x="201" y="67"/>
                    <a:pt x="218" y="0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51"/>
            <p:cNvSpPr/>
            <p:nvPr/>
          </p:nvSpPr>
          <p:spPr>
            <a:xfrm>
              <a:off x="7678504" y="1129312"/>
              <a:ext cx="12884" cy="3782"/>
            </a:xfrm>
            <a:custGeom>
              <a:avLst/>
              <a:gdLst/>
              <a:ahLst/>
              <a:cxnLst/>
              <a:rect l="l" t="t" r="r" b="b"/>
              <a:pathLst>
                <a:path w="402" h="118" extrusionOk="0">
                  <a:moveTo>
                    <a:pt x="217" y="1"/>
                  </a:moveTo>
                  <a:lnTo>
                    <a:pt x="201" y="18"/>
                  </a:lnTo>
                  <a:lnTo>
                    <a:pt x="201" y="34"/>
                  </a:lnTo>
                  <a:cubicBezTo>
                    <a:pt x="134" y="68"/>
                    <a:pt x="67" y="101"/>
                    <a:pt x="0" y="101"/>
                  </a:cubicBezTo>
                  <a:cubicBezTo>
                    <a:pt x="0" y="101"/>
                    <a:pt x="34" y="118"/>
                    <a:pt x="67" y="118"/>
                  </a:cubicBezTo>
                  <a:cubicBezTo>
                    <a:pt x="113" y="102"/>
                    <a:pt x="160" y="87"/>
                    <a:pt x="206" y="58"/>
                  </a:cubicBezTo>
                  <a:lnTo>
                    <a:pt x="206" y="58"/>
                  </a:lnTo>
                  <a:cubicBezTo>
                    <a:pt x="217" y="82"/>
                    <a:pt x="242" y="101"/>
                    <a:pt x="268" y="101"/>
                  </a:cubicBezTo>
                  <a:lnTo>
                    <a:pt x="334" y="101"/>
                  </a:lnTo>
                  <a:cubicBezTo>
                    <a:pt x="368" y="85"/>
                    <a:pt x="401" y="68"/>
                    <a:pt x="401" y="68"/>
                  </a:cubicBezTo>
                  <a:cubicBezTo>
                    <a:pt x="385" y="68"/>
                    <a:pt x="368" y="68"/>
                    <a:pt x="334" y="85"/>
                  </a:cubicBezTo>
                  <a:lnTo>
                    <a:pt x="268" y="85"/>
                  </a:lnTo>
                  <a:cubicBezTo>
                    <a:pt x="251" y="68"/>
                    <a:pt x="234" y="51"/>
                    <a:pt x="217" y="34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51"/>
            <p:cNvSpPr/>
            <p:nvPr/>
          </p:nvSpPr>
          <p:spPr>
            <a:xfrm>
              <a:off x="7673152" y="1148061"/>
              <a:ext cx="25736" cy="7532"/>
            </a:xfrm>
            <a:custGeom>
              <a:avLst/>
              <a:gdLst/>
              <a:ahLst/>
              <a:cxnLst/>
              <a:rect l="l" t="t" r="r" b="b"/>
              <a:pathLst>
                <a:path w="803" h="235" extrusionOk="0">
                  <a:moveTo>
                    <a:pt x="384" y="1"/>
                  </a:moveTo>
                  <a:cubicBezTo>
                    <a:pt x="284" y="1"/>
                    <a:pt x="167" y="51"/>
                    <a:pt x="84" y="118"/>
                  </a:cubicBezTo>
                  <a:cubicBezTo>
                    <a:pt x="50" y="151"/>
                    <a:pt x="34" y="168"/>
                    <a:pt x="17" y="201"/>
                  </a:cubicBezTo>
                  <a:cubicBezTo>
                    <a:pt x="0" y="218"/>
                    <a:pt x="0" y="235"/>
                    <a:pt x="0" y="235"/>
                  </a:cubicBezTo>
                  <a:cubicBezTo>
                    <a:pt x="34" y="201"/>
                    <a:pt x="50" y="168"/>
                    <a:pt x="84" y="134"/>
                  </a:cubicBezTo>
                  <a:cubicBezTo>
                    <a:pt x="184" y="68"/>
                    <a:pt x="284" y="34"/>
                    <a:pt x="401" y="34"/>
                  </a:cubicBezTo>
                  <a:cubicBezTo>
                    <a:pt x="418" y="31"/>
                    <a:pt x="436" y="30"/>
                    <a:pt x="454" y="30"/>
                  </a:cubicBezTo>
                  <a:cubicBezTo>
                    <a:pt x="541" y="30"/>
                    <a:pt x="633" y="62"/>
                    <a:pt x="702" y="118"/>
                  </a:cubicBezTo>
                  <a:cubicBezTo>
                    <a:pt x="735" y="151"/>
                    <a:pt x="769" y="185"/>
                    <a:pt x="785" y="218"/>
                  </a:cubicBezTo>
                  <a:cubicBezTo>
                    <a:pt x="802" y="218"/>
                    <a:pt x="785" y="218"/>
                    <a:pt x="769" y="185"/>
                  </a:cubicBezTo>
                  <a:cubicBezTo>
                    <a:pt x="752" y="168"/>
                    <a:pt x="735" y="134"/>
                    <a:pt x="719" y="118"/>
                  </a:cubicBezTo>
                  <a:cubicBezTo>
                    <a:pt x="618" y="34"/>
                    <a:pt x="501" y="1"/>
                    <a:pt x="3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51"/>
            <p:cNvSpPr/>
            <p:nvPr/>
          </p:nvSpPr>
          <p:spPr>
            <a:xfrm>
              <a:off x="7684914" y="1134696"/>
              <a:ext cx="2179" cy="4519"/>
            </a:xfrm>
            <a:custGeom>
              <a:avLst/>
              <a:gdLst/>
              <a:ahLst/>
              <a:cxnLst/>
              <a:rect l="l" t="t" r="r" b="b"/>
              <a:pathLst>
                <a:path w="68" h="141" extrusionOk="0">
                  <a:moveTo>
                    <a:pt x="17" y="0"/>
                  </a:moveTo>
                  <a:lnTo>
                    <a:pt x="17" y="0"/>
                  </a:lnTo>
                  <a:cubicBezTo>
                    <a:pt x="1" y="0"/>
                    <a:pt x="1" y="50"/>
                    <a:pt x="34" y="84"/>
                  </a:cubicBezTo>
                  <a:cubicBezTo>
                    <a:pt x="34" y="100"/>
                    <a:pt x="34" y="116"/>
                    <a:pt x="49" y="117"/>
                  </a:cubicBezTo>
                  <a:lnTo>
                    <a:pt x="49" y="117"/>
                  </a:lnTo>
                  <a:cubicBezTo>
                    <a:pt x="45" y="134"/>
                    <a:pt x="34" y="134"/>
                    <a:pt x="34" y="134"/>
                  </a:cubicBezTo>
                  <a:cubicBezTo>
                    <a:pt x="34" y="139"/>
                    <a:pt x="36" y="141"/>
                    <a:pt x="38" y="141"/>
                  </a:cubicBezTo>
                  <a:cubicBezTo>
                    <a:pt x="44" y="141"/>
                    <a:pt x="56" y="129"/>
                    <a:pt x="68" y="117"/>
                  </a:cubicBezTo>
                  <a:lnTo>
                    <a:pt x="68" y="100"/>
                  </a:lnTo>
                  <a:cubicBezTo>
                    <a:pt x="68" y="100"/>
                    <a:pt x="51" y="84"/>
                    <a:pt x="51" y="67"/>
                  </a:cubicBezTo>
                  <a:cubicBezTo>
                    <a:pt x="34" y="33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51"/>
            <p:cNvSpPr/>
            <p:nvPr/>
          </p:nvSpPr>
          <p:spPr>
            <a:xfrm>
              <a:off x="7688119" y="1135209"/>
              <a:ext cx="2724" cy="1122"/>
            </a:xfrm>
            <a:custGeom>
              <a:avLst/>
              <a:gdLst/>
              <a:ahLst/>
              <a:cxnLst/>
              <a:rect l="l" t="t" r="r" b="b"/>
              <a:pathLst>
                <a:path w="85" h="35" extrusionOk="0">
                  <a:moveTo>
                    <a:pt x="34" y="1"/>
                  </a:moveTo>
                  <a:cubicBezTo>
                    <a:pt x="1" y="1"/>
                    <a:pt x="1" y="34"/>
                    <a:pt x="18" y="34"/>
                  </a:cubicBezTo>
                  <a:cubicBezTo>
                    <a:pt x="18" y="34"/>
                    <a:pt x="34" y="34"/>
                    <a:pt x="51" y="17"/>
                  </a:cubicBezTo>
                  <a:cubicBezTo>
                    <a:pt x="51" y="17"/>
                    <a:pt x="68" y="34"/>
                    <a:pt x="85" y="34"/>
                  </a:cubicBezTo>
                  <a:cubicBezTo>
                    <a:pt x="85" y="17"/>
                    <a:pt x="68" y="1"/>
                    <a:pt x="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51"/>
            <p:cNvSpPr/>
            <p:nvPr/>
          </p:nvSpPr>
          <p:spPr>
            <a:xfrm>
              <a:off x="7680107" y="1136299"/>
              <a:ext cx="2692" cy="545"/>
            </a:xfrm>
            <a:custGeom>
              <a:avLst/>
              <a:gdLst/>
              <a:ahLst/>
              <a:cxnLst/>
              <a:rect l="l" t="t" r="r" b="b"/>
              <a:pathLst>
                <a:path w="84" h="17" extrusionOk="0">
                  <a:moveTo>
                    <a:pt x="34" y="0"/>
                  </a:moveTo>
                  <a:cubicBezTo>
                    <a:pt x="17" y="0"/>
                    <a:pt x="0" y="17"/>
                    <a:pt x="0" y="17"/>
                  </a:cubicBezTo>
                  <a:lnTo>
                    <a:pt x="67" y="17"/>
                  </a:lnTo>
                  <a:cubicBezTo>
                    <a:pt x="84" y="17"/>
                    <a:pt x="67" y="0"/>
                    <a:pt x="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51"/>
            <p:cNvSpPr/>
            <p:nvPr/>
          </p:nvSpPr>
          <p:spPr>
            <a:xfrm>
              <a:off x="7672607" y="1126844"/>
              <a:ext cx="12339" cy="24166"/>
            </a:xfrm>
            <a:custGeom>
              <a:avLst/>
              <a:gdLst/>
              <a:ahLst/>
              <a:cxnLst/>
              <a:rect l="l" t="t" r="r" b="b"/>
              <a:pathLst>
                <a:path w="385" h="754" extrusionOk="0">
                  <a:moveTo>
                    <a:pt x="286" y="0"/>
                  </a:moveTo>
                  <a:cubicBezTo>
                    <a:pt x="262" y="0"/>
                    <a:pt x="238" y="4"/>
                    <a:pt x="218" y="11"/>
                  </a:cubicBezTo>
                  <a:cubicBezTo>
                    <a:pt x="168" y="45"/>
                    <a:pt x="117" y="95"/>
                    <a:pt x="101" y="145"/>
                  </a:cubicBezTo>
                  <a:cubicBezTo>
                    <a:pt x="84" y="178"/>
                    <a:pt x="67" y="212"/>
                    <a:pt x="67" y="262"/>
                  </a:cubicBezTo>
                  <a:cubicBezTo>
                    <a:pt x="67" y="295"/>
                    <a:pt x="84" y="329"/>
                    <a:pt x="67" y="362"/>
                  </a:cubicBezTo>
                  <a:cubicBezTo>
                    <a:pt x="67" y="395"/>
                    <a:pt x="34" y="429"/>
                    <a:pt x="17" y="462"/>
                  </a:cubicBezTo>
                  <a:cubicBezTo>
                    <a:pt x="0" y="496"/>
                    <a:pt x="0" y="546"/>
                    <a:pt x="34" y="579"/>
                  </a:cubicBezTo>
                  <a:cubicBezTo>
                    <a:pt x="34" y="579"/>
                    <a:pt x="34" y="596"/>
                    <a:pt x="34" y="613"/>
                  </a:cubicBezTo>
                  <a:cubicBezTo>
                    <a:pt x="17" y="629"/>
                    <a:pt x="17" y="646"/>
                    <a:pt x="17" y="663"/>
                  </a:cubicBezTo>
                  <a:cubicBezTo>
                    <a:pt x="34" y="696"/>
                    <a:pt x="51" y="713"/>
                    <a:pt x="84" y="730"/>
                  </a:cubicBezTo>
                  <a:cubicBezTo>
                    <a:pt x="67" y="713"/>
                    <a:pt x="51" y="679"/>
                    <a:pt x="51" y="663"/>
                  </a:cubicBezTo>
                  <a:cubicBezTo>
                    <a:pt x="51" y="646"/>
                    <a:pt x="51" y="629"/>
                    <a:pt x="51" y="613"/>
                  </a:cubicBezTo>
                  <a:cubicBezTo>
                    <a:pt x="67" y="596"/>
                    <a:pt x="67" y="579"/>
                    <a:pt x="51" y="563"/>
                  </a:cubicBezTo>
                  <a:cubicBezTo>
                    <a:pt x="34" y="529"/>
                    <a:pt x="17" y="496"/>
                    <a:pt x="34" y="479"/>
                  </a:cubicBezTo>
                  <a:cubicBezTo>
                    <a:pt x="51" y="446"/>
                    <a:pt x="84" y="429"/>
                    <a:pt x="101" y="379"/>
                  </a:cubicBezTo>
                  <a:cubicBezTo>
                    <a:pt x="101" y="329"/>
                    <a:pt x="101" y="295"/>
                    <a:pt x="101" y="262"/>
                  </a:cubicBezTo>
                  <a:cubicBezTo>
                    <a:pt x="101" y="228"/>
                    <a:pt x="101" y="195"/>
                    <a:pt x="117" y="162"/>
                  </a:cubicBezTo>
                  <a:cubicBezTo>
                    <a:pt x="134" y="95"/>
                    <a:pt x="168" y="61"/>
                    <a:pt x="234" y="28"/>
                  </a:cubicBezTo>
                  <a:cubicBezTo>
                    <a:pt x="259" y="19"/>
                    <a:pt x="284" y="15"/>
                    <a:pt x="310" y="15"/>
                  </a:cubicBezTo>
                  <a:cubicBezTo>
                    <a:pt x="335" y="15"/>
                    <a:pt x="360" y="19"/>
                    <a:pt x="385" y="28"/>
                  </a:cubicBezTo>
                  <a:cubicBezTo>
                    <a:pt x="355" y="8"/>
                    <a:pt x="320" y="0"/>
                    <a:pt x="286" y="0"/>
                  </a:cubicBezTo>
                  <a:close/>
                  <a:moveTo>
                    <a:pt x="234" y="713"/>
                  </a:moveTo>
                  <a:cubicBezTo>
                    <a:pt x="218" y="713"/>
                    <a:pt x="201" y="713"/>
                    <a:pt x="201" y="730"/>
                  </a:cubicBezTo>
                  <a:cubicBezTo>
                    <a:pt x="218" y="730"/>
                    <a:pt x="218" y="713"/>
                    <a:pt x="234" y="713"/>
                  </a:cubicBezTo>
                  <a:close/>
                  <a:moveTo>
                    <a:pt x="84" y="730"/>
                  </a:moveTo>
                  <a:lnTo>
                    <a:pt x="84" y="730"/>
                  </a:lnTo>
                  <a:cubicBezTo>
                    <a:pt x="96" y="741"/>
                    <a:pt x="108" y="753"/>
                    <a:pt x="125" y="753"/>
                  </a:cubicBezTo>
                  <a:cubicBezTo>
                    <a:pt x="133" y="753"/>
                    <a:pt x="141" y="751"/>
                    <a:pt x="151" y="746"/>
                  </a:cubicBezTo>
                  <a:cubicBezTo>
                    <a:pt x="168" y="746"/>
                    <a:pt x="184" y="746"/>
                    <a:pt x="201" y="730"/>
                  </a:cubicBezTo>
                  <a:lnTo>
                    <a:pt x="201" y="730"/>
                  </a:lnTo>
                  <a:cubicBezTo>
                    <a:pt x="184" y="738"/>
                    <a:pt x="163" y="742"/>
                    <a:pt x="142" y="742"/>
                  </a:cubicBezTo>
                  <a:cubicBezTo>
                    <a:pt x="122" y="742"/>
                    <a:pt x="101" y="738"/>
                    <a:pt x="84" y="7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51"/>
            <p:cNvSpPr/>
            <p:nvPr/>
          </p:nvSpPr>
          <p:spPr>
            <a:xfrm>
              <a:off x="7684401" y="1126780"/>
              <a:ext cx="14487" cy="24230"/>
            </a:xfrm>
            <a:custGeom>
              <a:avLst/>
              <a:gdLst/>
              <a:ahLst/>
              <a:cxnLst/>
              <a:rect l="l" t="t" r="r" b="b"/>
              <a:pathLst>
                <a:path w="452" h="756" extrusionOk="0">
                  <a:moveTo>
                    <a:pt x="77" y="1"/>
                  </a:moveTo>
                  <a:cubicBezTo>
                    <a:pt x="50" y="1"/>
                    <a:pt x="25" y="5"/>
                    <a:pt x="0" y="13"/>
                  </a:cubicBezTo>
                  <a:cubicBezTo>
                    <a:pt x="50" y="13"/>
                    <a:pt x="100" y="13"/>
                    <a:pt x="150" y="30"/>
                  </a:cubicBezTo>
                  <a:cubicBezTo>
                    <a:pt x="217" y="30"/>
                    <a:pt x="251" y="80"/>
                    <a:pt x="284" y="130"/>
                  </a:cubicBezTo>
                  <a:cubicBezTo>
                    <a:pt x="301" y="197"/>
                    <a:pt x="317" y="264"/>
                    <a:pt x="351" y="331"/>
                  </a:cubicBezTo>
                  <a:cubicBezTo>
                    <a:pt x="368" y="364"/>
                    <a:pt x="401" y="397"/>
                    <a:pt x="418" y="414"/>
                  </a:cubicBezTo>
                  <a:cubicBezTo>
                    <a:pt x="434" y="448"/>
                    <a:pt x="434" y="481"/>
                    <a:pt x="418" y="514"/>
                  </a:cubicBezTo>
                  <a:cubicBezTo>
                    <a:pt x="418" y="531"/>
                    <a:pt x="418" y="548"/>
                    <a:pt x="401" y="548"/>
                  </a:cubicBezTo>
                  <a:cubicBezTo>
                    <a:pt x="401" y="565"/>
                    <a:pt x="401" y="581"/>
                    <a:pt x="401" y="598"/>
                  </a:cubicBezTo>
                  <a:cubicBezTo>
                    <a:pt x="401" y="631"/>
                    <a:pt x="401" y="648"/>
                    <a:pt x="401" y="681"/>
                  </a:cubicBezTo>
                  <a:cubicBezTo>
                    <a:pt x="401" y="715"/>
                    <a:pt x="368" y="748"/>
                    <a:pt x="334" y="748"/>
                  </a:cubicBezTo>
                  <a:cubicBezTo>
                    <a:pt x="317" y="748"/>
                    <a:pt x="301" y="732"/>
                    <a:pt x="284" y="732"/>
                  </a:cubicBezTo>
                  <a:cubicBezTo>
                    <a:pt x="301" y="748"/>
                    <a:pt x="301" y="748"/>
                    <a:pt x="317" y="748"/>
                  </a:cubicBezTo>
                  <a:cubicBezTo>
                    <a:pt x="323" y="754"/>
                    <a:pt x="330" y="756"/>
                    <a:pt x="339" y="756"/>
                  </a:cubicBezTo>
                  <a:cubicBezTo>
                    <a:pt x="355" y="756"/>
                    <a:pt x="373" y="748"/>
                    <a:pt x="384" y="748"/>
                  </a:cubicBezTo>
                  <a:cubicBezTo>
                    <a:pt x="401" y="732"/>
                    <a:pt x="418" y="715"/>
                    <a:pt x="418" y="681"/>
                  </a:cubicBezTo>
                  <a:cubicBezTo>
                    <a:pt x="434" y="665"/>
                    <a:pt x="434" y="631"/>
                    <a:pt x="418" y="598"/>
                  </a:cubicBezTo>
                  <a:cubicBezTo>
                    <a:pt x="418" y="581"/>
                    <a:pt x="434" y="548"/>
                    <a:pt x="451" y="514"/>
                  </a:cubicBezTo>
                  <a:cubicBezTo>
                    <a:pt x="451" y="481"/>
                    <a:pt x="451" y="448"/>
                    <a:pt x="434" y="414"/>
                  </a:cubicBezTo>
                  <a:cubicBezTo>
                    <a:pt x="418" y="381"/>
                    <a:pt x="384" y="347"/>
                    <a:pt x="368" y="314"/>
                  </a:cubicBezTo>
                  <a:cubicBezTo>
                    <a:pt x="334" y="264"/>
                    <a:pt x="334" y="180"/>
                    <a:pt x="301" y="113"/>
                  </a:cubicBezTo>
                  <a:cubicBezTo>
                    <a:pt x="284" y="63"/>
                    <a:pt x="217" y="13"/>
                    <a:pt x="167" y="13"/>
                  </a:cubicBezTo>
                  <a:cubicBezTo>
                    <a:pt x="134" y="5"/>
                    <a:pt x="104" y="1"/>
                    <a:pt x="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51"/>
            <p:cNvSpPr/>
            <p:nvPr/>
          </p:nvSpPr>
          <p:spPr>
            <a:xfrm>
              <a:off x="7682254" y="1145401"/>
              <a:ext cx="1090" cy="3782"/>
            </a:xfrm>
            <a:custGeom>
              <a:avLst/>
              <a:gdLst/>
              <a:ahLst/>
              <a:cxnLst/>
              <a:rect l="l" t="t" r="r" b="b"/>
              <a:pathLst>
                <a:path w="34" h="118" extrusionOk="0">
                  <a:moveTo>
                    <a:pt x="17" y="0"/>
                  </a:moveTo>
                  <a:cubicBezTo>
                    <a:pt x="17" y="0"/>
                    <a:pt x="0" y="17"/>
                    <a:pt x="17" y="50"/>
                  </a:cubicBezTo>
                  <a:cubicBezTo>
                    <a:pt x="17" y="84"/>
                    <a:pt x="17" y="117"/>
                    <a:pt x="34" y="117"/>
                  </a:cubicBezTo>
                  <a:cubicBezTo>
                    <a:pt x="34" y="117"/>
                    <a:pt x="34" y="84"/>
                    <a:pt x="34" y="50"/>
                  </a:cubicBezTo>
                  <a:cubicBezTo>
                    <a:pt x="34" y="17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51"/>
            <p:cNvSpPr/>
            <p:nvPr/>
          </p:nvSpPr>
          <p:spPr>
            <a:xfrm>
              <a:off x="7688664" y="1144856"/>
              <a:ext cx="1635" cy="3782"/>
            </a:xfrm>
            <a:custGeom>
              <a:avLst/>
              <a:gdLst/>
              <a:ahLst/>
              <a:cxnLst/>
              <a:rect l="l" t="t" r="r" b="b"/>
              <a:pathLst>
                <a:path w="51" h="118" extrusionOk="0">
                  <a:moveTo>
                    <a:pt x="34" y="1"/>
                  </a:moveTo>
                  <a:cubicBezTo>
                    <a:pt x="34" y="1"/>
                    <a:pt x="17" y="34"/>
                    <a:pt x="17" y="67"/>
                  </a:cubicBezTo>
                  <a:cubicBezTo>
                    <a:pt x="1" y="101"/>
                    <a:pt x="17" y="117"/>
                    <a:pt x="17" y="117"/>
                  </a:cubicBezTo>
                  <a:cubicBezTo>
                    <a:pt x="17" y="117"/>
                    <a:pt x="34" y="101"/>
                    <a:pt x="34" y="67"/>
                  </a:cubicBezTo>
                  <a:cubicBezTo>
                    <a:pt x="51" y="34"/>
                    <a:pt x="34" y="1"/>
                    <a:pt x="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51"/>
            <p:cNvSpPr/>
            <p:nvPr/>
          </p:nvSpPr>
          <p:spPr>
            <a:xfrm>
              <a:off x="7162788" y="1105242"/>
              <a:ext cx="135539" cy="194928"/>
            </a:xfrm>
            <a:custGeom>
              <a:avLst/>
              <a:gdLst/>
              <a:ahLst/>
              <a:cxnLst/>
              <a:rect l="l" t="t" r="r" b="b"/>
              <a:pathLst>
                <a:path w="4229" h="6082" extrusionOk="0">
                  <a:moveTo>
                    <a:pt x="1" y="0"/>
                  </a:moveTo>
                  <a:lnTo>
                    <a:pt x="1" y="6082"/>
                  </a:lnTo>
                  <a:lnTo>
                    <a:pt x="4228" y="6082"/>
                  </a:lnTo>
                  <a:lnTo>
                    <a:pt x="42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51"/>
            <p:cNvSpPr/>
            <p:nvPr/>
          </p:nvSpPr>
          <p:spPr>
            <a:xfrm>
              <a:off x="7222785" y="1164407"/>
              <a:ext cx="23044" cy="1218"/>
            </a:xfrm>
            <a:custGeom>
              <a:avLst/>
              <a:gdLst/>
              <a:ahLst/>
              <a:cxnLst/>
              <a:rect l="l" t="t" r="r" b="b"/>
              <a:pathLst>
                <a:path w="719" h="38" extrusionOk="0">
                  <a:moveTo>
                    <a:pt x="359" y="0"/>
                  </a:moveTo>
                  <a:cubicBezTo>
                    <a:pt x="238" y="0"/>
                    <a:pt x="117" y="9"/>
                    <a:pt x="0" y="25"/>
                  </a:cubicBezTo>
                  <a:cubicBezTo>
                    <a:pt x="117" y="34"/>
                    <a:pt x="238" y="38"/>
                    <a:pt x="359" y="38"/>
                  </a:cubicBezTo>
                  <a:cubicBezTo>
                    <a:pt x="481" y="38"/>
                    <a:pt x="602" y="34"/>
                    <a:pt x="719" y="25"/>
                  </a:cubicBezTo>
                  <a:cubicBezTo>
                    <a:pt x="602" y="9"/>
                    <a:pt x="481" y="0"/>
                    <a:pt x="3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51"/>
            <p:cNvSpPr/>
            <p:nvPr/>
          </p:nvSpPr>
          <p:spPr>
            <a:xfrm>
              <a:off x="7176184" y="1169214"/>
              <a:ext cx="32691" cy="1635"/>
            </a:xfrm>
            <a:custGeom>
              <a:avLst/>
              <a:gdLst/>
              <a:ahLst/>
              <a:cxnLst/>
              <a:rect l="l" t="t" r="r" b="b"/>
              <a:pathLst>
                <a:path w="1020" h="51" extrusionOk="0">
                  <a:moveTo>
                    <a:pt x="510" y="1"/>
                  </a:moveTo>
                  <a:cubicBezTo>
                    <a:pt x="339" y="1"/>
                    <a:pt x="168" y="9"/>
                    <a:pt x="1" y="26"/>
                  </a:cubicBezTo>
                  <a:cubicBezTo>
                    <a:pt x="168" y="43"/>
                    <a:pt x="339" y="51"/>
                    <a:pt x="510" y="51"/>
                  </a:cubicBezTo>
                  <a:cubicBezTo>
                    <a:pt x="681" y="51"/>
                    <a:pt x="853" y="43"/>
                    <a:pt x="1020" y="26"/>
                  </a:cubicBezTo>
                  <a:cubicBezTo>
                    <a:pt x="853" y="9"/>
                    <a:pt x="681" y="1"/>
                    <a:pt x="5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51"/>
            <p:cNvSpPr/>
            <p:nvPr/>
          </p:nvSpPr>
          <p:spPr>
            <a:xfrm>
              <a:off x="7176184" y="1177804"/>
              <a:ext cx="32691" cy="1635"/>
            </a:xfrm>
            <a:custGeom>
              <a:avLst/>
              <a:gdLst/>
              <a:ahLst/>
              <a:cxnLst/>
              <a:rect l="l" t="t" r="r" b="b"/>
              <a:pathLst>
                <a:path w="1020" h="51" extrusionOk="0">
                  <a:moveTo>
                    <a:pt x="510" y="0"/>
                  </a:moveTo>
                  <a:cubicBezTo>
                    <a:pt x="339" y="0"/>
                    <a:pt x="168" y="8"/>
                    <a:pt x="1" y="25"/>
                  </a:cubicBezTo>
                  <a:cubicBezTo>
                    <a:pt x="168" y="42"/>
                    <a:pt x="339" y="50"/>
                    <a:pt x="510" y="50"/>
                  </a:cubicBezTo>
                  <a:cubicBezTo>
                    <a:pt x="681" y="50"/>
                    <a:pt x="853" y="42"/>
                    <a:pt x="1020" y="25"/>
                  </a:cubicBezTo>
                  <a:cubicBezTo>
                    <a:pt x="853" y="8"/>
                    <a:pt x="681" y="0"/>
                    <a:pt x="5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51"/>
            <p:cNvSpPr/>
            <p:nvPr/>
          </p:nvSpPr>
          <p:spPr>
            <a:xfrm>
              <a:off x="7176184" y="1186746"/>
              <a:ext cx="32691" cy="1250"/>
            </a:xfrm>
            <a:custGeom>
              <a:avLst/>
              <a:gdLst/>
              <a:ahLst/>
              <a:cxnLst/>
              <a:rect l="l" t="t" r="r" b="b"/>
              <a:pathLst>
                <a:path w="1020" h="39" extrusionOk="0">
                  <a:moveTo>
                    <a:pt x="510" y="1"/>
                  </a:moveTo>
                  <a:cubicBezTo>
                    <a:pt x="339" y="1"/>
                    <a:pt x="168" y="5"/>
                    <a:pt x="1" y="13"/>
                  </a:cubicBezTo>
                  <a:cubicBezTo>
                    <a:pt x="168" y="30"/>
                    <a:pt x="339" y="39"/>
                    <a:pt x="510" y="39"/>
                  </a:cubicBezTo>
                  <a:cubicBezTo>
                    <a:pt x="681" y="39"/>
                    <a:pt x="853" y="30"/>
                    <a:pt x="1020" y="13"/>
                  </a:cubicBezTo>
                  <a:cubicBezTo>
                    <a:pt x="853" y="5"/>
                    <a:pt x="681" y="1"/>
                    <a:pt x="5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51"/>
            <p:cNvSpPr/>
            <p:nvPr/>
          </p:nvSpPr>
          <p:spPr>
            <a:xfrm>
              <a:off x="7176184" y="1195335"/>
              <a:ext cx="18236" cy="1218"/>
            </a:xfrm>
            <a:custGeom>
              <a:avLst/>
              <a:gdLst/>
              <a:ahLst/>
              <a:cxnLst/>
              <a:rect l="l" t="t" r="r" b="b"/>
              <a:pathLst>
                <a:path w="569" h="38" extrusionOk="0">
                  <a:moveTo>
                    <a:pt x="278" y="0"/>
                  </a:moveTo>
                  <a:cubicBezTo>
                    <a:pt x="184" y="0"/>
                    <a:pt x="92" y="4"/>
                    <a:pt x="1" y="13"/>
                  </a:cubicBezTo>
                  <a:cubicBezTo>
                    <a:pt x="92" y="30"/>
                    <a:pt x="184" y="38"/>
                    <a:pt x="278" y="38"/>
                  </a:cubicBezTo>
                  <a:cubicBezTo>
                    <a:pt x="372" y="38"/>
                    <a:pt x="468" y="30"/>
                    <a:pt x="569" y="13"/>
                  </a:cubicBezTo>
                  <a:cubicBezTo>
                    <a:pt x="468" y="4"/>
                    <a:pt x="372" y="0"/>
                    <a:pt x="2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51"/>
            <p:cNvSpPr/>
            <p:nvPr/>
          </p:nvSpPr>
          <p:spPr>
            <a:xfrm>
              <a:off x="7222785" y="1178605"/>
              <a:ext cx="52498" cy="1090"/>
            </a:xfrm>
            <a:custGeom>
              <a:avLst/>
              <a:gdLst/>
              <a:ahLst/>
              <a:cxnLst/>
              <a:rect l="l" t="t" r="r" b="b"/>
              <a:pathLst>
                <a:path w="1638" h="34" extrusionOk="0">
                  <a:moveTo>
                    <a:pt x="819" y="0"/>
                  </a:moveTo>
                  <a:cubicBezTo>
                    <a:pt x="368" y="0"/>
                    <a:pt x="0" y="0"/>
                    <a:pt x="0" y="17"/>
                  </a:cubicBezTo>
                  <a:cubicBezTo>
                    <a:pt x="0" y="34"/>
                    <a:pt x="368" y="34"/>
                    <a:pt x="819" y="34"/>
                  </a:cubicBezTo>
                  <a:cubicBezTo>
                    <a:pt x="1270" y="34"/>
                    <a:pt x="1638" y="34"/>
                    <a:pt x="1638" y="17"/>
                  </a:cubicBezTo>
                  <a:cubicBezTo>
                    <a:pt x="1638" y="0"/>
                    <a:pt x="1270" y="0"/>
                    <a:pt x="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51"/>
            <p:cNvSpPr/>
            <p:nvPr/>
          </p:nvSpPr>
          <p:spPr>
            <a:xfrm>
              <a:off x="7223298" y="1186617"/>
              <a:ext cx="53075" cy="1635"/>
            </a:xfrm>
            <a:custGeom>
              <a:avLst/>
              <a:gdLst/>
              <a:ahLst/>
              <a:cxnLst/>
              <a:rect l="l" t="t" r="r" b="b"/>
              <a:pathLst>
                <a:path w="1656" h="51" extrusionOk="0">
                  <a:moveTo>
                    <a:pt x="820" y="1"/>
                  </a:moveTo>
                  <a:cubicBezTo>
                    <a:pt x="369" y="1"/>
                    <a:pt x="1" y="17"/>
                    <a:pt x="1" y="34"/>
                  </a:cubicBezTo>
                  <a:cubicBezTo>
                    <a:pt x="1" y="34"/>
                    <a:pt x="369" y="51"/>
                    <a:pt x="820" y="51"/>
                  </a:cubicBezTo>
                  <a:cubicBezTo>
                    <a:pt x="1271" y="51"/>
                    <a:pt x="1655" y="34"/>
                    <a:pt x="1655" y="34"/>
                  </a:cubicBezTo>
                  <a:cubicBezTo>
                    <a:pt x="1655" y="17"/>
                    <a:pt x="1271" y="1"/>
                    <a:pt x="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51"/>
            <p:cNvSpPr/>
            <p:nvPr/>
          </p:nvSpPr>
          <p:spPr>
            <a:xfrm>
              <a:off x="7222785" y="1206040"/>
              <a:ext cx="23044" cy="1250"/>
            </a:xfrm>
            <a:custGeom>
              <a:avLst/>
              <a:gdLst/>
              <a:ahLst/>
              <a:cxnLst/>
              <a:rect l="l" t="t" r="r" b="b"/>
              <a:pathLst>
                <a:path w="719" h="39" extrusionOk="0">
                  <a:moveTo>
                    <a:pt x="359" y="0"/>
                  </a:moveTo>
                  <a:cubicBezTo>
                    <a:pt x="238" y="0"/>
                    <a:pt x="117" y="5"/>
                    <a:pt x="0" y="13"/>
                  </a:cubicBezTo>
                  <a:cubicBezTo>
                    <a:pt x="117" y="30"/>
                    <a:pt x="238" y="38"/>
                    <a:pt x="359" y="38"/>
                  </a:cubicBezTo>
                  <a:cubicBezTo>
                    <a:pt x="481" y="38"/>
                    <a:pt x="602" y="30"/>
                    <a:pt x="719" y="13"/>
                  </a:cubicBezTo>
                  <a:cubicBezTo>
                    <a:pt x="602" y="5"/>
                    <a:pt x="481" y="0"/>
                    <a:pt x="3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51"/>
            <p:cNvSpPr/>
            <p:nvPr/>
          </p:nvSpPr>
          <p:spPr>
            <a:xfrm>
              <a:off x="7222785" y="1219821"/>
              <a:ext cx="52498" cy="1635"/>
            </a:xfrm>
            <a:custGeom>
              <a:avLst/>
              <a:gdLst/>
              <a:ahLst/>
              <a:cxnLst/>
              <a:rect l="l" t="t" r="r" b="b"/>
              <a:pathLst>
                <a:path w="1638" h="51" extrusionOk="0">
                  <a:moveTo>
                    <a:pt x="819" y="1"/>
                  </a:moveTo>
                  <a:cubicBezTo>
                    <a:pt x="368" y="1"/>
                    <a:pt x="0" y="17"/>
                    <a:pt x="0" y="17"/>
                  </a:cubicBezTo>
                  <a:cubicBezTo>
                    <a:pt x="0" y="34"/>
                    <a:pt x="368" y="51"/>
                    <a:pt x="819" y="51"/>
                  </a:cubicBezTo>
                  <a:cubicBezTo>
                    <a:pt x="1270" y="51"/>
                    <a:pt x="1638" y="34"/>
                    <a:pt x="1638" y="17"/>
                  </a:cubicBezTo>
                  <a:cubicBezTo>
                    <a:pt x="1638" y="17"/>
                    <a:pt x="1270" y="1"/>
                    <a:pt x="8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51"/>
            <p:cNvSpPr/>
            <p:nvPr/>
          </p:nvSpPr>
          <p:spPr>
            <a:xfrm>
              <a:off x="7223298" y="1228411"/>
              <a:ext cx="53075" cy="1090"/>
            </a:xfrm>
            <a:custGeom>
              <a:avLst/>
              <a:gdLst/>
              <a:ahLst/>
              <a:cxnLst/>
              <a:rect l="l" t="t" r="r" b="b"/>
              <a:pathLst>
                <a:path w="1656" h="34" extrusionOk="0">
                  <a:moveTo>
                    <a:pt x="820" y="0"/>
                  </a:moveTo>
                  <a:cubicBezTo>
                    <a:pt x="369" y="0"/>
                    <a:pt x="1" y="0"/>
                    <a:pt x="1" y="17"/>
                  </a:cubicBezTo>
                  <a:cubicBezTo>
                    <a:pt x="1" y="33"/>
                    <a:pt x="369" y="33"/>
                    <a:pt x="820" y="33"/>
                  </a:cubicBezTo>
                  <a:cubicBezTo>
                    <a:pt x="1271" y="33"/>
                    <a:pt x="1655" y="33"/>
                    <a:pt x="1655" y="17"/>
                  </a:cubicBezTo>
                  <a:cubicBezTo>
                    <a:pt x="1655" y="0"/>
                    <a:pt x="1271" y="0"/>
                    <a:pt x="8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51"/>
            <p:cNvSpPr/>
            <p:nvPr/>
          </p:nvSpPr>
          <p:spPr>
            <a:xfrm>
              <a:off x="7222785" y="1249019"/>
              <a:ext cx="23044" cy="1218"/>
            </a:xfrm>
            <a:custGeom>
              <a:avLst/>
              <a:gdLst/>
              <a:ahLst/>
              <a:cxnLst/>
              <a:rect l="l" t="t" r="r" b="b"/>
              <a:pathLst>
                <a:path w="719" h="38" extrusionOk="0">
                  <a:moveTo>
                    <a:pt x="359" y="0"/>
                  </a:moveTo>
                  <a:cubicBezTo>
                    <a:pt x="238" y="0"/>
                    <a:pt x="117" y="9"/>
                    <a:pt x="0" y="25"/>
                  </a:cubicBezTo>
                  <a:cubicBezTo>
                    <a:pt x="117" y="34"/>
                    <a:pt x="238" y="38"/>
                    <a:pt x="359" y="38"/>
                  </a:cubicBezTo>
                  <a:cubicBezTo>
                    <a:pt x="481" y="38"/>
                    <a:pt x="602" y="34"/>
                    <a:pt x="719" y="25"/>
                  </a:cubicBezTo>
                  <a:cubicBezTo>
                    <a:pt x="602" y="9"/>
                    <a:pt x="481" y="0"/>
                    <a:pt x="3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51"/>
            <p:cNvSpPr/>
            <p:nvPr/>
          </p:nvSpPr>
          <p:spPr>
            <a:xfrm>
              <a:off x="7222785" y="1263217"/>
              <a:ext cx="52498" cy="1090"/>
            </a:xfrm>
            <a:custGeom>
              <a:avLst/>
              <a:gdLst/>
              <a:ahLst/>
              <a:cxnLst/>
              <a:rect l="l" t="t" r="r" b="b"/>
              <a:pathLst>
                <a:path w="1638" h="34" extrusionOk="0">
                  <a:moveTo>
                    <a:pt x="819" y="0"/>
                  </a:moveTo>
                  <a:cubicBezTo>
                    <a:pt x="368" y="0"/>
                    <a:pt x="0" y="0"/>
                    <a:pt x="0" y="17"/>
                  </a:cubicBezTo>
                  <a:cubicBezTo>
                    <a:pt x="0" y="34"/>
                    <a:pt x="368" y="34"/>
                    <a:pt x="819" y="34"/>
                  </a:cubicBezTo>
                  <a:cubicBezTo>
                    <a:pt x="1270" y="34"/>
                    <a:pt x="1638" y="34"/>
                    <a:pt x="1638" y="17"/>
                  </a:cubicBezTo>
                  <a:cubicBezTo>
                    <a:pt x="1638" y="0"/>
                    <a:pt x="1270" y="0"/>
                    <a:pt x="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51"/>
            <p:cNvSpPr/>
            <p:nvPr/>
          </p:nvSpPr>
          <p:spPr>
            <a:xfrm>
              <a:off x="7223298" y="1271229"/>
              <a:ext cx="53075" cy="1635"/>
            </a:xfrm>
            <a:custGeom>
              <a:avLst/>
              <a:gdLst/>
              <a:ahLst/>
              <a:cxnLst/>
              <a:rect l="l" t="t" r="r" b="b"/>
              <a:pathLst>
                <a:path w="1656" h="51" extrusionOk="0">
                  <a:moveTo>
                    <a:pt x="820" y="1"/>
                  </a:moveTo>
                  <a:cubicBezTo>
                    <a:pt x="369" y="1"/>
                    <a:pt x="1" y="17"/>
                    <a:pt x="1" y="34"/>
                  </a:cubicBezTo>
                  <a:cubicBezTo>
                    <a:pt x="1" y="34"/>
                    <a:pt x="369" y="51"/>
                    <a:pt x="820" y="51"/>
                  </a:cubicBezTo>
                  <a:cubicBezTo>
                    <a:pt x="1271" y="51"/>
                    <a:pt x="1655" y="34"/>
                    <a:pt x="1655" y="34"/>
                  </a:cubicBezTo>
                  <a:cubicBezTo>
                    <a:pt x="1655" y="17"/>
                    <a:pt x="1271" y="1"/>
                    <a:pt x="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51"/>
            <p:cNvSpPr/>
            <p:nvPr/>
          </p:nvSpPr>
          <p:spPr>
            <a:xfrm>
              <a:off x="7227048" y="1142709"/>
              <a:ext cx="55735" cy="1122"/>
            </a:xfrm>
            <a:custGeom>
              <a:avLst/>
              <a:gdLst/>
              <a:ahLst/>
              <a:cxnLst/>
              <a:rect l="l" t="t" r="r" b="b"/>
              <a:pathLst>
                <a:path w="1739" h="35" extrusionOk="0">
                  <a:moveTo>
                    <a:pt x="870" y="1"/>
                  </a:moveTo>
                  <a:cubicBezTo>
                    <a:pt x="385" y="1"/>
                    <a:pt x="1" y="1"/>
                    <a:pt x="1" y="17"/>
                  </a:cubicBezTo>
                  <a:cubicBezTo>
                    <a:pt x="1" y="34"/>
                    <a:pt x="385" y="34"/>
                    <a:pt x="870" y="34"/>
                  </a:cubicBezTo>
                  <a:cubicBezTo>
                    <a:pt x="1338" y="34"/>
                    <a:pt x="1739" y="34"/>
                    <a:pt x="1739" y="17"/>
                  </a:cubicBezTo>
                  <a:cubicBezTo>
                    <a:pt x="1739" y="1"/>
                    <a:pt x="1338" y="1"/>
                    <a:pt x="8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51"/>
            <p:cNvSpPr/>
            <p:nvPr/>
          </p:nvSpPr>
          <p:spPr>
            <a:xfrm>
              <a:off x="7227593" y="1150465"/>
              <a:ext cx="27884" cy="1667"/>
            </a:xfrm>
            <a:custGeom>
              <a:avLst/>
              <a:gdLst/>
              <a:ahLst/>
              <a:cxnLst/>
              <a:rect l="l" t="t" r="r" b="b"/>
              <a:pathLst>
                <a:path w="870" h="52" extrusionOk="0">
                  <a:moveTo>
                    <a:pt x="429" y="1"/>
                  </a:moveTo>
                  <a:cubicBezTo>
                    <a:pt x="285" y="1"/>
                    <a:pt x="143" y="9"/>
                    <a:pt x="1" y="26"/>
                  </a:cubicBezTo>
                  <a:cubicBezTo>
                    <a:pt x="143" y="43"/>
                    <a:pt x="285" y="51"/>
                    <a:pt x="429" y="51"/>
                  </a:cubicBezTo>
                  <a:cubicBezTo>
                    <a:pt x="573" y="51"/>
                    <a:pt x="719" y="43"/>
                    <a:pt x="869" y="26"/>
                  </a:cubicBezTo>
                  <a:cubicBezTo>
                    <a:pt x="719" y="9"/>
                    <a:pt x="573" y="1"/>
                    <a:pt x="4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51"/>
            <p:cNvSpPr/>
            <p:nvPr/>
          </p:nvSpPr>
          <p:spPr>
            <a:xfrm>
              <a:off x="7175511" y="1119697"/>
              <a:ext cx="36056" cy="35896"/>
            </a:xfrm>
            <a:custGeom>
              <a:avLst/>
              <a:gdLst/>
              <a:ahLst/>
              <a:cxnLst/>
              <a:rect l="l" t="t" r="r" b="b"/>
              <a:pathLst>
                <a:path w="1125" h="1120" extrusionOk="0">
                  <a:moveTo>
                    <a:pt x="22" y="0"/>
                  </a:moveTo>
                  <a:cubicBezTo>
                    <a:pt x="33" y="0"/>
                    <a:pt x="13" y="16"/>
                    <a:pt x="5" y="20"/>
                  </a:cubicBezTo>
                  <a:lnTo>
                    <a:pt x="5" y="20"/>
                  </a:lnTo>
                  <a:lnTo>
                    <a:pt x="5" y="17"/>
                  </a:lnTo>
                  <a:cubicBezTo>
                    <a:pt x="2" y="20"/>
                    <a:pt x="1" y="22"/>
                    <a:pt x="2" y="22"/>
                  </a:cubicBezTo>
                  <a:cubicBezTo>
                    <a:pt x="2" y="22"/>
                    <a:pt x="3" y="21"/>
                    <a:pt x="5" y="20"/>
                  </a:cubicBezTo>
                  <a:lnTo>
                    <a:pt x="5" y="20"/>
                  </a:lnTo>
                  <a:lnTo>
                    <a:pt x="5" y="167"/>
                  </a:lnTo>
                  <a:lnTo>
                    <a:pt x="5" y="318"/>
                  </a:lnTo>
                  <a:lnTo>
                    <a:pt x="5" y="585"/>
                  </a:lnTo>
                  <a:cubicBezTo>
                    <a:pt x="5" y="769"/>
                    <a:pt x="5" y="953"/>
                    <a:pt x="5" y="1103"/>
                  </a:cubicBezTo>
                  <a:lnTo>
                    <a:pt x="5" y="1120"/>
                  </a:lnTo>
                  <a:lnTo>
                    <a:pt x="824" y="1120"/>
                  </a:lnTo>
                  <a:lnTo>
                    <a:pt x="1041" y="1103"/>
                  </a:lnTo>
                  <a:lnTo>
                    <a:pt x="807" y="1103"/>
                  </a:lnTo>
                  <a:lnTo>
                    <a:pt x="38" y="1087"/>
                  </a:lnTo>
                  <a:lnTo>
                    <a:pt x="38" y="1087"/>
                  </a:lnTo>
                  <a:cubicBezTo>
                    <a:pt x="38" y="939"/>
                    <a:pt x="38" y="762"/>
                    <a:pt x="38" y="585"/>
                  </a:cubicBezTo>
                  <a:lnTo>
                    <a:pt x="38" y="318"/>
                  </a:lnTo>
                  <a:lnTo>
                    <a:pt x="38" y="167"/>
                  </a:lnTo>
                  <a:lnTo>
                    <a:pt x="38" y="34"/>
                  </a:lnTo>
                  <a:lnTo>
                    <a:pt x="1091" y="34"/>
                  </a:lnTo>
                  <a:cubicBezTo>
                    <a:pt x="1092" y="344"/>
                    <a:pt x="1108" y="605"/>
                    <a:pt x="1108" y="802"/>
                  </a:cubicBezTo>
                  <a:cubicBezTo>
                    <a:pt x="1108" y="886"/>
                    <a:pt x="1108" y="953"/>
                    <a:pt x="1108" y="1019"/>
                  </a:cubicBezTo>
                  <a:cubicBezTo>
                    <a:pt x="1108" y="1053"/>
                    <a:pt x="1108" y="1070"/>
                    <a:pt x="1108" y="1103"/>
                  </a:cubicBezTo>
                  <a:cubicBezTo>
                    <a:pt x="1108" y="1086"/>
                    <a:pt x="1124" y="1053"/>
                    <a:pt x="1124" y="1036"/>
                  </a:cubicBezTo>
                  <a:cubicBezTo>
                    <a:pt x="1124" y="969"/>
                    <a:pt x="1124" y="902"/>
                    <a:pt x="1124" y="802"/>
                  </a:cubicBezTo>
                  <a:cubicBezTo>
                    <a:pt x="1124" y="602"/>
                    <a:pt x="1124" y="334"/>
                    <a:pt x="1124" y="17"/>
                  </a:cubicBezTo>
                  <a:lnTo>
                    <a:pt x="11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51"/>
            <p:cNvSpPr/>
            <p:nvPr/>
          </p:nvSpPr>
          <p:spPr>
            <a:xfrm>
              <a:off x="7185287" y="1127036"/>
              <a:ext cx="16634" cy="19262"/>
            </a:xfrm>
            <a:custGeom>
              <a:avLst/>
              <a:gdLst/>
              <a:ahLst/>
              <a:cxnLst/>
              <a:rect l="l" t="t" r="r" b="b"/>
              <a:pathLst>
                <a:path w="519" h="601" extrusionOk="0">
                  <a:moveTo>
                    <a:pt x="255" y="1"/>
                  </a:moveTo>
                  <a:cubicBezTo>
                    <a:pt x="242" y="1"/>
                    <a:pt x="230" y="2"/>
                    <a:pt x="218" y="5"/>
                  </a:cubicBezTo>
                  <a:cubicBezTo>
                    <a:pt x="207" y="5"/>
                    <a:pt x="196" y="12"/>
                    <a:pt x="185" y="22"/>
                  </a:cubicBezTo>
                  <a:lnTo>
                    <a:pt x="185" y="22"/>
                  </a:lnTo>
                  <a:cubicBezTo>
                    <a:pt x="162" y="22"/>
                    <a:pt x="148" y="25"/>
                    <a:pt x="134" y="39"/>
                  </a:cubicBezTo>
                  <a:cubicBezTo>
                    <a:pt x="152" y="30"/>
                    <a:pt x="171" y="25"/>
                    <a:pt x="183" y="23"/>
                  </a:cubicBezTo>
                  <a:lnTo>
                    <a:pt x="183" y="23"/>
                  </a:lnTo>
                  <a:cubicBezTo>
                    <a:pt x="178" y="28"/>
                    <a:pt x="173" y="33"/>
                    <a:pt x="168" y="39"/>
                  </a:cubicBezTo>
                  <a:cubicBezTo>
                    <a:pt x="184" y="22"/>
                    <a:pt x="201" y="22"/>
                    <a:pt x="218" y="22"/>
                  </a:cubicBezTo>
                  <a:cubicBezTo>
                    <a:pt x="230" y="19"/>
                    <a:pt x="242" y="17"/>
                    <a:pt x="255" y="17"/>
                  </a:cubicBezTo>
                  <a:cubicBezTo>
                    <a:pt x="309" y="17"/>
                    <a:pt x="361" y="45"/>
                    <a:pt x="402" y="72"/>
                  </a:cubicBezTo>
                  <a:cubicBezTo>
                    <a:pt x="468" y="139"/>
                    <a:pt x="502" y="222"/>
                    <a:pt x="502" y="306"/>
                  </a:cubicBezTo>
                  <a:cubicBezTo>
                    <a:pt x="502" y="423"/>
                    <a:pt x="435" y="523"/>
                    <a:pt x="335" y="557"/>
                  </a:cubicBezTo>
                  <a:cubicBezTo>
                    <a:pt x="313" y="564"/>
                    <a:pt x="291" y="567"/>
                    <a:pt x="269" y="567"/>
                  </a:cubicBezTo>
                  <a:cubicBezTo>
                    <a:pt x="187" y="567"/>
                    <a:pt x="103" y="522"/>
                    <a:pt x="51" y="456"/>
                  </a:cubicBezTo>
                  <a:cubicBezTo>
                    <a:pt x="17" y="373"/>
                    <a:pt x="1" y="272"/>
                    <a:pt x="34" y="189"/>
                  </a:cubicBezTo>
                  <a:cubicBezTo>
                    <a:pt x="51" y="122"/>
                    <a:pt x="84" y="72"/>
                    <a:pt x="134" y="39"/>
                  </a:cubicBezTo>
                  <a:lnTo>
                    <a:pt x="134" y="39"/>
                  </a:lnTo>
                  <a:cubicBezTo>
                    <a:pt x="84" y="72"/>
                    <a:pt x="34" y="122"/>
                    <a:pt x="17" y="189"/>
                  </a:cubicBezTo>
                  <a:cubicBezTo>
                    <a:pt x="1" y="222"/>
                    <a:pt x="1" y="272"/>
                    <a:pt x="1" y="306"/>
                  </a:cubicBezTo>
                  <a:cubicBezTo>
                    <a:pt x="1" y="356"/>
                    <a:pt x="17" y="423"/>
                    <a:pt x="34" y="456"/>
                  </a:cubicBezTo>
                  <a:cubicBezTo>
                    <a:pt x="87" y="549"/>
                    <a:pt x="172" y="600"/>
                    <a:pt x="272" y="600"/>
                  </a:cubicBezTo>
                  <a:cubicBezTo>
                    <a:pt x="298" y="600"/>
                    <a:pt x="324" y="597"/>
                    <a:pt x="352" y="590"/>
                  </a:cubicBezTo>
                  <a:cubicBezTo>
                    <a:pt x="402" y="573"/>
                    <a:pt x="452" y="523"/>
                    <a:pt x="485" y="473"/>
                  </a:cubicBezTo>
                  <a:cubicBezTo>
                    <a:pt x="502" y="423"/>
                    <a:pt x="519" y="373"/>
                    <a:pt x="519" y="306"/>
                  </a:cubicBezTo>
                  <a:cubicBezTo>
                    <a:pt x="519" y="206"/>
                    <a:pt x="485" y="122"/>
                    <a:pt x="402" y="55"/>
                  </a:cubicBezTo>
                  <a:cubicBezTo>
                    <a:pt x="361" y="28"/>
                    <a:pt x="309" y="1"/>
                    <a:pt x="2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51"/>
            <p:cNvSpPr/>
            <p:nvPr/>
          </p:nvSpPr>
          <p:spPr>
            <a:xfrm>
              <a:off x="7200831" y="1135209"/>
              <a:ext cx="3237" cy="3782"/>
            </a:xfrm>
            <a:custGeom>
              <a:avLst/>
              <a:gdLst/>
              <a:ahLst/>
              <a:cxnLst/>
              <a:rect l="l" t="t" r="r" b="b"/>
              <a:pathLst>
                <a:path w="101" h="118" extrusionOk="0">
                  <a:moveTo>
                    <a:pt x="34" y="1"/>
                  </a:moveTo>
                  <a:cubicBezTo>
                    <a:pt x="17" y="1"/>
                    <a:pt x="0" y="1"/>
                    <a:pt x="0" y="17"/>
                  </a:cubicBezTo>
                  <a:cubicBezTo>
                    <a:pt x="0" y="17"/>
                    <a:pt x="50" y="17"/>
                    <a:pt x="50" y="68"/>
                  </a:cubicBezTo>
                  <a:cubicBezTo>
                    <a:pt x="50" y="101"/>
                    <a:pt x="17" y="118"/>
                    <a:pt x="17" y="118"/>
                  </a:cubicBezTo>
                  <a:lnTo>
                    <a:pt x="50" y="118"/>
                  </a:lnTo>
                  <a:cubicBezTo>
                    <a:pt x="100" y="101"/>
                    <a:pt x="84" y="17"/>
                    <a:pt x="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51"/>
            <p:cNvSpPr/>
            <p:nvPr/>
          </p:nvSpPr>
          <p:spPr>
            <a:xfrm>
              <a:off x="7183139" y="1136812"/>
              <a:ext cx="3269" cy="3782"/>
            </a:xfrm>
            <a:custGeom>
              <a:avLst/>
              <a:gdLst/>
              <a:ahLst/>
              <a:cxnLst/>
              <a:rect l="l" t="t" r="r" b="b"/>
              <a:pathLst>
                <a:path w="102" h="118" extrusionOk="0">
                  <a:moveTo>
                    <a:pt x="84" y="1"/>
                  </a:moveTo>
                  <a:cubicBezTo>
                    <a:pt x="68" y="1"/>
                    <a:pt x="68" y="1"/>
                    <a:pt x="51" y="18"/>
                  </a:cubicBezTo>
                  <a:cubicBezTo>
                    <a:pt x="1" y="51"/>
                    <a:pt x="34" y="118"/>
                    <a:pt x="84" y="118"/>
                  </a:cubicBezTo>
                  <a:cubicBezTo>
                    <a:pt x="101" y="118"/>
                    <a:pt x="101" y="118"/>
                    <a:pt x="101" y="101"/>
                  </a:cubicBezTo>
                  <a:cubicBezTo>
                    <a:pt x="101" y="101"/>
                    <a:pt x="68" y="101"/>
                    <a:pt x="51" y="68"/>
                  </a:cubicBezTo>
                  <a:cubicBezTo>
                    <a:pt x="51" y="34"/>
                    <a:pt x="84" y="18"/>
                    <a:pt x="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51"/>
            <p:cNvSpPr/>
            <p:nvPr/>
          </p:nvSpPr>
          <p:spPr>
            <a:xfrm>
              <a:off x="7190639" y="1139504"/>
              <a:ext cx="6987" cy="2692"/>
            </a:xfrm>
            <a:custGeom>
              <a:avLst/>
              <a:gdLst/>
              <a:ahLst/>
              <a:cxnLst/>
              <a:rect l="l" t="t" r="r" b="b"/>
              <a:pathLst>
                <a:path w="218" h="84" extrusionOk="0">
                  <a:moveTo>
                    <a:pt x="218" y="0"/>
                  </a:moveTo>
                  <a:lnTo>
                    <a:pt x="218" y="0"/>
                  </a:lnTo>
                  <a:cubicBezTo>
                    <a:pt x="218" y="1"/>
                    <a:pt x="184" y="51"/>
                    <a:pt x="118" y="51"/>
                  </a:cubicBezTo>
                  <a:cubicBezTo>
                    <a:pt x="84" y="51"/>
                    <a:pt x="34" y="34"/>
                    <a:pt x="1" y="17"/>
                  </a:cubicBezTo>
                  <a:lnTo>
                    <a:pt x="1" y="17"/>
                  </a:lnTo>
                  <a:cubicBezTo>
                    <a:pt x="1" y="17"/>
                    <a:pt x="34" y="84"/>
                    <a:pt x="118" y="84"/>
                  </a:cubicBezTo>
                  <a:cubicBezTo>
                    <a:pt x="201" y="67"/>
                    <a:pt x="218" y="1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51"/>
            <p:cNvSpPr/>
            <p:nvPr/>
          </p:nvSpPr>
          <p:spPr>
            <a:xfrm>
              <a:off x="7186376" y="1129312"/>
              <a:ext cx="12884" cy="3493"/>
            </a:xfrm>
            <a:custGeom>
              <a:avLst/>
              <a:gdLst/>
              <a:ahLst/>
              <a:cxnLst/>
              <a:rect l="l" t="t" r="r" b="b"/>
              <a:pathLst>
                <a:path w="402" h="109" extrusionOk="0">
                  <a:moveTo>
                    <a:pt x="217" y="1"/>
                  </a:moveTo>
                  <a:lnTo>
                    <a:pt x="201" y="18"/>
                  </a:lnTo>
                  <a:cubicBezTo>
                    <a:pt x="150" y="68"/>
                    <a:pt x="84" y="101"/>
                    <a:pt x="0" y="101"/>
                  </a:cubicBezTo>
                  <a:cubicBezTo>
                    <a:pt x="0" y="101"/>
                    <a:pt x="15" y="109"/>
                    <a:pt x="35" y="109"/>
                  </a:cubicBezTo>
                  <a:cubicBezTo>
                    <a:pt x="45" y="109"/>
                    <a:pt x="56" y="107"/>
                    <a:pt x="67" y="101"/>
                  </a:cubicBezTo>
                  <a:cubicBezTo>
                    <a:pt x="125" y="101"/>
                    <a:pt x="171" y="88"/>
                    <a:pt x="204" y="52"/>
                  </a:cubicBezTo>
                  <a:lnTo>
                    <a:pt x="204" y="52"/>
                  </a:lnTo>
                  <a:cubicBezTo>
                    <a:pt x="213" y="74"/>
                    <a:pt x="240" y="88"/>
                    <a:pt x="267" y="101"/>
                  </a:cubicBezTo>
                  <a:cubicBezTo>
                    <a:pt x="301" y="101"/>
                    <a:pt x="318" y="101"/>
                    <a:pt x="334" y="85"/>
                  </a:cubicBezTo>
                  <a:cubicBezTo>
                    <a:pt x="384" y="68"/>
                    <a:pt x="401" y="68"/>
                    <a:pt x="401" y="51"/>
                  </a:cubicBezTo>
                  <a:lnTo>
                    <a:pt x="401" y="51"/>
                  </a:lnTo>
                  <a:cubicBezTo>
                    <a:pt x="401" y="51"/>
                    <a:pt x="368" y="68"/>
                    <a:pt x="334" y="68"/>
                  </a:cubicBezTo>
                  <a:cubicBezTo>
                    <a:pt x="326" y="76"/>
                    <a:pt x="318" y="80"/>
                    <a:pt x="307" y="80"/>
                  </a:cubicBezTo>
                  <a:cubicBezTo>
                    <a:pt x="297" y="80"/>
                    <a:pt x="284" y="76"/>
                    <a:pt x="267" y="68"/>
                  </a:cubicBezTo>
                  <a:cubicBezTo>
                    <a:pt x="251" y="68"/>
                    <a:pt x="234" y="51"/>
                    <a:pt x="234" y="18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51"/>
            <p:cNvSpPr/>
            <p:nvPr/>
          </p:nvSpPr>
          <p:spPr>
            <a:xfrm>
              <a:off x="7180992" y="1147965"/>
              <a:ext cx="25736" cy="7628"/>
            </a:xfrm>
            <a:custGeom>
              <a:avLst/>
              <a:gdLst/>
              <a:ahLst/>
              <a:cxnLst/>
              <a:rect l="l" t="t" r="r" b="b"/>
              <a:pathLst>
                <a:path w="803" h="238" extrusionOk="0">
                  <a:moveTo>
                    <a:pt x="448" y="1"/>
                  </a:moveTo>
                  <a:cubicBezTo>
                    <a:pt x="433" y="1"/>
                    <a:pt x="417" y="2"/>
                    <a:pt x="402" y="4"/>
                  </a:cubicBezTo>
                  <a:cubicBezTo>
                    <a:pt x="285" y="4"/>
                    <a:pt x="168" y="37"/>
                    <a:pt x="85" y="121"/>
                  </a:cubicBezTo>
                  <a:cubicBezTo>
                    <a:pt x="51" y="137"/>
                    <a:pt x="34" y="171"/>
                    <a:pt x="18" y="204"/>
                  </a:cubicBezTo>
                  <a:cubicBezTo>
                    <a:pt x="18" y="204"/>
                    <a:pt x="1" y="221"/>
                    <a:pt x="1" y="238"/>
                  </a:cubicBezTo>
                  <a:cubicBezTo>
                    <a:pt x="34" y="204"/>
                    <a:pt x="68" y="171"/>
                    <a:pt x="101" y="137"/>
                  </a:cubicBezTo>
                  <a:cubicBezTo>
                    <a:pt x="185" y="71"/>
                    <a:pt x="285" y="20"/>
                    <a:pt x="402" y="20"/>
                  </a:cubicBezTo>
                  <a:cubicBezTo>
                    <a:pt x="502" y="20"/>
                    <a:pt x="619" y="54"/>
                    <a:pt x="703" y="121"/>
                  </a:cubicBezTo>
                  <a:cubicBezTo>
                    <a:pt x="736" y="154"/>
                    <a:pt x="770" y="188"/>
                    <a:pt x="803" y="221"/>
                  </a:cubicBezTo>
                  <a:cubicBezTo>
                    <a:pt x="803" y="204"/>
                    <a:pt x="786" y="204"/>
                    <a:pt x="786" y="188"/>
                  </a:cubicBezTo>
                  <a:cubicBezTo>
                    <a:pt x="770" y="154"/>
                    <a:pt x="736" y="137"/>
                    <a:pt x="719" y="104"/>
                  </a:cubicBezTo>
                  <a:cubicBezTo>
                    <a:pt x="647" y="46"/>
                    <a:pt x="549" y="1"/>
                    <a:pt x="4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51"/>
            <p:cNvSpPr/>
            <p:nvPr/>
          </p:nvSpPr>
          <p:spPr>
            <a:xfrm>
              <a:off x="7192786" y="1134696"/>
              <a:ext cx="2724" cy="4295"/>
            </a:xfrm>
            <a:custGeom>
              <a:avLst/>
              <a:gdLst/>
              <a:ahLst/>
              <a:cxnLst/>
              <a:rect l="l" t="t" r="r" b="b"/>
              <a:pathLst>
                <a:path w="85" h="134" extrusionOk="0">
                  <a:moveTo>
                    <a:pt x="17" y="0"/>
                  </a:moveTo>
                  <a:cubicBezTo>
                    <a:pt x="17" y="0"/>
                    <a:pt x="1" y="33"/>
                    <a:pt x="34" y="84"/>
                  </a:cubicBezTo>
                  <a:cubicBezTo>
                    <a:pt x="34" y="97"/>
                    <a:pt x="45" y="100"/>
                    <a:pt x="49" y="109"/>
                  </a:cubicBezTo>
                  <a:lnTo>
                    <a:pt x="49" y="109"/>
                  </a:lnTo>
                  <a:cubicBezTo>
                    <a:pt x="45" y="123"/>
                    <a:pt x="34" y="134"/>
                    <a:pt x="34" y="134"/>
                  </a:cubicBezTo>
                  <a:cubicBezTo>
                    <a:pt x="34" y="134"/>
                    <a:pt x="51" y="134"/>
                    <a:pt x="84" y="117"/>
                  </a:cubicBezTo>
                  <a:lnTo>
                    <a:pt x="84" y="100"/>
                  </a:lnTo>
                  <a:lnTo>
                    <a:pt x="67" y="100"/>
                  </a:lnTo>
                  <a:cubicBezTo>
                    <a:pt x="67" y="84"/>
                    <a:pt x="67" y="84"/>
                    <a:pt x="51" y="67"/>
                  </a:cubicBezTo>
                  <a:cubicBezTo>
                    <a:pt x="34" y="33"/>
                    <a:pt x="34" y="0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51"/>
            <p:cNvSpPr/>
            <p:nvPr/>
          </p:nvSpPr>
          <p:spPr>
            <a:xfrm>
              <a:off x="7195991" y="1135081"/>
              <a:ext cx="2724" cy="1250"/>
            </a:xfrm>
            <a:custGeom>
              <a:avLst/>
              <a:gdLst/>
              <a:ahLst/>
              <a:cxnLst/>
              <a:rect l="l" t="t" r="r" b="b"/>
              <a:pathLst>
                <a:path w="85" h="39" extrusionOk="0">
                  <a:moveTo>
                    <a:pt x="67" y="0"/>
                  </a:moveTo>
                  <a:cubicBezTo>
                    <a:pt x="63" y="0"/>
                    <a:pt x="58" y="1"/>
                    <a:pt x="51" y="5"/>
                  </a:cubicBezTo>
                  <a:cubicBezTo>
                    <a:pt x="18" y="5"/>
                    <a:pt x="1" y="38"/>
                    <a:pt x="18" y="38"/>
                  </a:cubicBezTo>
                  <a:cubicBezTo>
                    <a:pt x="18" y="38"/>
                    <a:pt x="34" y="21"/>
                    <a:pt x="51" y="21"/>
                  </a:cubicBezTo>
                  <a:lnTo>
                    <a:pt x="84" y="21"/>
                  </a:lnTo>
                  <a:cubicBezTo>
                    <a:pt x="84" y="21"/>
                    <a:pt x="84" y="0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51"/>
            <p:cNvSpPr/>
            <p:nvPr/>
          </p:nvSpPr>
          <p:spPr>
            <a:xfrm>
              <a:off x="7187979" y="1135754"/>
              <a:ext cx="2692" cy="1090"/>
            </a:xfrm>
            <a:custGeom>
              <a:avLst/>
              <a:gdLst/>
              <a:ahLst/>
              <a:cxnLst/>
              <a:rect l="l" t="t" r="r" b="b"/>
              <a:pathLst>
                <a:path w="84" h="34" extrusionOk="0">
                  <a:moveTo>
                    <a:pt x="50" y="0"/>
                  </a:moveTo>
                  <a:cubicBezTo>
                    <a:pt x="17" y="0"/>
                    <a:pt x="0" y="17"/>
                    <a:pt x="0" y="34"/>
                  </a:cubicBezTo>
                  <a:lnTo>
                    <a:pt x="84" y="34"/>
                  </a:lnTo>
                  <a:cubicBezTo>
                    <a:pt x="84" y="17"/>
                    <a:pt x="67" y="0"/>
                    <a:pt x="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51"/>
            <p:cNvSpPr/>
            <p:nvPr/>
          </p:nvSpPr>
          <p:spPr>
            <a:xfrm>
              <a:off x="7190639" y="1144856"/>
              <a:ext cx="1122" cy="4327"/>
            </a:xfrm>
            <a:custGeom>
              <a:avLst/>
              <a:gdLst/>
              <a:ahLst/>
              <a:cxnLst/>
              <a:rect l="l" t="t" r="r" b="b"/>
              <a:pathLst>
                <a:path w="35" h="135" extrusionOk="0">
                  <a:moveTo>
                    <a:pt x="1" y="1"/>
                  </a:moveTo>
                  <a:cubicBezTo>
                    <a:pt x="1" y="1"/>
                    <a:pt x="1" y="34"/>
                    <a:pt x="1" y="67"/>
                  </a:cubicBezTo>
                  <a:cubicBezTo>
                    <a:pt x="1" y="101"/>
                    <a:pt x="17" y="134"/>
                    <a:pt x="17" y="134"/>
                  </a:cubicBezTo>
                  <a:cubicBezTo>
                    <a:pt x="17" y="117"/>
                    <a:pt x="34" y="101"/>
                    <a:pt x="17" y="67"/>
                  </a:cubicBezTo>
                  <a:cubicBezTo>
                    <a:pt x="17" y="34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51"/>
            <p:cNvSpPr/>
            <p:nvPr/>
          </p:nvSpPr>
          <p:spPr>
            <a:xfrm>
              <a:off x="7197081" y="1144856"/>
              <a:ext cx="1090" cy="3782"/>
            </a:xfrm>
            <a:custGeom>
              <a:avLst/>
              <a:gdLst/>
              <a:ahLst/>
              <a:cxnLst/>
              <a:rect l="l" t="t" r="r" b="b"/>
              <a:pathLst>
                <a:path w="34" h="118" extrusionOk="0">
                  <a:moveTo>
                    <a:pt x="17" y="1"/>
                  </a:moveTo>
                  <a:cubicBezTo>
                    <a:pt x="17" y="1"/>
                    <a:pt x="0" y="17"/>
                    <a:pt x="0" y="51"/>
                  </a:cubicBezTo>
                  <a:cubicBezTo>
                    <a:pt x="0" y="84"/>
                    <a:pt x="0" y="117"/>
                    <a:pt x="0" y="117"/>
                  </a:cubicBezTo>
                  <a:cubicBezTo>
                    <a:pt x="17" y="117"/>
                    <a:pt x="17" y="84"/>
                    <a:pt x="17" y="67"/>
                  </a:cubicBezTo>
                  <a:cubicBezTo>
                    <a:pt x="34" y="34"/>
                    <a:pt x="34" y="1"/>
                    <a:pt x="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51"/>
            <p:cNvSpPr/>
            <p:nvPr/>
          </p:nvSpPr>
          <p:spPr>
            <a:xfrm>
              <a:off x="7184742" y="1140562"/>
              <a:ext cx="2179" cy="10769"/>
            </a:xfrm>
            <a:custGeom>
              <a:avLst/>
              <a:gdLst/>
              <a:ahLst/>
              <a:cxnLst/>
              <a:rect l="l" t="t" r="r" b="b"/>
              <a:pathLst>
                <a:path w="68" h="336" extrusionOk="0">
                  <a:moveTo>
                    <a:pt x="18" y="1"/>
                  </a:moveTo>
                  <a:cubicBezTo>
                    <a:pt x="18" y="1"/>
                    <a:pt x="18" y="68"/>
                    <a:pt x="18" y="168"/>
                  </a:cubicBezTo>
                  <a:cubicBezTo>
                    <a:pt x="18" y="251"/>
                    <a:pt x="1" y="335"/>
                    <a:pt x="1" y="335"/>
                  </a:cubicBezTo>
                  <a:cubicBezTo>
                    <a:pt x="51" y="235"/>
                    <a:pt x="68" y="101"/>
                    <a:pt x="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51"/>
            <p:cNvSpPr/>
            <p:nvPr/>
          </p:nvSpPr>
          <p:spPr>
            <a:xfrm>
              <a:off x="7201344" y="1138446"/>
              <a:ext cx="2179" cy="12339"/>
            </a:xfrm>
            <a:custGeom>
              <a:avLst/>
              <a:gdLst/>
              <a:ahLst/>
              <a:cxnLst/>
              <a:rect l="l" t="t" r="r" b="b"/>
              <a:pathLst>
                <a:path w="68" h="385" extrusionOk="0">
                  <a:moveTo>
                    <a:pt x="1" y="0"/>
                  </a:moveTo>
                  <a:cubicBezTo>
                    <a:pt x="1" y="134"/>
                    <a:pt x="18" y="251"/>
                    <a:pt x="68" y="384"/>
                  </a:cubicBezTo>
                  <a:cubicBezTo>
                    <a:pt x="51" y="251"/>
                    <a:pt x="34" y="134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51"/>
            <p:cNvSpPr/>
            <p:nvPr/>
          </p:nvSpPr>
          <p:spPr>
            <a:xfrm>
              <a:off x="7351818" y="1408339"/>
              <a:ext cx="265662" cy="151020"/>
            </a:xfrm>
            <a:custGeom>
              <a:avLst/>
              <a:gdLst/>
              <a:ahLst/>
              <a:cxnLst/>
              <a:rect l="l" t="t" r="r" b="b"/>
              <a:pathLst>
                <a:path w="8289" h="4712" extrusionOk="0">
                  <a:moveTo>
                    <a:pt x="285" y="0"/>
                  </a:moveTo>
                  <a:cubicBezTo>
                    <a:pt x="135" y="0"/>
                    <a:pt x="1" y="150"/>
                    <a:pt x="1" y="301"/>
                  </a:cubicBezTo>
                  <a:lnTo>
                    <a:pt x="268" y="4445"/>
                  </a:lnTo>
                  <a:cubicBezTo>
                    <a:pt x="268" y="4595"/>
                    <a:pt x="402" y="4712"/>
                    <a:pt x="536" y="4712"/>
                  </a:cubicBezTo>
                  <a:lnTo>
                    <a:pt x="8004" y="4712"/>
                  </a:lnTo>
                  <a:cubicBezTo>
                    <a:pt x="8155" y="4712"/>
                    <a:pt x="8288" y="4595"/>
                    <a:pt x="8288" y="4428"/>
                  </a:cubicBezTo>
                  <a:lnTo>
                    <a:pt x="8288" y="1203"/>
                  </a:lnTo>
                  <a:cubicBezTo>
                    <a:pt x="8288" y="1053"/>
                    <a:pt x="8155" y="919"/>
                    <a:pt x="8004" y="919"/>
                  </a:cubicBezTo>
                  <a:lnTo>
                    <a:pt x="3410" y="953"/>
                  </a:lnTo>
                  <a:cubicBezTo>
                    <a:pt x="3343" y="953"/>
                    <a:pt x="3276" y="919"/>
                    <a:pt x="3209" y="869"/>
                  </a:cubicBezTo>
                  <a:lnTo>
                    <a:pt x="2424" y="84"/>
                  </a:lnTo>
                  <a:cubicBezTo>
                    <a:pt x="2374" y="34"/>
                    <a:pt x="2290" y="0"/>
                    <a:pt x="2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51"/>
            <p:cNvSpPr/>
            <p:nvPr/>
          </p:nvSpPr>
          <p:spPr>
            <a:xfrm>
              <a:off x="7351818" y="1408339"/>
              <a:ext cx="265662" cy="151020"/>
            </a:xfrm>
            <a:custGeom>
              <a:avLst/>
              <a:gdLst/>
              <a:ahLst/>
              <a:cxnLst/>
              <a:rect l="l" t="t" r="r" b="b"/>
              <a:pathLst>
                <a:path w="8289" h="4712" extrusionOk="0">
                  <a:moveTo>
                    <a:pt x="285" y="0"/>
                  </a:moveTo>
                  <a:cubicBezTo>
                    <a:pt x="135" y="0"/>
                    <a:pt x="1" y="150"/>
                    <a:pt x="1" y="301"/>
                  </a:cubicBezTo>
                  <a:lnTo>
                    <a:pt x="268" y="4445"/>
                  </a:lnTo>
                  <a:cubicBezTo>
                    <a:pt x="268" y="4595"/>
                    <a:pt x="402" y="4712"/>
                    <a:pt x="536" y="4712"/>
                  </a:cubicBezTo>
                  <a:lnTo>
                    <a:pt x="8004" y="4712"/>
                  </a:lnTo>
                  <a:cubicBezTo>
                    <a:pt x="8155" y="4712"/>
                    <a:pt x="8288" y="4595"/>
                    <a:pt x="8288" y="4428"/>
                  </a:cubicBezTo>
                  <a:lnTo>
                    <a:pt x="8288" y="1203"/>
                  </a:lnTo>
                  <a:cubicBezTo>
                    <a:pt x="8288" y="1053"/>
                    <a:pt x="8155" y="919"/>
                    <a:pt x="8004" y="919"/>
                  </a:cubicBezTo>
                  <a:lnTo>
                    <a:pt x="3410" y="953"/>
                  </a:lnTo>
                  <a:cubicBezTo>
                    <a:pt x="3343" y="953"/>
                    <a:pt x="3276" y="919"/>
                    <a:pt x="3209" y="869"/>
                  </a:cubicBezTo>
                  <a:lnTo>
                    <a:pt x="2424" y="84"/>
                  </a:lnTo>
                  <a:cubicBezTo>
                    <a:pt x="2374" y="34"/>
                    <a:pt x="2290" y="0"/>
                    <a:pt x="2223" y="0"/>
                  </a:cubicBez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51"/>
            <p:cNvSpPr/>
            <p:nvPr/>
          </p:nvSpPr>
          <p:spPr>
            <a:xfrm>
              <a:off x="7336306" y="1467247"/>
              <a:ext cx="299924" cy="174608"/>
            </a:xfrm>
            <a:custGeom>
              <a:avLst/>
              <a:gdLst/>
              <a:ahLst/>
              <a:cxnLst/>
              <a:rect l="l" t="t" r="r" b="b"/>
              <a:pathLst>
                <a:path w="9358" h="5448" extrusionOk="0">
                  <a:moveTo>
                    <a:pt x="201" y="0"/>
                  </a:moveTo>
                  <a:cubicBezTo>
                    <a:pt x="84" y="0"/>
                    <a:pt x="0" y="100"/>
                    <a:pt x="17" y="201"/>
                  </a:cubicBezTo>
                  <a:lnTo>
                    <a:pt x="652" y="5280"/>
                  </a:lnTo>
                  <a:cubicBezTo>
                    <a:pt x="652" y="5363"/>
                    <a:pt x="736" y="5447"/>
                    <a:pt x="819" y="5447"/>
                  </a:cubicBezTo>
                  <a:lnTo>
                    <a:pt x="8772" y="5447"/>
                  </a:lnTo>
                  <a:cubicBezTo>
                    <a:pt x="8856" y="5447"/>
                    <a:pt x="8940" y="5363"/>
                    <a:pt x="8956" y="5280"/>
                  </a:cubicBezTo>
                  <a:lnTo>
                    <a:pt x="9357" y="184"/>
                  </a:lnTo>
                  <a:cubicBezTo>
                    <a:pt x="9357" y="84"/>
                    <a:pt x="9274" y="0"/>
                    <a:pt x="9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51"/>
            <p:cNvSpPr/>
            <p:nvPr/>
          </p:nvSpPr>
          <p:spPr>
            <a:xfrm>
              <a:off x="7021960" y="1482215"/>
              <a:ext cx="228164" cy="129097"/>
            </a:xfrm>
            <a:custGeom>
              <a:avLst/>
              <a:gdLst/>
              <a:ahLst/>
              <a:cxnLst/>
              <a:rect l="l" t="t" r="r" b="b"/>
              <a:pathLst>
                <a:path w="7119" h="4028" extrusionOk="0">
                  <a:moveTo>
                    <a:pt x="1905" y="1"/>
                  </a:moveTo>
                  <a:lnTo>
                    <a:pt x="251" y="18"/>
                  </a:lnTo>
                  <a:cubicBezTo>
                    <a:pt x="117" y="18"/>
                    <a:pt x="1" y="135"/>
                    <a:pt x="17" y="268"/>
                  </a:cubicBezTo>
                  <a:lnTo>
                    <a:pt x="285" y="3794"/>
                  </a:lnTo>
                  <a:cubicBezTo>
                    <a:pt x="301" y="3927"/>
                    <a:pt x="402" y="4028"/>
                    <a:pt x="518" y="4028"/>
                  </a:cubicBezTo>
                  <a:lnTo>
                    <a:pt x="6884" y="3927"/>
                  </a:lnTo>
                  <a:cubicBezTo>
                    <a:pt x="7018" y="3927"/>
                    <a:pt x="7118" y="3827"/>
                    <a:pt x="7118" y="3693"/>
                  </a:cubicBezTo>
                  <a:lnTo>
                    <a:pt x="7085" y="937"/>
                  </a:lnTo>
                  <a:cubicBezTo>
                    <a:pt x="7068" y="803"/>
                    <a:pt x="6968" y="703"/>
                    <a:pt x="6834" y="703"/>
                  </a:cubicBezTo>
                  <a:lnTo>
                    <a:pt x="2925" y="786"/>
                  </a:lnTo>
                  <a:cubicBezTo>
                    <a:pt x="2858" y="786"/>
                    <a:pt x="2808" y="769"/>
                    <a:pt x="2757" y="719"/>
                  </a:cubicBezTo>
                  <a:lnTo>
                    <a:pt x="2072" y="68"/>
                  </a:lnTo>
                  <a:cubicBezTo>
                    <a:pt x="2022" y="18"/>
                    <a:pt x="1955" y="1"/>
                    <a:pt x="19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51"/>
            <p:cNvSpPr/>
            <p:nvPr/>
          </p:nvSpPr>
          <p:spPr>
            <a:xfrm>
              <a:off x="7025710" y="1491317"/>
              <a:ext cx="224414" cy="136052"/>
            </a:xfrm>
            <a:custGeom>
              <a:avLst/>
              <a:gdLst/>
              <a:ahLst/>
              <a:cxnLst/>
              <a:rect l="l" t="t" r="r" b="b"/>
              <a:pathLst>
                <a:path w="7002" h="4245" extrusionOk="0">
                  <a:moveTo>
                    <a:pt x="6951" y="1"/>
                  </a:moveTo>
                  <a:lnTo>
                    <a:pt x="0" y="101"/>
                  </a:lnTo>
                  <a:lnTo>
                    <a:pt x="67" y="4245"/>
                  </a:lnTo>
                  <a:lnTo>
                    <a:pt x="7001" y="4145"/>
                  </a:lnTo>
                  <a:lnTo>
                    <a:pt x="695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51"/>
            <p:cNvSpPr/>
            <p:nvPr/>
          </p:nvSpPr>
          <p:spPr>
            <a:xfrm>
              <a:off x="7008050" y="1497759"/>
              <a:ext cx="254926" cy="151564"/>
            </a:xfrm>
            <a:custGeom>
              <a:avLst/>
              <a:gdLst/>
              <a:ahLst/>
              <a:cxnLst/>
              <a:rect l="l" t="t" r="r" b="b"/>
              <a:pathLst>
                <a:path w="7954" h="4729" extrusionOk="0">
                  <a:moveTo>
                    <a:pt x="7803" y="0"/>
                  </a:moveTo>
                  <a:lnTo>
                    <a:pt x="167" y="101"/>
                  </a:lnTo>
                  <a:cubicBezTo>
                    <a:pt x="67" y="101"/>
                    <a:pt x="0" y="184"/>
                    <a:pt x="17" y="284"/>
                  </a:cubicBezTo>
                  <a:lnTo>
                    <a:pt x="602" y="4595"/>
                  </a:lnTo>
                  <a:cubicBezTo>
                    <a:pt x="618" y="4679"/>
                    <a:pt x="685" y="4729"/>
                    <a:pt x="752" y="4729"/>
                  </a:cubicBezTo>
                  <a:lnTo>
                    <a:pt x="7519" y="4629"/>
                  </a:lnTo>
                  <a:cubicBezTo>
                    <a:pt x="7602" y="4629"/>
                    <a:pt x="7669" y="4579"/>
                    <a:pt x="7669" y="4495"/>
                  </a:cubicBezTo>
                  <a:lnTo>
                    <a:pt x="7953" y="168"/>
                  </a:lnTo>
                  <a:cubicBezTo>
                    <a:pt x="7953" y="67"/>
                    <a:pt x="7887" y="0"/>
                    <a:pt x="78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51"/>
            <p:cNvSpPr/>
            <p:nvPr/>
          </p:nvSpPr>
          <p:spPr>
            <a:xfrm>
              <a:off x="7744367" y="1472600"/>
              <a:ext cx="222812" cy="126405"/>
            </a:xfrm>
            <a:custGeom>
              <a:avLst/>
              <a:gdLst/>
              <a:ahLst/>
              <a:cxnLst/>
              <a:rect l="l" t="t" r="r" b="b"/>
              <a:pathLst>
                <a:path w="6952" h="3944" extrusionOk="0">
                  <a:moveTo>
                    <a:pt x="1855" y="0"/>
                  </a:moveTo>
                  <a:lnTo>
                    <a:pt x="251" y="17"/>
                  </a:lnTo>
                  <a:cubicBezTo>
                    <a:pt x="117" y="34"/>
                    <a:pt x="0" y="134"/>
                    <a:pt x="17" y="267"/>
                  </a:cubicBezTo>
                  <a:lnTo>
                    <a:pt x="284" y="3726"/>
                  </a:lnTo>
                  <a:cubicBezTo>
                    <a:pt x="284" y="3843"/>
                    <a:pt x="385" y="3943"/>
                    <a:pt x="518" y="3943"/>
                  </a:cubicBezTo>
                  <a:lnTo>
                    <a:pt x="6717" y="3843"/>
                  </a:lnTo>
                  <a:cubicBezTo>
                    <a:pt x="6851" y="3843"/>
                    <a:pt x="6951" y="3743"/>
                    <a:pt x="6951" y="3609"/>
                  </a:cubicBezTo>
                  <a:lnTo>
                    <a:pt x="6918" y="919"/>
                  </a:lnTo>
                  <a:cubicBezTo>
                    <a:pt x="6918" y="802"/>
                    <a:pt x="6801" y="702"/>
                    <a:pt x="6667" y="702"/>
                  </a:cubicBezTo>
                  <a:lnTo>
                    <a:pt x="2858" y="769"/>
                  </a:lnTo>
                  <a:cubicBezTo>
                    <a:pt x="2791" y="769"/>
                    <a:pt x="2741" y="752"/>
                    <a:pt x="2690" y="719"/>
                  </a:cubicBezTo>
                  <a:lnTo>
                    <a:pt x="2022" y="67"/>
                  </a:lnTo>
                  <a:cubicBezTo>
                    <a:pt x="1972" y="17"/>
                    <a:pt x="1922" y="0"/>
                    <a:pt x="18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51"/>
            <p:cNvSpPr/>
            <p:nvPr/>
          </p:nvSpPr>
          <p:spPr>
            <a:xfrm>
              <a:off x="7744367" y="1472600"/>
              <a:ext cx="222812" cy="126405"/>
            </a:xfrm>
            <a:custGeom>
              <a:avLst/>
              <a:gdLst/>
              <a:ahLst/>
              <a:cxnLst/>
              <a:rect l="l" t="t" r="r" b="b"/>
              <a:pathLst>
                <a:path w="6952" h="3944" extrusionOk="0">
                  <a:moveTo>
                    <a:pt x="1855" y="0"/>
                  </a:moveTo>
                  <a:lnTo>
                    <a:pt x="251" y="17"/>
                  </a:lnTo>
                  <a:cubicBezTo>
                    <a:pt x="117" y="34"/>
                    <a:pt x="0" y="134"/>
                    <a:pt x="17" y="267"/>
                  </a:cubicBezTo>
                  <a:lnTo>
                    <a:pt x="284" y="3726"/>
                  </a:lnTo>
                  <a:cubicBezTo>
                    <a:pt x="284" y="3843"/>
                    <a:pt x="385" y="3943"/>
                    <a:pt x="518" y="3943"/>
                  </a:cubicBezTo>
                  <a:lnTo>
                    <a:pt x="6717" y="3843"/>
                  </a:lnTo>
                  <a:cubicBezTo>
                    <a:pt x="6851" y="3843"/>
                    <a:pt x="6951" y="3743"/>
                    <a:pt x="6951" y="3609"/>
                  </a:cubicBezTo>
                  <a:lnTo>
                    <a:pt x="6918" y="919"/>
                  </a:lnTo>
                  <a:cubicBezTo>
                    <a:pt x="6918" y="802"/>
                    <a:pt x="6801" y="702"/>
                    <a:pt x="6667" y="702"/>
                  </a:cubicBezTo>
                  <a:lnTo>
                    <a:pt x="2858" y="769"/>
                  </a:lnTo>
                  <a:cubicBezTo>
                    <a:pt x="2791" y="769"/>
                    <a:pt x="2741" y="752"/>
                    <a:pt x="2690" y="719"/>
                  </a:cubicBezTo>
                  <a:lnTo>
                    <a:pt x="2022" y="67"/>
                  </a:lnTo>
                  <a:cubicBezTo>
                    <a:pt x="1972" y="17"/>
                    <a:pt x="1922" y="0"/>
                    <a:pt x="1855" y="0"/>
                  </a:cubicBez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51"/>
            <p:cNvSpPr/>
            <p:nvPr/>
          </p:nvSpPr>
          <p:spPr>
            <a:xfrm>
              <a:off x="7748117" y="1481702"/>
              <a:ext cx="219575" cy="132815"/>
            </a:xfrm>
            <a:custGeom>
              <a:avLst/>
              <a:gdLst/>
              <a:ahLst/>
              <a:cxnLst/>
              <a:rect l="l" t="t" r="r" b="b"/>
              <a:pathLst>
                <a:path w="6851" h="4144" extrusionOk="0">
                  <a:moveTo>
                    <a:pt x="6784" y="0"/>
                  </a:moveTo>
                  <a:lnTo>
                    <a:pt x="0" y="100"/>
                  </a:lnTo>
                  <a:lnTo>
                    <a:pt x="67" y="4144"/>
                  </a:lnTo>
                  <a:lnTo>
                    <a:pt x="6851" y="4060"/>
                  </a:lnTo>
                  <a:lnTo>
                    <a:pt x="67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51"/>
            <p:cNvSpPr/>
            <p:nvPr/>
          </p:nvSpPr>
          <p:spPr>
            <a:xfrm>
              <a:off x="7730425" y="1487567"/>
              <a:ext cx="249605" cy="148392"/>
            </a:xfrm>
            <a:custGeom>
              <a:avLst/>
              <a:gdLst/>
              <a:ahLst/>
              <a:cxnLst/>
              <a:rect l="l" t="t" r="r" b="b"/>
              <a:pathLst>
                <a:path w="7788" h="4630" extrusionOk="0">
                  <a:moveTo>
                    <a:pt x="7637" y="1"/>
                  </a:moveTo>
                  <a:lnTo>
                    <a:pt x="168" y="118"/>
                  </a:lnTo>
                  <a:cubicBezTo>
                    <a:pt x="84" y="118"/>
                    <a:pt x="1" y="201"/>
                    <a:pt x="18" y="285"/>
                  </a:cubicBezTo>
                  <a:lnTo>
                    <a:pt x="602" y="4512"/>
                  </a:lnTo>
                  <a:cubicBezTo>
                    <a:pt x="602" y="4579"/>
                    <a:pt x="669" y="4629"/>
                    <a:pt x="753" y="4629"/>
                  </a:cubicBezTo>
                  <a:lnTo>
                    <a:pt x="7353" y="4546"/>
                  </a:lnTo>
                  <a:cubicBezTo>
                    <a:pt x="7436" y="4546"/>
                    <a:pt x="7503" y="4479"/>
                    <a:pt x="7503" y="4395"/>
                  </a:cubicBezTo>
                  <a:lnTo>
                    <a:pt x="7787" y="168"/>
                  </a:lnTo>
                  <a:cubicBezTo>
                    <a:pt x="7787" y="85"/>
                    <a:pt x="7720" y="1"/>
                    <a:pt x="76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51"/>
            <p:cNvSpPr/>
            <p:nvPr/>
          </p:nvSpPr>
          <p:spPr>
            <a:xfrm>
              <a:off x="7381272" y="1531059"/>
              <a:ext cx="76632" cy="91503"/>
            </a:xfrm>
            <a:custGeom>
              <a:avLst/>
              <a:gdLst/>
              <a:ahLst/>
              <a:cxnLst/>
              <a:rect l="l" t="t" r="r" b="b"/>
              <a:pathLst>
                <a:path w="2391" h="2855" extrusionOk="0">
                  <a:moveTo>
                    <a:pt x="657" y="0"/>
                  </a:moveTo>
                  <a:cubicBezTo>
                    <a:pt x="579" y="0"/>
                    <a:pt x="511" y="81"/>
                    <a:pt x="536" y="181"/>
                  </a:cubicBezTo>
                  <a:cubicBezTo>
                    <a:pt x="569" y="315"/>
                    <a:pt x="569" y="465"/>
                    <a:pt x="552" y="599"/>
                  </a:cubicBezTo>
                  <a:cubicBezTo>
                    <a:pt x="552" y="716"/>
                    <a:pt x="519" y="816"/>
                    <a:pt x="469" y="916"/>
                  </a:cubicBezTo>
                  <a:cubicBezTo>
                    <a:pt x="435" y="1017"/>
                    <a:pt x="402" y="1083"/>
                    <a:pt x="369" y="1150"/>
                  </a:cubicBezTo>
                  <a:lnTo>
                    <a:pt x="1" y="1902"/>
                  </a:lnTo>
                  <a:lnTo>
                    <a:pt x="619" y="2855"/>
                  </a:lnTo>
                  <a:lnTo>
                    <a:pt x="1288" y="2537"/>
                  </a:lnTo>
                  <a:cubicBezTo>
                    <a:pt x="1538" y="2403"/>
                    <a:pt x="1789" y="2253"/>
                    <a:pt x="2023" y="2086"/>
                  </a:cubicBezTo>
                  <a:cubicBezTo>
                    <a:pt x="2140" y="2002"/>
                    <a:pt x="2090" y="1718"/>
                    <a:pt x="2056" y="1518"/>
                  </a:cubicBezTo>
                  <a:cubicBezTo>
                    <a:pt x="2006" y="1317"/>
                    <a:pt x="1822" y="1150"/>
                    <a:pt x="1622" y="1134"/>
                  </a:cubicBezTo>
                  <a:lnTo>
                    <a:pt x="1605" y="1134"/>
                  </a:lnTo>
                  <a:cubicBezTo>
                    <a:pt x="1521" y="1033"/>
                    <a:pt x="2039" y="549"/>
                    <a:pt x="2223" y="398"/>
                  </a:cubicBezTo>
                  <a:cubicBezTo>
                    <a:pt x="2390" y="248"/>
                    <a:pt x="2390" y="98"/>
                    <a:pt x="2273" y="81"/>
                  </a:cubicBezTo>
                  <a:cubicBezTo>
                    <a:pt x="2272" y="81"/>
                    <a:pt x="2270" y="80"/>
                    <a:pt x="2267" y="80"/>
                  </a:cubicBezTo>
                  <a:cubicBezTo>
                    <a:pt x="2153" y="80"/>
                    <a:pt x="1602" y="518"/>
                    <a:pt x="1438" y="666"/>
                  </a:cubicBezTo>
                  <a:cubicBezTo>
                    <a:pt x="1309" y="771"/>
                    <a:pt x="1042" y="1015"/>
                    <a:pt x="915" y="1015"/>
                  </a:cubicBezTo>
                  <a:cubicBezTo>
                    <a:pt x="861" y="1015"/>
                    <a:pt x="833" y="970"/>
                    <a:pt x="853" y="850"/>
                  </a:cubicBezTo>
                  <a:cubicBezTo>
                    <a:pt x="920" y="432"/>
                    <a:pt x="820" y="98"/>
                    <a:pt x="736" y="31"/>
                  </a:cubicBezTo>
                  <a:cubicBezTo>
                    <a:pt x="711" y="10"/>
                    <a:pt x="683" y="0"/>
                    <a:pt x="6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51"/>
            <p:cNvSpPr/>
            <p:nvPr/>
          </p:nvSpPr>
          <p:spPr>
            <a:xfrm>
              <a:off x="7004300" y="1318375"/>
              <a:ext cx="108201" cy="187460"/>
            </a:xfrm>
            <a:custGeom>
              <a:avLst/>
              <a:gdLst/>
              <a:ahLst/>
              <a:cxnLst/>
              <a:rect l="l" t="t" r="r" b="b"/>
              <a:pathLst>
                <a:path w="3376" h="5849" extrusionOk="0">
                  <a:moveTo>
                    <a:pt x="3342" y="0"/>
                  </a:moveTo>
                  <a:lnTo>
                    <a:pt x="17" y="618"/>
                  </a:lnTo>
                  <a:lnTo>
                    <a:pt x="0" y="5748"/>
                  </a:lnTo>
                  <a:lnTo>
                    <a:pt x="2189" y="5848"/>
                  </a:lnTo>
                  <a:lnTo>
                    <a:pt x="2256" y="4612"/>
                  </a:lnTo>
                  <a:cubicBezTo>
                    <a:pt x="2256" y="4612"/>
                    <a:pt x="2322" y="4624"/>
                    <a:pt x="2421" y="4624"/>
                  </a:cubicBezTo>
                  <a:cubicBezTo>
                    <a:pt x="2662" y="4624"/>
                    <a:pt x="3099" y="4549"/>
                    <a:pt x="3242" y="4027"/>
                  </a:cubicBezTo>
                  <a:cubicBezTo>
                    <a:pt x="3375" y="3576"/>
                    <a:pt x="3342" y="0"/>
                    <a:pt x="33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51"/>
            <p:cNvSpPr/>
            <p:nvPr/>
          </p:nvSpPr>
          <p:spPr>
            <a:xfrm>
              <a:off x="6972699" y="1292447"/>
              <a:ext cx="165474" cy="173743"/>
            </a:xfrm>
            <a:custGeom>
              <a:avLst/>
              <a:gdLst/>
              <a:ahLst/>
              <a:cxnLst/>
              <a:rect l="l" t="t" r="r" b="b"/>
              <a:pathLst>
                <a:path w="5163" h="5421" extrusionOk="0">
                  <a:moveTo>
                    <a:pt x="3659" y="1"/>
                  </a:moveTo>
                  <a:cubicBezTo>
                    <a:pt x="3337" y="1"/>
                    <a:pt x="3018" y="113"/>
                    <a:pt x="2791" y="375"/>
                  </a:cubicBezTo>
                  <a:cubicBezTo>
                    <a:pt x="2323" y="926"/>
                    <a:pt x="385" y="291"/>
                    <a:pt x="201" y="2447"/>
                  </a:cubicBezTo>
                  <a:cubicBezTo>
                    <a:pt x="0" y="4602"/>
                    <a:pt x="986" y="5421"/>
                    <a:pt x="986" y="5421"/>
                  </a:cubicBezTo>
                  <a:lnTo>
                    <a:pt x="1454" y="5421"/>
                  </a:lnTo>
                  <a:cubicBezTo>
                    <a:pt x="1888" y="5421"/>
                    <a:pt x="2122" y="5371"/>
                    <a:pt x="2523" y="4919"/>
                  </a:cubicBezTo>
                  <a:cubicBezTo>
                    <a:pt x="2824" y="4552"/>
                    <a:pt x="3091" y="4151"/>
                    <a:pt x="3309" y="3733"/>
                  </a:cubicBezTo>
                  <a:cubicBezTo>
                    <a:pt x="3309" y="3733"/>
                    <a:pt x="2874" y="3666"/>
                    <a:pt x="2924" y="3315"/>
                  </a:cubicBezTo>
                  <a:cubicBezTo>
                    <a:pt x="2975" y="3019"/>
                    <a:pt x="3133" y="2898"/>
                    <a:pt x="3308" y="2898"/>
                  </a:cubicBezTo>
                  <a:cubicBezTo>
                    <a:pt x="3420" y="2898"/>
                    <a:pt x="3539" y="2947"/>
                    <a:pt x="3643" y="3031"/>
                  </a:cubicBezTo>
                  <a:lnTo>
                    <a:pt x="3960" y="2179"/>
                  </a:lnTo>
                  <a:cubicBezTo>
                    <a:pt x="3960" y="2179"/>
                    <a:pt x="4662" y="1611"/>
                    <a:pt x="4812" y="1310"/>
                  </a:cubicBezTo>
                  <a:cubicBezTo>
                    <a:pt x="5162" y="599"/>
                    <a:pt x="4404" y="1"/>
                    <a:pt x="3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51"/>
            <p:cNvSpPr/>
            <p:nvPr/>
          </p:nvSpPr>
          <p:spPr>
            <a:xfrm>
              <a:off x="6982346" y="1318888"/>
              <a:ext cx="144065" cy="109835"/>
            </a:xfrm>
            <a:custGeom>
              <a:avLst/>
              <a:gdLst/>
              <a:ahLst/>
              <a:cxnLst/>
              <a:rect l="l" t="t" r="r" b="b"/>
              <a:pathLst>
                <a:path w="4495" h="3427" extrusionOk="0">
                  <a:moveTo>
                    <a:pt x="4495" y="1"/>
                  </a:moveTo>
                  <a:cubicBezTo>
                    <a:pt x="4495" y="84"/>
                    <a:pt x="4495" y="151"/>
                    <a:pt x="4478" y="235"/>
                  </a:cubicBezTo>
                  <a:cubicBezTo>
                    <a:pt x="4495" y="185"/>
                    <a:pt x="4495" y="118"/>
                    <a:pt x="4495" y="68"/>
                  </a:cubicBezTo>
                  <a:cubicBezTo>
                    <a:pt x="4495" y="18"/>
                    <a:pt x="4495" y="1"/>
                    <a:pt x="4495" y="1"/>
                  </a:cubicBezTo>
                  <a:close/>
                  <a:moveTo>
                    <a:pt x="4478" y="235"/>
                  </a:moveTo>
                  <a:cubicBezTo>
                    <a:pt x="4411" y="435"/>
                    <a:pt x="4277" y="619"/>
                    <a:pt x="4110" y="753"/>
                  </a:cubicBezTo>
                  <a:cubicBezTo>
                    <a:pt x="3843" y="920"/>
                    <a:pt x="3542" y="1037"/>
                    <a:pt x="3225" y="1087"/>
                  </a:cubicBezTo>
                  <a:cubicBezTo>
                    <a:pt x="3041" y="1120"/>
                    <a:pt x="2857" y="1154"/>
                    <a:pt x="2673" y="1204"/>
                  </a:cubicBezTo>
                  <a:cubicBezTo>
                    <a:pt x="2473" y="1237"/>
                    <a:pt x="2272" y="1321"/>
                    <a:pt x="2105" y="1438"/>
                  </a:cubicBezTo>
                  <a:cubicBezTo>
                    <a:pt x="1805" y="1688"/>
                    <a:pt x="1554" y="1989"/>
                    <a:pt x="1370" y="2340"/>
                  </a:cubicBezTo>
                  <a:cubicBezTo>
                    <a:pt x="1220" y="2624"/>
                    <a:pt x="1019" y="2875"/>
                    <a:pt x="802" y="3109"/>
                  </a:cubicBezTo>
                  <a:cubicBezTo>
                    <a:pt x="635" y="3259"/>
                    <a:pt x="451" y="3359"/>
                    <a:pt x="234" y="3409"/>
                  </a:cubicBezTo>
                  <a:cubicBezTo>
                    <a:pt x="451" y="3359"/>
                    <a:pt x="652" y="3259"/>
                    <a:pt x="819" y="3125"/>
                  </a:cubicBezTo>
                  <a:cubicBezTo>
                    <a:pt x="1036" y="2891"/>
                    <a:pt x="1237" y="2641"/>
                    <a:pt x="1387" y="2357"/>
                  </a:cubicBezTo>
                  <a:cubicBezTo>
                    <a:pt x="1571" y="2006"/>
                    <a:pt x="1821" y="1705"/>
                    <a:pt x="2122" y="1454"/>
                  </a:cubicBezTo>
                  <a:cubicBezTo>
                    <a:pt x="2473" y="1271"/>
                    <a:pt x="2841" y="1154"/>
                    <a:pt x="3225" y="1104"/>
                  </a:cubicBezTo>
                  <a:cubicBezTo>
                    <a:pt x="3542" y="1070"/>
                    <a:pt x="3860" y="953"/>
                    <a:pt x="4127" y="769"/>
                  </a:cubicBezTo>
                  <a:cubicBezTo>
                    <a:pt x="4294" y="636"/>
                    <a:pt x="4428" y="452"/>
                    <a:pt x="4478" y="235"/>
                  </a:cubicBezTo>
                  <a:close/>
                  <a:moveTo>
                    <a:pt x="234" y="3409"/>
                  </a:moveTo>
                  <a:cubicBezTo>
                    <a:pt x="190" y="3409"/>
                    <a:pt x="133" y="3422"/>
                    <a:pt x="86" y="3425"/>
                  </a:cubicBezTo>
                  <a:lnTo>
                    <a:pt x="86" y="3425"/>
                  </a:lnTo>
                  <a:cubicBezTo>
                    <a:pt x="139" y="3424"/>
                    <a:pt x="190" y="3420"/>
                    <a:pt x="234" y="3409"/>
                  </a:cubicBezTo>
                  <a:close/>
                  <a:moveTo>
                    <a:pt x="86" y="3425"/>
                  </a:moveTo>
                  <a:lnTo>
                    <a:pt x="86" y="3425"/>
                  </a:lnTo>
                  <a:cubicBezTo>
                    <a:pt x="58" y="3426"/>
                    <a:pt x="29" y="3426"/>
                    <a:pt x="0" y="3426"/>
                  </a:cubicBezTo>
                  <a:lnTo>
                    <a:pt x="67" y="3426"/>
                  </a:lnTo>
                  <a:cubicBezTo>
                    <a:pt x="73" y="3426"/>
                    <a:pt x="79" y="3426"/>
                    <a:pt x="86" y="3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51"/>
            <p:cNvSpPr/>
            <p:nvPr/>
          </p:nvSpPr>
          <p:spPr>
            <a:xfrm>
              <a:off x="7044972" y="2143054"/>
              <a:ext cx="96983" cy="437547"/>
            </a:xfrm>
            <a:custGeom>
              <a:avLst/>
              <a:gdLst/>
              <a:ahLst/>
              <a:cxnLst/>
              <a:rect l="l" t="t" r="r" b="b"/>
              <a:pathLst>
                <a:path w="3026" h="13652" extrusionOk="0">
                  <a:moveTo>
                    <a:pt x="1" y="0"/>
                  </a:moveTo>
                  <a:lnTo>
                    <a:pt x="903" y="13651"/>
                  </a:lnTo>
                  <a:lnTo>
                    <a:pt x="2975" y="13434"/>
                  </a:lnTo>
                  <a:cubicBezTo>
                    <a:pt x="2975" y="13434"/>
                    <a:pt x="3025" y="117"/>
                    <a:pt x="2925" y="117"/>
                  </a:cubicBezTo>
                  <a:cubicBezTo>
                    <a:pt x="2825" y="117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51"/>
            <p:cNvSpPr/>
            <p:nvPr/>
          </p:nvSpPr>
          <p:spPr>
            <a:xfrm>
              <a:off x="6831326" y="2140361"/>
              <a:ext cx="162269" cy="442899"/>
            </a:xfrm>
            <a:custGeom>
              <a:avLst/>
              <a:gdLst/>
              <a:ahLst/>
              <a:cxnLst/>
              <a:rect l="l" t="t" r="r" b="b"/>
              <a:pathLst>
                <a:path w="5063" h="13819" extrusionOk="0">
                  <a:moveTo>
                    <a:pt x="2323" y="1"/>
                  </a:moveTo>
                  <a:lnTo>
                    <a:pt x="0" y="13551"/>
                  </a:lnTo>
                  <a:lnTo>
                    <a:pt x="1838" y="13819"/>
                  </a:lnTo>
                  <a:lnTo>
                    <a:pt x="5063" y="636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51"/>
            <p:cNvSpPr/>
            <p:nvPr/>
          </p:nvSpPr>
          <p:spPr>
            <a:xfrm>
              <a:off x="6825974" y="1849572"/>
              <a:ext cx="337390" cy="628725"/>
            </a:xfrm>
            <a:custGeom>
              <a:avLst/>
              <a:gdLst/>
              <a:ahLst/>
              <a:cxnLst/>
              <a:rect l="l" t="t" r="r" b="b"/>
              <a:pathLst>
                <a:path w="10527" h="19617" extrusionOk="0">
                  <a:moveTo>
                    <a:pt x="9925" y="1"/>
                  </a:moveTo>
                  <a:lnTo>
                    <a:pt x="3175" y="569"/>
                  </a:lnTo>
                  <a:lnTo>
                    <a:pt x="0" y="18815"/>
                  </a:lnTo>
                  <a:lnTo>
                    <a:pt x="3693" y="19617"/>
                  </a:lnTo>
                  <a:lnTo>
                    <a:pt x="6483" y="4395"/>
                  </a:lnTo>
                  <a:lnTo>
                    <a:pt x="7118" y="19216"/>
                  </a:lnTo>
                  <a:lnTo>
                    <a:pt x="10527" y="19216"/>
                  </a:lnTo>
                  <a:lnTo>
                    <a:pt x="99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51"/>
            <p:cNvSpPr/>
            <p:nvPr/>
          </p:nvSpPr>
          <p:spPr>
            <a:xfrm>
              <a:off x="6823827" y="1847456"/>
              <a:ext cx="341685" cy="633532"/>
            </a:xfrm>
            <a:custGeom>
              <a:avLst/>
              <a:gdLst/>
              <a:ahLst/>
              <a:cxnLst/>
              <a:rect l="l" t="t" r="r" b="b"/>
              <a:pathLst>
                <a:path w="10661" h="19767" extrusionOk="0">
                  <a:moveTo>
                    <a:pt x="9925" y="134"/>
                  </a:moveTo>
                  <a:lnTo>
                    <a:pt x="10543" y="19215"/>
                  </a:lnTo>
                  <a:lnTo>
                    <a:pt x="7235" y="19215"/>
                  </a:lnTo>
                  <a:lnTo>
                    <a:pt x="6584" y="3910"/>
                  </a:lnTo>
                  <a:lnTo>
                    <a:pt x="3710" y="19616"/>
                  </a:lnTo>
                  <a:lnTo>
                    <a:pt x="134" y="18831"/>
                  </a:lnTo>
                  <a:lnTo>
                    <a:pt x="3292" y="685"/>
                  </a:lnTo>
                  <a:lnTo>
                    <a:pt x="9925" y="134"/>
                  </a:lnTo>
                  <a:close/>
                  <a:moveTo>
                    <a:pt x="10042" y="0"/>
                  </a:moveTo>
                  <a:lnTo>
                    <a:pt x="3242" y="568"/>
                  </a:lnTo>
                  <a:lnTo>
                    <a:pt x="3192" y="568"/>
                  </a:lnTo>
                  <a:lnTo>
                    <a:pt x="0" y="18881"/>
                  </a:lnTo>
                  <a:lnTo>
                    <a:pt x="0" y="18931"/>
                  </a:lnTo>
                  <a:lnTo>
                    <a:pt x="3810" y="19766"/>
                  </a:lnTo>
                  <a:lnTo>
                    <a:pt x="6517" y="5013"/>
                  </a:lnTo>
                  <a:lnTo>
                    <a:pt x="7118" y="19282"/>
                  </a:lnTo>
                  <a:lnTo>
                    <a:pt x="7118" y="19332"/>
                  </a:lnTo>
                  <a:lnTo>
                    <a:pt x="10660" y="19332"/>
                  </a:lnTo>
                  <a:lnTo>
                    <a:pt x="10042" y="67"/>
                  </a:lnTo>
                  <a:lnTo>
                    <a:pt x="10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51"/>
            <p:cNvSpPr/>
            <p:nvPr/>
          </p:nvSpPr>
          <p:spPr>
            <a:xfrm>
              <a:off x="6963052" y="1989887"/>
              <a:ext cx="101791" cy="10224"/>
            </a:xfrm>
            <a:custGeom>
              <a:avLst/>
              <a:gdLst/>
              <a:ahLst/>
              <a:cxnLst/>
              <a:rect l="l" t="t" r="r" b="b"/>
              <a:pathLst>
                <a:path w="3176" h="319" extrusionOk="0">
                  <a:moveTo>
                    <a:pt x="2707" y="1"/>
                  </a:moveTo>
                  <a:cubicBezTo>
                    <a:pt x="2423" y="17"/>
                    <a:pt x="2022" y="17"/>
                    <a:pt x="1571" y="67"/>
                  </a:cubicBezTo>
                  <a:cubicBezTo>
                    <a:pt x="1137" y="118"/>
                    <a:pt x="736" y="168"/>
                    <a:pt x="452" y="218"/>
                  </a:cubicBezTo>
                  <a:cubicBezTo>
                    <a:pt x="318" y="251"/>
                    <a:pt x="201" y="268"/>
                    <a:pt x="118" y="285"/>
                  </a:cubicBezTo>
                  <a:cubicBezTo>
                    <a:pt x="84" y="285"/>
                    <a:pt x="34" y="301"/>
                    <a:pt x="1" y="318"/>
                  </a:cubicBezTo>
                  <a:lnTo>
                    <a:pt x="118" y="318"/>
                  </a:lnTo>
                  <a:lnTo>
                    <a:pt x="468" y="268"/>
                  </a:lnTo>
                  <a:cubicBezTo>
                    <a:pt x="752" y="234"/>
                    <a:pt x="1153" y="168"/>
                    <a:pt x="1588" y="134"/>
                  </a:cubicBezTo>
                  <a:cubicBezTo>
                    <a:pt x="2022" y="84"/>
                    <a:pt x="2423" y="67"/>
                    <a:pt x="2707" y="51"/>
                  </a:cubicBezTo>
                  <a:lnTo>
                    <a:pt x="3058" y="17"/>
                  </a:lnTo>
                  <a:cubicBezTo>
                    <a:pt x="3092" y="17"/>
                    <a:pt x="3142" y="17"/>
                    <a:pt x="31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51"/>
            <p:cNvSpPr/>
            <p:nvPr/>
          </p:nvSpPr>
          <p:spPr>
            <a:xfrm>
              <a:off x="7094265" y="1907422"/>
              <a:ext cx="51953" cy="38588"/>
            </a:xfrm>
            <a:custGeom>
              <a:avLst/>
              <a:gdLst/>
              <a:ahLst/>
              <a:cxnLst/>
              <a:rect l="l" t="t" r="r" b="b"/>
              <a:pathLst>
                <a:path w="1621" h="1204" extrusionOk="0">
                  <a:moveTo>
                    <a:pt x="0" y="0"/>
                  </a:moveTo>
                  <a:cubicBezTo>
                    <a:pt x="0" y="34"/>
                    <a:pt x="0" y="67"/>
                    <a:pt x="0" y="101"/>
                  </a:cubicBezTo>
                  <a:cubicBezTo>
                    <a:pt x="17" y="168"/>
                    <a:pt x="34" y="251"/>
                    <a:pt x="67" y="318"/>
                  </a:cubicBezTo>
                  <a:cubicBezTo>
                    <a:pt x="268" y="836"/>
                    <a:pt x="752" y="1187"/>
                    <a:pt x="1287" y="1203"/>
                  </a:cubicBezTo>
                  <a:cubicBezTo>
                    <a:pt x="1370" y="1203"/>
                    <a:pt x="1454" y="1203"/>
                    <a:pt x="1537" y="1187"/>
                  </a:cubicBezTo>
                  <a:cubicBezTo>
                    <a:pt x="1571" y="1187"/>
                    <a:pt x="1587" y="1187"/>
                    <a:pt x="1621" y="1170"/>
                  </a:cubicBezTo>
                  <a:cubicBezTo>
                    <a:pt x="1621" y="1166"/>
                    <a:pt x="1614" y="1165"/>
                    <a:pt x="1601" y="1165"/>
                  </a:cubicBezTo>
                  <a:cubicBezTo>
                    <a:pt x="1579" y="1165"/>
                    <a:pt x="1537" y="1169"/>
                    <a:pt x="1482" y="1169"/>
                  </a:cubicBezTo>
                  <a:cubicBezTo>
                    <a:pt x="1432" y="1169"/>
                    <a:pt x="1371" y="1166"/>
                    <a:pt x="1303" y="1153"/>
                  </a:cubicBezTo>
                  <a:cubicBezTo>
                    <a:pt x="785" y="1120"/>
                    <a:pt x="318" y="786"/>
                    <a:pt x="117" y="301"/>
                  </a:cubicBezTo>
                  <a:cubicBezTo>
                    <a:pt x="34" y="134"/>
                    <a:pt x="17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51"/>
            <p:cNvSpPr/>
            <p:nvPr/>
          </p:nvSpPr>
          <p:spPr>
            <a:xfrm>
              <a:off x="7054619" y="2434741"/>
              <a:ext cx="110348" cy="6218"/>
            </a:xfrm>
            <a:custGeom>
              <a:avLst/>
              <a:gdLst/>
              <a:ahLst/>
              <a:cxnLst/>
              <a:rect l="l" t="t" r="r" b="b"/>
              <a:pathLst>
                <a:path w="3443" h="194" extrusionOk="0">
                  <a:moveTo>
                    <a:pt x="75" y="1"/>
                  </a:moveTo>
                  <a:cubicBezTo>
                    <a:pt x="27" y="1"/>
                    <a:pt x="1" y="2"/>
                    <a:pt x="1" y="5"/>
                  </a:cubicBezTo>
                  <a:cubicBezTo>
                    <a:pt x="1" y="22"/>
                    <a:pt x="769" y="72"/>
                    <a:pt x="1722" y="122"/>
                  </a:cubicBezTo>
                  <a:cubicBezTo>
                    <a:pt x="2505" y="164"/>
                    <a:pt x="3165" y="193"/>
                    <a:pt x="3374" y="193"/>
                  </a:cubicBezTo>
                  <a:cubicBezTo>
                    <a:pt x="3419" y="193"/>
                    <a:pt x="3443" y="192"/>
                    <a:pt x="3443" y="189"/>
                  </a:cubicBezTo>
                  <a:cubicBezTo>
                    <a:pt x="3443" y="172"/>
                    <a:pt x="2674" y="106"/>
                    <a:pt x="1722" y="55"/>
                  </a:cubicBezTo>
                  <a:cubicBezTo>
                    <a:pt x="944" y="28"/>
                    <a:pt x="289" y="1"/>
                    <a:pt x="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51"/>
            <p:cNvSpPr/>
            <p:nvPr/>
          </p:nvSpPr>
          <p:spPr>
            <a:xfrm>
              <a:off x="6832929" y="2413491"/>
              <a:ext cx="118361" cy="29999"/>
            </a:xfrm>
            <a:custGeom>
              <a:avLst/>
              <a:gdLst/>
              <a:ahLst/>
              <a:cxnLst/>
              <a:rect l="l" t="t" r="r" b="b"/>
              <a:pathLst>
                <a:path w="3693" h="936" extrusionOk="0">
                  <a:moveTo>
                    <a:pt x="0" y="0"/>
                  </a:moveTo>
                  <a:cubicBezTo>
                    <a:pt x="51" y="17"/>
                    <a:pt x="101" y="33"/>
                    <a:pt x="151" y="50"/>
                  </a:cubicBezTo>
                  <a:lnTo>
                    <a:pt x="552" y="134"/>
                  </a:lnTo>
                  <a:cubicBezTo>
                    <a:pt x="886" y="201"/>
                    <a:pt x="1354" y="301"/>
                    <a:pt x="1855" y="418"/>
                  </a:cubicBezTo>
                  <a:cubicBezTo>
                    <a:pt x="2373" y="551"/>
                    <a:pt x="2824" y="685"/>
                    <a:pt x="3158" y="785"/>
                  </a:cubicBezTo>
                  <a:lnTo>
                    <a:pt x="3559" y="902"/>
                  </a:lnTo>
                  <a:cubicBezTo>
                    <a:pt x="3593" y="919"/>
                    <a:pt x="3643" y="936"/>
                    <a:pt x="3693" y="936"/>
                  </a:cubicBezTo>
                  <a:cubicBezTo>
                    <a:pt x="3660" y="919"/>
                    <a:pt x="3609" y="886"/>
                    <a:pt x="3559" y="886"/>
                  </a:cubicBezTo>
                  <a:cubicBezTo>
                    <a:pt x="3476" y="852"/>
                    <a:pt x="3342" y="802"/>
                    <a:pt x="3175" y="735"/>
                  </a:cubicBezTo>
                  <a:cubicBezTo>
                    <a:pt x="2841" y="635"/>
                    <a:pt x="2390" y="485"/>
                    <a:pt x="1872" y="368"/>
                  </a:cubicBezTo>
                  <a:cubicBezTo>
                    <a:pt x="1370" y="234"/>
                    <a:pt x="886" y="134"/>
                    <a:pt x="552" y="84"/>
                  </a:cubicBezTo>
                  <a:cubicBezTo>
                    <a:pt x="385" y="50"/>
                    <a:pt x="251" y="33"/>
                    <a:pt x="151" y="17"/>
                  </a:cubicBezTo>
                  <a:cubicBezTo>
                    <a:pt x="101" y="17"/>
                    <a:pt x="51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51"/>
            <p:cNvSpPr/>
            <p:nvPr/>
          </p:nvSpPr>
          <p:spPr>
            <a:xfrm>
              <a:off x="6917541" y="1493336"/>
              <a:ext cx="487865" cy="413573"/>
            </a:xfrm>
            <a:custGeom>
              <a:avLst/>
              <a:gdLst/>
              <a:ahLst/>
              <a:cxnLst/>
              <a:rect l="l" t="t" r="r" b="b"/>
              <a:pathLst>
                <a:path w="15222" h="12904" extrusionOk="0">
                  <a:moveTo>
                    <a:pt x="4503" y="1"/>
                  </a:moveTo>
                  <a:cubicBezTo>
                    <a:pt x="3821" y="1"/>
                    <a:pt x="3142" y="35"/>
                    <a:pt x="2473" y="105"/>
                  </a:cubicBezTo>
                  <a:cubicBezTo>
                    <a:pt x="1253" y="239"/>
                    <a:pt x="284" y="1208"/>
                    <a:pt x="184" y="2444"/>
                  </a:cubicBezTo>
                  <a:cubicBezTo>
                    <a:pt x="117" y="3380"/>
                    <a:pt x="167" y="4466"/>
                    <a:pt x="167" y="6304"/>
                  </a:cubicBezTo>
                  <a:lnTo>
                    <a:pt x="0" y="12904"/>
                  </a:lnTo>
                  <a:lnTo>
                    <a:pt x="7202" y="12904"/>
                  </a:lnTo>
                  <a:lnTo>
                    <a:pt x="6934" y="7072"/>
                  </a:lnTo>
                  <a:cubicBezTo>
                    <a:pt x="6884" y="5920"/>
                    <a:pt x="6884" y="5786"/>
                    <a:pt x="6868" y="4733"/>
                  </a:cubicBezTo>
                  <a:lnTo>
                    <a:pt x="6868" y="4733"/>
                  </a:lnTo>
                  <a:cubicBezTo>
                    <a:pt x="6868" y="4734"/>
                    <a:pt x="7937" y="6037"/>
                    <a:pt x="8789" y="6939"/>
                  </a:cubicBezTo>
                  <a:cubicBezTo>
                    <a:pt x="9116" y="7299"/>
                    <a:pt x="9578" y="7495"/>
                    <a:pt x="10051" y="7495"/>
                  </a:cubicBezTo>
                  <a:cubicBezTo>
                    <a:pt x="10302" y="7495"/>
                    <a:pt x="10556" y="7439"/>
                    <a:pt x="10794" y="7323"/>
                  </a:cubicBezTo>
                  <a:lnTo>
                    <a:pt x="15222" y="4232"/>
                  </a:lnTo>
                  <a:lnTo>
                    <a:pt x="14386" y="2110"/>
                  </a:lnTo>
                  <a:lnTo>
                    <a:pt x="10360" y="4583"/>
                  </a:lnTo>
                  <a:cubicBezTo>
                    <a:pt x="10176" y="4466"/>
                    <a:pt x="8605" y="2227"/>
                    <a:pt x="7519" y="1141"/>
                  </a:cubicBezTo>
                  <a:cubicBezTo>
                    <a:pt x="6834" y="439"/>
                    <a:pt x="5898" y="38"/>
                    <a:pt x="4913" y="5"/>
                  </a:cubicBezTo>
                  <a:cubicBezTo>
                    <a:pt x="4776" y="2"/>
                    <a:pt x="4640" y="1"/>
                    <a:pt x="45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51"/>
            <p:cNvSpPr/>
            <p:nvPr/>
          </p:nvSpPr>
          <p:spPr>
            <a:xfrm>
              <a:off x="6831134" y="1513816"/>
              <a:ext cx="123393" cy="252490"/>
            </a:xfrm>
            <a:custGeom>
              <a:avLst/>
              <a:gdLst/>
              <a:ahLst/>
              <a:cxnLst/>
              <a:rect l="l" t="t" r="r" b="b"/>
              <a:pathLst>
                <a:path w="3850" h="7878" extrusionOk="0">
                  <a:moveTo>
                    <a:pt x="3849" y="1"/>
                  </a:moveTo>
                  <a:lnTo>
                    <a:pt x="3849" y="1"/>
                  </a:lnTo>
                  <a:cubicBezTo>
                    <a:pt x="3164" y="301"/>
                    <a:pt x="324" y="3944"/>
                    <a:pt x="123" y="6300"/>
                  </a:cubicBezTo>
                  <a:cubicBezTo>
                    <a:pt x="1" y="7744"/>
                    <a:pt x="2266" y="7877"/>
                    <a:pt x="3107" y="7877"/>
                  </a:cubicBezTo>
                  <a:cubicBezTo>
                    <a:pt x="3297" y="7877"/>
                    <a:pt x="3415" y="7870"/>
                    <a:pt x="3415" y="7870"/>
                  </a:cubicBezTo>
                  <a:cubicBezTo>
                    <a:pt x="3415" y="7870"/>
                    <a:pt x="3646" y="752"/>
                    <a:pt x="3534" y="752"/>
                  </a:cubicBezTo>
                  <a:lnTo>
                    <a:pt x="3534" y="752"/>
                  </a:lnTo>
                  <a:cubicBezTo>
                    <a:pt x="3533" y="752"/>
                    <a:pt x="3533" y="752"/>
                    <a:pt x="3532" y="753"/>
                  </a:cubicBezTo>
                  <a:lnTo>
                    <a:pt x="38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51"/>
            <p:cNvSpPr/>
            <p:nvPr/>
          </p:nvSpPr>
          <p:spPr>
            <a:xfrm>
              <a:off x="6921291" y="1536315"/>
              <a:ext cx="10737" cy="233516"/>
            </a:xfrm>
            <a:custGeom>
              <a:avLst/>
              <a:gdLst/>
              <a:ahLst/>
              <a:cxnLst/>
              <a:rect l="l" t="t" r="r" b="b"/>
              <a:pathLst>
                <a:path w="335" h="7286" extrusionOk="0">
                  <a:moveTo>
                    <a:pt x="334" y="1"/>
                  </a:moveTo>
                  <a:cubicBezTo>
                    <a:pt x="334" y="51"/>
                    <a:pt x="318" y="117"/>
                    <a:pt x="318" y="201"/>
                  </a:cubicBezTo>
                  <a:cubicBezTo>
                    <a:pt x="334" y="117"/>
                    <a:pt x="334" y="51"/>
                    <a:pt x="334" y="1"/>
                  </a:cubicBezTo>
                  <a:close/>
                  <a:moveTo>
                    <a:pt x="318" y="201"/>
                  </a:moveTo>
                  <a:cubicBezTo>
                    <a:pt x="284" y="401"/>
                    <a:pt x="268" y="669"/>
                    <a:pt x="251" y="1003"/>
                  </a:cubicBezTo>
                  <a:cubicBezTo>
                    <a:pt x="201" y="1671"/>
                    <a:pt x="167" y="2607"/>
                    <a:pt x="134" y="3643"/>
                  </a:cubicBezTo>
                  <a:cubicBezTo>
                    <a:pt x="101" y="4662"/>
                    <a:pt x="84" y="5598"/>
                    <a:pt x="50" y="6266"/>
                  </a:cubicBezTo>
                  <a:cubicBezTo>
                    <a:pt x="34" y="6600"/>
                    <a:pt x="17" y="6868"/>
                    <a:pt x="17" y="7068"/>
                  </a:cubicBezTo>
                  <a:cubicBezTo>
                    <a:pt x="34" y="6884"/>
                    <a:pt x="50" y="6600"/>
                    <a:pt x="67" y="6266"/>
                  </a:cubicBezTo>
                  <a:cubicBezTo>
                    <a:pt x="101" y="5598"/>
                    <a:pt x="134" y="4662"/>
                    <a:pt x="167" y="3643"/>
                  </a:cubicBezTo>
                  <a:cubicBezTo>
                    <a:pt x="201" y="2607"/>
                    <a:pt x="234" y="1671"/>
                    <a:pt x="268" y="1003"/>
                  </a:cubicBezTo>
                  <a:cubicBezTo>
                    <a:pt x="284" y="669"/>
                    <a:pt x="301" y="401"/>
                    <a:pt x="318" y="201"/>
                  </a:cubicBezTo>
                  <a:close/>
                  <a:moveTo>
                    <a:pt x="17" y="7068"/>
                  </a:moveTo>
                  <a:lnTo>
                    <a:pt x="17" y="7068"/>
                  </a:lnTo>
                  <a:cubicBezTo>
                    <a:pt x="0" y="7152"/>
                    <a:pt x="0" y="7219"/>
                    <a:pt x="0" y="7285"/>
                  </a:cubicBezTo>
                  <a:cubicBezTo>
                    <a:pt x="17" y="7219"/>
                    <a:pt x="17" y="7152"/>
                    <a:pt x="17" y="70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51"/>
            <p:cNvSpPr/>
            <p:nvPr/>
          </p:nvSpPr>
          <p:spPr>
            <a:xfrm>
              <a:off x="6898792" y="1682495"/>
              <a:ext cx="24679" cy="26826"/>
            </a:xfrm>
            <a:custGeom>
              <a:avLst/>
              <a:gdLst/>
              <a:ahLst/>
              <a:cxnLst/>
              <a:rect l="l" t="t" r="r" b="b"/>
              <a:pathLst>
                <a:path w="770" h="837" extrusionOk="0">
                  <a:moveTo>
                    <a:pt x="769" y="1"/>
                  </a:moveTo>
                  <a:lnTo>
                    <a:pt x="769" y="1"/>
                  </a:lnTo>
                  <a:cubicBezTo>
                    <a:pt x="719" y="34"/>
                    <a:pt x="686" y="68"/>
                    <a:pt x="652" y="118"/>
                  </a:cubicBezTo>
                  <a:cubicBezTo>
                    <a:pt x="585" y="201"/>
                    <a:pt x="502" y="302"/>
                    <a:pt x="385" y="419"/>
                  </a:cubicBezTo>
                  <a:cubicBezTo>
                    <a:pt x="285" y="536"/>
                    <a:pt x="184" y="636"/>
                    <a:pt x="118" y="719"/>
                  </a:cubicBezTo>
                  <a:cubicBezTo>
                    <a:pt x="67" y="753"/>
                    <a:pt x="34" y="786"/>
                    <a:pt x="1" y="836"/>
                  </a:cubicBezTo>
                  <a:cubicBezTo>
                    <a:pt x="51" y="803"/>
                    <a:pt x="84" y="769"/>
                    <a:pt x="134" y="719"/>
                  </a:cubicBezTo>
                  <a:cubicBezTo>
                    <a:pt x="201" y="653"/>
                    <a:pt x="301" y="552"/>
                    <a:pt x="402" y="435"/>
                  </a:cubicBezTo>
                  <a:cubicBezTo>
                    <a:pt x="519" y="318"/>
                    <a:pt x="602" y="218"/>
                    <a:pt x="669" y="135"/>
                  </a:cubicBezTo>
                  <a:cubicBezTo>
                    <a:pt x="702" y="84"/>
                    <a:pt x="736" y="34"/>
                    <a:pt x="7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51"/>
            <p:cNvSpPr/>
            <p:nvPr/>
          </p:nvSpPr>
          <p:spPr>
            <a:xfrm>
              <a:off x="7244195" y="1640734"/>
              <a:ext cx="5384" cy="22531"/>
            </a:xfrm>
            <a:custGeom>
              <a:avLst/>
              <a:gdLst/>
              <a:ahLst/>
              <a:cxnLst/>
              <a:rect l="l" t="t" r="r" b="b"/>
              <a:pathLst>
                <a:path w="168" h="703" extrusionOk="0">
                  <a:moveTo>
                    <a:pt x="168" y="1"/>
                  </a:moveTo>
                  <a:lnTo>
                    <a:pt x="168" y="1"/>
                  </a:lnTo>
                  <a:cubicBezTo>
                    <a:pt x="151" y="34"/>
                    <a:pt x="134" y="67"/>
                    <a:pt x="134" y="101"/>
                  </a:cubicBezTo>
                  <a:cubicBezTo>
                    <a:pt x="118" y="168"/>
                    <a:pt x="101" y="251"/>
                    <a:pt x="67" y="351"/>
                  </a:cubicBezTo>
                  <a:cubicBezTo>
                    <a:pt x="51" y="435"/>
                    <a:pt x="34" y="535"/>
                    <a:pt x="17" y="602"/>
                  </a:cubicBezTo>
                  <a:cubicBezTo>
                    <a:pt x="17" y="636"/>
                    <a:pt x="1" y="669"/>
                    <a:pt x="1" y="702"/>
                  </a:cubicBezTo>
                  <a:cubicBezTo>
                    <a:pt x="17" y="669"/>
                    <a:pt x="34" y="636"/>
                    <a:pt x="34" y="602"/>
                  </a:cubicBezTo>
                  <a:cubicBezTo>
                    <a:pt x="51" y="535"/>
                    <a:pt x="84" y="452"/>
                    <a:pt x="101" y="351"/>
                  </a:cubicBezTo>
                  <a:cubicBezTo>
                    <a:pt x="118" y="251"/>
                    <a:pt x="134" y="168"/>
                    <a:pt x="151" y="101"/>
                  </a:cubicBezTo>
                  <a:cubicBezTo>
                    <a:pt x="168" y="67"/>
                    <a:pt x="168" y="34"/>
                    <a:pt x="1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51"/>
            <p:cNvSpPr/>
            <p:nvPr/>
          </p:nvSpPr>
          <p:spPr>
            <a:xfrm>
              <a:off x="7251149" y="1639676"/>
              <a:ext cx="5929" cy="25736"/>
            </a:xfrm>
            <a:custGeom>
              <a:avLst/>
              <a:gdLst/>
              <a:ahLst/>
              <a:cxnLst/>
              <a:rect l="l" t="t" r="r" b="b"/>
              <a:pathLst>
                <a:path w="185" h="803" extrusionOk="0">
                  <a:moveTo>
                    <a:pt x="1" y="0"/>
                  </a:moveTo>
                  <a:lnTo>
                    <a:pt x="1" y="0"/>
                  </a:lnTo>
                  <a:cubicBezTo>
                    <a:pt x="51" y="268"/>
                    <a:pt x="118" y="535"/>
                    <a:pt x="185" y="802"/>
                  </a:cubicBezTo>
                  <a:cubicBezTo>
                    <a:pt x="151" y="518"/>
                    <a:pt x="84" y="25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51"/>
            <p:cNvSpPr/>
            <p:nvPr/>
          </p:nvSpPr>
          <p:spPr>
            <a:xfrm>
              <a:off x="7084618" y="1500964"/>
              <a:ext cx="57337" cy="148904"/>
            </a:xfrm>
            <a:custGeom>
              <a:avLst/>
              <a:gdLst/>
              <a:ahLst/>
              <a:cxnLst/>
              <a:rect l="l" t="t" r="r" b="b"/>
              <a:pathLst>
                <a:path w="1789" h="4646" extrusionOk="0">
                  <a:moveTo>
                    <a:pt x="752" y="1"/>
                  </a:moveTo>
                  <a:cubicBezTo>
                    <a:pt x="752" y="1"/>
                    <a:pt x="736" y="1"/>
                    <a:pt x="702" y="17"/>
                  </a:cubicBezTo>
                  <a:cubicBezTo>
                    <a:pt x="669" y="51"/>
                    <a:pt x="619" y="84"/>
                    <a:pt x="569" y="118"/>
                  </a:cubicBezTo>
                  <a:cubicBezTo>
                    <a:pt x="418" y="235"/>
                    <a:pt x="284" y="385"/>
                    <a:pt x="201" y="569"/>
                  </a:cubicBezTo>
                  <a:cubicBezTo>
                    <a:pt x="84" y="836"/>
                    <a:pt x="17" y="1137"/>
                    <a:pt x="17" y="1421"/>
                  </a:cubicBezTo>
                  <a:cubicBezTo>
                    <a:pt x="0" y="1789"/>
                    <a:pt x="51" y="2156"/>
                    <a:pt x="184" y="2490"/>
                  </a:cubicBezTo>
                  <a:cubicBezTo>
                    <a:pt x="301" y="2824"/>
                    <a:pt x="485" y="3142"/>
                    <a:pt x="702" y="3443"/>
                  </a:cubicBezTo>
                  <a:cubicBezTo>
                    <a:pt x="869" y="3677"/>
                    <a:pt x="1053" y="3894"/>
                    <a:pt x="1254" y="4111"/>
                  </a:cubicBezTo>
                  <a:cubicBezTo>
                    <a:pt x="1437" y="4295"/>
                    <a:pt x="1571" y="4428"/>
                    <a:pt x="1671" y="4529"/>
                  </a:cubicBezTo>
                  <a:lnTo>
                    <a:pt x="1788" y="4646"/>
                  </a:lnTo>
                  <a:lnTo>
                    <a:pt x="1688" y="4529"/>
                  </a:lnTo>
                  <a:cubicBezTo>
                    <a:pt x="1588" y="4428"/>
                    <a:pt x="1437" y="4278"/>
                    <a:pt x="1270" y="4094"/>
                  </a:cubicBezTo>
                  <a:cubicBezTo>
                    <a:pt x="819" y="3626"/>
                    <a:pt x="452" y="3092"/>
                    <a:pt x="201" y="2474"/>
                  </a:cubicBezTo>
                  <a:cubicBezTo>
                    <a:pt x="84" y="2139"/>
                    <a:pt x="17" y="1789"/>
                    <a:pt x="34" y="1421"/>
                  </a:cubicBezTo>
                  <a:cubicBezTo>
                    <a:pt x="34" y="1137"/>
                    <a:pt x="101" y="853"/>
                    <a:pt x="218" y="585"/>
                  </a:cubicBezTo>
                  <a:cubicBezTo>
                    <a:pt x="301" y="402"/>
                    <a:pt x="418" y="235"/>
                    <a:pt x="585" y="118"/>
                  </a:cubicBezTo>
                  <a:cubicBezTo>
                    <a:pt x="685" y="34"/>
                    <a:pt x="769" y="1"/>
                    <a:pt x="7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51"/>
            <p:cNvSpPr/>
            <p:nvPr/>
          </p:nvSpPr>
          <p:spPr>
            <a:xfrm>
              <a:off x="6936803" y="1531507"/>
              <a:ext cx="223356" cy="1635"/>
            </a:xfrm>
            <a:custGeom>
              <a:avLst/>
              <a:gdLst/>
              <a:ahLst/>
              <a:cxnLst/>
              <a:rect l="l" t="t" r="r" b="b"/>
              <a:pathLst>
                <a:path w="6969" h="51" extrusionOk="0">
                  <a:moveTo>
                    <a:pt x="3476" y="0"/>
                  </a:moveTo>
                  <a:cubicBezTo>
                    <a:pt x="1555" y="0"/>
                    <a:pt x="1" y="0"/>
                    <a:pt x="1" y="33"/>
                  </a:cubicBezTo>
                  <a:cubicBezTo>
                    <a:pt x="1" y="50"/>
                    <a:pt x="1555" y="50"/>
                    <a:pt x="3476" y="50"/>
                  </a:cubicBezTo>
                  <a:cubicBezTo>
                    <a:pt x="5398" y="50"/>
                    <a:pt x="6968" y="50"/>
                    <a:pt x="6968" y="33"/>
                  </a:cubicBezTo>
                  <a:cubicBezTo>
                    <a:pt x="6968" y="0"/>
                    <a:pt x="5398" y="0"/>
                    <a:pt x="3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51"/>
            <p:cNvSpPr/>
            <p:nvPr/>
          </p:nvSpPr>
          <p:spPr>
            <a:xfrm>
              <a:off x="6910041" y="1563622"/>
              <a:ext cx="277425" cy="2179"/>
            </a:xfrm>
            <a:custGeom>
              <a:avLst/>
              <a:gdLst/>
              <a:ahLst/>
              <a:cxnLst/>
              <a:rect l="l" t="t" r="r" b="b"/>
              <a:pathLst>
                <a:path w="8656" h="68" extrusionOk="0">
                  <a:moveTo>
                    <a:pt x="4328" y="1"/>
                  </a:moveTo>
                  <a:cubicBezTo>
                    <a:pt x="1939" y="1"/>
                    <a:pt x="0" y="17"/>
                    <a:pt x="0" y="34"/>
                  </a:cubicBezTo>
                  <a:cubicBezTo>
                    <a:pt x="0" y="51"/>
                    <a:pt x="1939" y="67"/>
                    <a:pt x="4328" y="67"/>
                  </a:cubicBezTo>
                  <a:cubicBezTo>
                    <a:pt x="6717" y="67"/>
                    <a:pt x="8655" y="51"/>
                    <a:pt x="8655" y="34"/>
                  </a:cubicBezTo>
                  <a:cubicBezTo>
                    <a:pt x="8655" y="17"/>
                    <a:pt x="6717" y="1"/>
                    <a:pt x="43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51"/>
            <p:cNvSpPr/>
            <p:nvPr/>
          </p:nvSpPr>
          <p:spPr>
            <a:xfrm>
              <a:off x="6887542" y="1597370"/>
              <a:ext cx="333673" cy="1635"/>
            </a:xfrm>
            <a:custGeom>
              <a:avLst/>
              <a:gdLst/>
              <a:ahLst/>
              <a:cxnLst/>
              <a:rect l="l" t="t" r="r" b="b"/>
              <a:pathLst>
                <a:path w="10411" h="51" extrusionOk="0">
                  <a:moveTo>
                    <a:pt x="5214" y="0"/>
                  </a:moveTo>
                  <a:cubicBezTo>
                    <a:pt x="2340" y="0"/>
                    <a:pt x="1" y="0"/>
                    <a:pt x="1" y="17"/>
                  </a:cubicBezTo>
                  <a:cubicBezTo>
                    <a:pt x="1" y="50"/>
                    <a:pt x="2340" y="50"/>
                    <a:pt x="5214" y="50"/>
                  </a:cubicBezTo>
                  <a:cubicBezTo>
                    <a:pt x="8088" y="50"/>
                    <a:pt x="10410" y="50"/>
                    <a:pt x="10410" y="17"/>
                  </a:cubicBezTo>
                  <a:cubicBezTo>
                    <a:pt x="10410" y="0"/>
                    <a:pt x="8088" y="0"/>
                    <a:pt x="5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51"/>
            <p:cNvSpPr/>
            <p:nvPr/>
          </p:nvSpPr>
          <p:spPr>
            <a:xfrm>
              <a:off x="6862928" y="1632689"/>
              <a:ext cx="381844" cy="2179"/>
            </a:xfrm>
            <a:custGeom>
              <a:avLst/>
              <a:gdLst/>
              <a:ahLst/>
              <a:cxnLst/>
              <a:rect l="l" t="t" r="r" b="b"/>
              <a:pathLst>
                <a:path w="11914" h="68" extrusionOk="0">
                  <a:moveTo>
                    <a:pt x="5965" y="1"/>
                  </a:moveTo>
                  <a:cubicBezTo>
                    <a:pt x="2673" y="1"/>
                    <a:pt x="0" y="18"/>
                    <a:pt x="0" y="34"/>
                  </a:cubicBezTo>
                  <a:cubicBezTo>
                    <a:pt x="0" y="51"/>
                    <a:pt x="2673" y="68"/>
                    <a:pt x="5965" y="68"/>
                  </a:cubicBezTo>
                  <a:cubicBezTo>
                    <a:pt x="9257" y="68"/>
                    <a:pt x="11913" y="51"/>
                    <a:pt x="11913" y="34"/>
                  </a:cubicBezTo>
                  <a:cubicBezTo>
                    <a:pt x="11913" y="18"/>
                    <a:pt x="9257" y="1"/>
                    <a:pt x="59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51"/>
            <p:cNvSpPr/>
            <p:nvPr/>
          </p:nvSpPr>
          <p:spPr>
            <a:xfrm>
              <a:off x="6844178" y="1673938"/>
              <a:ext cx="294027" cy="2179"/>
            </a:xfrm>
            <a:custGeom>
              <a:avLst/>
              <a:gdLst/>
              <a:ahLst/>
              <a:cxnLst/>
              <a:rect l="l" t="t" r="r" b="b"/>
              <a:pathLst>
                <a:path w="9174" h="68" extrusionOk="0">
                  <a:moveTo>
                    <a:pt x="4578" y="1"/>
                  </a:moveTo>
                  <a:lnTo>
                    <a:pt x="1337" y="17"/>
                  </a:lnTo>
                  <a:lnTo>
                    <a:pt x="351" y="34"/>
                  </a:lnTo>
                  <a:lnTo>
                    <a:pt x="0" y="34"/>
                  </a:lnTo>
                  <a:cubicBezTo>
                    <a:pt x="34" y="51"/>
                    <a:pt x="67" y="51"/>
                    <a:pt x="101" y="51"/>
                  </a:cubicBezTo>
                  <a:lnTo>
                    <a:pt x="351" y="51"/>
                  </a:lnTo>
                  <a:lnTo>
                    <a:pt x="1337" y="67"/>
                  </a:lnTo>
                  <a:lnTo>
                    <a:pt x="7837" y="67"/>
                  </a:lnTo>
                  <a:lnTo>
                    <a:pt x="8806" y="51"/>
                  </a:lnTo>
                  <a:lnTo>
                    <a:pt x="9073" y="51"/>
                  </a:lnTo>
                  <a:cubicBezTo>
                    <a:pt x="9106" y="51"/>
                    <a:pt x="9140" y="51"/>
                    <a:pt x="9173" y="34"/>
                  </a:cubicBezTo>
                  <a:lnTo>
                    <a:pt x="8806" y="34"/>
                  </a:lnTo>
                  <a:lnTo>
                    <a:pt x="7837" y="17"/>
                  </a:lnTo>
                  <a:lnTo>
                    <a:pt x="45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51"/>
            <p:cNvSpPr/>
            <p:nvPr/>
          </p:nvSpPr>
          <p:spPr>
            <a:xfrm>
              <a:off x="7163332" y="1676630"/>
              <a:ext cx="176211" cy="1635"/>
            </a:xfrm>
            <a:custGeom>
              <a:avLst/>
              <a:gdLst/>
              <a:ahLst/>
              <a:cxnLst/>
              <a:rect l="l" t="t" r="r" b="b"/>
              <a:pathLst>
                <a:path w="5498" h="51" extrusionOk="0">
                  <a:moveTo>
                    <a:pt x="2757" y="0"/>
                  </a:moveTo>
                  <a:cubicBezTo>
                    <a:pt x="1237" y="0"/>
                    <a:pt x="1" y="0"/>
                    <a:pt x="1" y="17"/>
                  </a:cubicBezTo>
                  <a:cubicBezTo>
                    <a:pt x="1" y="50"/>
                    <a:pt x="1237" y="50"/>
                    <a:pt x="2757" y="50"/>
                  </a:cubicBezTo>
                  <a:cubicBezTo>
                    <a:pt x="4278" y="50"/>
                    <a:pt x="5498" y="50"/>
                    <a:pt x="5498" y="17"/>
                  </a:cubicBezTo>
                  <a:cubicBezTo>
                    <a:pt x="5498" y="0"/>
                    <a:pt x="4278" y="0"/>
                    <a:pt x="2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51"/>
            <p:cNvSpPr/>
            <p:nvPr/>
          </p:nvSpPr>
          <p:spPr>
            <a:xfrm>
              <a:off x="7198139" y="1713039"/>
              <a:ext cx="85189" cy="2179"/>
            </a:xfrm>
            <a:custGeom>
              <a:avLst/>
              <a:gdLst/>
              <a:ahLst/>
              <a:cxnLst/>
              <a:rect l="l" t="t" r="r" b="b"/>
              <a:pathLst>
                <a:path w="2658" h="68" extrusionOk="0">
                  <a:moveTo>
                    <a:pt x="1321" y="0"/>
                  </a:moveTo>
                  <a:cubicBezTo>
                    <a:pt x="585" y="0"/>
                    <a:pt x="1" y="17"/>
                    <a:pt x="1" y="34"/>
                  </a:cubicBezTo>
                  <a:cubicBezTo>
                    <a:pt x="1" y="50"/>
                    <a:pt x="585" y="67"/>
                    <a:pt x="1321" y="67"/>
                  </a:cubicBezTo>
                  <a:cubicBezTo>
                    <a:pt x="2072" y="67"/>
                    <a:pt x="2657" y="50"/>
                    <a:pt x="2657" y="34"/>
                  </a:cubicBezTo>
                  <a:cubicBezTo>
                    <a:pt x="2657" y="17"/>
                    <a:pt x="2072" y="0"/>
                    <a:pt x="13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51"/>
            <p:cNvSpPr/>
            <p:nvPr/>
          </p:nvSpPr>
          <p:spPr>
            <a:xfrm>
              <a:off x="7262944" y="1635926"/>
              <a:ext cx="130155" cy="2179"/>
            </a:xfrm>
            <a:custGeom>
              <a:avLst/>
              <a:gdLst/>
              <a:ahLst/>
              <a:cxnLst/>
              <a:rect l="l" t="t" r="r" b="b"/>
              <a:pathLst>
                <a:path w="4061" h="68" extrusionOk="0">
                  <a:moveTo>
                    <a:pt x="2039" y="0"/>
                  </a:moveTo>
                  <a:cubicBezTo>
                    <a:pt x="903" y="0"/>
                    <a:pt x="0" y="17"/>
                    <a:pt x="0" y="34"/>
                  </a:cubicBezTo>
                  <a:cubicBezTo>
                    <a:pt x="0" y="50"/>
                    <a:pt x="903" y="67"/>
                    <a:pt x="2039" y="67"/>
                  </a:cubicBezTo>
                  <a:cubicBezTo>
                    <a:pt x="3158" y="67"/>
                    <a:pt x="4061" y="50"/>
                    <a:pt x="4061" y="34"/>
                  </a:cubicBezTo>
                  <a:cubicBezTo>
                    <a:pt x="4061" y="17"/>
                    <a:pt x="3158" y="0"/>
                    <a:pt x="20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51"/>
            <p:cNvSpPr/>
            <p:nvPr/>
          </p:nvSpPr>
          <p:spPr>
            <a:xfrm>
              <a:off x="6833474" y="1717301"/>
              <a:ext cx="307392" cy="2179"/>
            </a:xfrm>
            <a:custGeom>
              <a:avLst/>
              <a:gdLst/>
              <a:ahLst/>
              <a:cxnLst/>
              <a:rect l="l" t="t" r="r" b="b"/>
              <a:pathLst>
                <a:path w="9591" h="68" extrusionOk="0">
                  <a:moveTo>
                    <a:pt x="4795" y="1"/>
                  </a:moveTo>
                  <a:cubicBezTo>
                    <a:pt x="2156" y="1"/>
                    <a:pt x="0" y="18"/>
                    <a:pt x="0" y="34"/>
                  </a:cubicBezTo>
                  <a:cubicBezTo>
                    <a:pt x="0" y="51"/>
                    <a:pt x="2156" y="68"/>
                    <a:pt x="4795" y="68"/>
                  </a:cubicBezTo>
                  <a:cubicBezTo>
                    <a:pt x="7452" y="68"/>
                    <a:pt x="9591" y="51"/>
                    <a:pt x="9591" y="34"/>
                  </a:cubicBezTo>
                  <a:cubicBezTo>
                    <a:pt x="9591" y="18"/>
                    <a:pt x="7452" y="1"/>
                    <a:pt x="47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51"/>
            <p:cNvSpPr/>
            <p:nvPr/>
          </p:nvSpPr>
          <p:spPr>
            <a:xfrm>
              <a:off x="6919143" y="1765505"/>
              <a:ext cx="224414" cy="2179"/>
            </a:xfrm>
            <a:custGeom>
              <a:avLst/>
              <a:gdLst/>
              <a:ahLst/>
              <a:cxnLst/>
              <a:rect l="l" t="t" r="r" b="b"/>
              <a:pathLst>
                <a:path w="7002" h="68" extrusionOk="0">
                  <a:moveTo>
                    <a:pt x="3509" y="1"/>
                  </a:moveTo>
                  <a:cubicBezTo>
                    <a:pt x="1571" y="1"/>
                    <a:pt x="0" y="17"/>
                    <a:pt x="0" y="34"/>
                  </a:cubicBezTo>
                  <a:cubicBezTo>
                    <a:pt x="0" y="51"/>
                    <a:pt x="1571" y="68"/>
                    <a:pt x="3509" y="68"/>
                  </a:cubicBezTo>
                  <a:cubicBezTo>
                    <a:pt x="5431" y="68"/>
                    <a:pt x="7001" y="51"/>
                    <a:pt x="7001" y="34"/>
                  </a:cubicBezTo>
                  <a:cubicBezTo>
                    <a:pt x="7001" y="17"/>
                    <a:pt x="5431" y="1"/>
                    <a:pt x="3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51"/>
            <p:cNvSpPr/>
            <p:nvPr/>
          </p:nvSpPr>
          <p:spPr>
            <a:xfrm>
              <a:off x="6919143" y="1804061"/>
              <a:ext cx="224414" cy="2179"/>
            </a:xfrm>
            <a:custGeom>
              <a:avLst/>
              <a:gdLst/>
              <a:ahLst/>
              <a:cxnLst/>
              <a:rect l="l" t="t" r="r" b="b"/>
              <a:pathLst>
                <a:path w="7002" h="68" extrusionOk="0">
                  <a:moveTo>
                    <a:pt x="3509" y="1"/>
                  </a:moveTo>
                  <a:cubicBezTo>
                    <a:pt x="1571" y="1"/>
                    <a:pt x="0" y="17"/>
                    <a:pt x="0" y="34"/>
                  </a:cubicBezTo>
                  <a:cubicBezTo>
                    <a:pt x="0" y="51"/>
                    <a:pt x="1571" y="68"/>
                    <a:pt x="3509" y="68"/>
                  </a:cubicBezTo>
                  <a:cubicBezTo>
                    <a:pt x="5431" y="68"/>
                    <a:pt x="7001" y="51"/>
                    <a:pt x="7001" y="34"/>
                  </a:cubicBezTo>
                  <a:cubicBezTo>
                    <a:pt x="7001" y="17"/>
                    <a:pt x="5431" y="1"/>
                    <a:pt x="3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1"/>
            <p:cNvSpPr/>
            <p:nvPr/>
          </p:nvSpPr>
          <p:spPr>
            <a:xfrm>
              <a:off x="6919143" y="1848514"/>
              <a:ext cx="224414" cy="2179"/>
            </a:xfrm>
            <a:custGeom>
              <a:avLst/>
              <a:gdLst/>
              <a:ahLst/>
              <a:cxnLst/>
              <a:rect l="l" t="t" r="r" b="b"/>
              <a:pathLst>
                <a:path w="7002" h="68" extrusionOk="0">
                  <a:moveTo>
                    <a:pt x="3509" y="1"/>
                  </a:moveTo>
                  <a:cubicBezTo>
                    <a:pt x="1571" y="1"/>
                    <a:pt x="0" y="17"/>
                    <a:pt x="0" y="34"/>
                  </a:cubicBezTo>
                  <a:cubicBezTo>
                    <a:pt x="0" y="51"/>
                    <a:pt x="1571" y="67"/>
                    <a:pt x="3509" y="67"/>
                  </a:cubicBezTo>
                  <a:cubicBezTo>
                    <a:pt x="5431" y="67"/>
                    <a:pt x="7001" y="51"/>
                    <a:pt x="7001" y="34"/>
                  </a:cubicBezTo>
                  <a:cubicBezTo>
                    <a:pt x="7001" y="17"/>
                    <a:pt x="5431" y="1"/>
                    <a:pt x="3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1"/>
            <p:cNvSpPr/>
            <p:nvPr/>
          </p:nvSpPr>
          <p:spPr>
            <a:xfrm>
              <a:off x="7302558" y="1608620"/>
              <a:ext cx="91086" cy="1635"/>
            </a:xfrm>
            <a:custGeom>
              <a:avLst/>
              <a:gdLst/>
              <a:ahLst/>
              <a:cxnLst/>
              <a:rect l="l" t="t" r="r" b="b"/>
              <a:pathLst>
                <a:path w="2842" h="51" extrusionOk="0">
                  <a:moveTo>
                    <a:pt x="1421" y="0"/>
                  </a:moveTo>
                  <a:cubicBezTo>
                    <a:pt x="636" y="0"/>
                    <a:pt x="1" y="0"/>
                    <a:pt x="1" y="34"/>
                  </a:cubicBezTo>
                  <a:cubicBezTo>
                    <a:pt x="1" y="50"/>
                    <a:pt x="636" y="50"/>
                    <a:pt x="1421" y="50"/>
                  </a:cubicBezTo>
                  <a:cubicBezTo>
                    <a:pt x="2206" y="50"/>
                    <a:pt x="2841" y="50"/>
                    <a:pt x="2841" y="34"/>
                  </a:cubicBezTo>
                  <a:cubicBezTo>
                    <a:pt x="2841" y="0"/>
                    <a:pt x="2206" y="0"/>
                    <a:pt x="14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1"/>
            <p:cNvSpPr/>
            <p:nvPr/>
          </p:nvSpPr>
          <p:spPr>
            <a:xfrm>
              <a:off x="6822224" y="2561819"/>
              <a:ext cx="71792" cy="48235"/>
            </a:xfrm>
            <a:custGeom>
              <a:avLst/>
              <a:gdLst/>
              <a:ahLst/>
              <a:cxnLst/>
              <a:rect l="l" t="t" r="r" b="b"/>
              <a:pathLst>
                <a:path w="2240" h="1505" extrusionOk="0">
                  <a:moveTo>
                    <a:pt x="318" y="0"/>
                  </a:moveTo>
                  <a:lnTo>
                    <a:pt x="0" y="1253"/>
                  </a:lnTo>
                  <a:lnTo>
                    <a:pt x="2156" y="1504"/>
                  </a:lnTo>
                  <a:lnTo>
                    <a:pt x="2239" y="251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1"/>
            <p:cNvSpPr/>
            <p:nvPr/>
          </p:nvSpPr>
          <p:spPr>
            <a:xfrm>
              <a:off x="6857031" y="2563421"/>
              <a:ext cx="6442" cy="36986"/>
            </a:xfrm>
            <a:custGeom>
              <a:avLst/>
              <a:gdLst/>
              <a:ahLst/>
              <a:cxnLst/>
              <a:rect l="l" t="t" r="r" b="b"/>
              <a:pathLst>
                <a:path w="201" h="1154" extrusionOk="0">
                  <a:moveTo>
                    <a:pt x="201" y="0"/>
                  </a:moveTo>
                  <a:lnTo>
                    <a:pt x="201" y="0"/>
                  </a:lnTo>
                  <a:cubicBezTo>
                    <a:pt x="84" y="385"/>
                    <a:pt x="17" y="769"/>
                    <a:pt x="0" y="1153"/>
                  </a:cubicBezTo>
                  <a:cubicBezTo>
                    <a:pt x="67" y="969"/>
                    <a:pt x="101" y="786"/>
                    <a:pt x="134" y="585"/>
                  </a:cubicBezTo>
                  <a:cubicBezTo>
                    <a:pt x="167" y="401"/>
                    <a:pt x="201" y="201"/>
                    <a:pt x="2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1"/>
            <p:cNvSpPr/>
            <p:nvPr/>
          </p:nvSpPr>
          <p:spPr>
            <a:xfrm>
              <a:off x="6823827" y="2594478"/>
              <a:ext cx="67497" cy="11282"/>
            </a:xfrm>
            <a:custGeom>
              <a:avLst/>
              <a:gdLst/>
              <a:ahLst/>
              <a:cxnLst/>
              <a:rect l="l" t="t" r="r" b="b"/>
              <a:pathLst>
                <a:path w="2106" h="352" extrusionOk="0">
                  <a:moveTo>
                    <a:pt x="0" y="0"/>
                  </a:moveTo>
                  <a:cubicBezTo>
                    <a:pt x="101" y="34"/>
                    <a:pt x="201" y="51"/>
                    <a:pt x="301" y="67"/>
                  </a:cubicBezTo>
                  <a:cubicBezTo>
                    <a:pt x="502" y="117"/>
                    <a:pt x="752" y="151"/>
                    <a:pt x="1053" y="201"/>
                  </a:cubicBezTo>
                  <a:lnTo>
                    <a:pt x="1805" y="318"/>
                  </a:lnTo>
                  <a:cubicBezTo>
                    <a:pt x="1905" y="335"/>
                    <a:pt x="2005" y="335"/>
                    <a:pt x="2106" y="351"/>
                  </a:cubicBezTo>
                  <a:cubicBezTo>
                    <a:pt x="2022" y="301"/>
                    <a:pt x="1922" y="285"/>
                    <a:pt x="1805" y="268"/>
                  </a:cubicBezTo>
                  <a:cubicBezTo>
                    <a:pt x="1621" y="234"/>
                    <a:pt x="1354" y="184"/>
                    <a:pt x="1070" y="134"/>
                  </a:cubicBezTo>
                  <a:lnTo>
                    <a:pt x="318" y="34"/>
                  </a:lnTo>
                  <a:cubicBezTo>
                    <a:pt x="218" y="17"/>
                    <a:pt x="101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1"/>
            <p:cNvSpPr/>
            <p:nvPr/>
          </p:nvSpPr>
          <p:spPr>
            <a:xfrm>
              <a:off x="7072823" y="2571466"/>
              <a:ext cx="139289" cy="29133"/>
            </a:xfrm>
            <a:custGeom>
              <a:avLst/>
              <a:gdLst/>
              <a:ahLst/>
              <a:cxnLst/>
              <a:rect l="l" t="t" r="r" b="b"/>
              <a:pathLst>
                <a:path w="4346" h="909" extrusionOk="0">
                  <a:moveTo>
                    <a:pt x="2340" y="0"/>
                  </a:moveTo>
                  <a:lnTo>
                    <a:pt x="1" y="67"/>
                  </a:lnTo>
                  <a:lnTo>
                    <a:pt x="18" y="886"/>
                  </a:lnTo>
                  <a:lnTo>
                    <a:pt x="151" y="886"/>
                  </a:lnTo>
                  <a:cubicBezTo>
                    <a:pt x="458" y="893"/>
                    <a:pt x="1206" y="909"/>
                    <a:pt x="1957" y="909"/>
                  </a:cubicBezTo>
                  <a:cubicBezTo>
                    <a:pt x="2800" y="909"/>
                    <a:pt x="3647" y="889"/>
                    <a:pt x="3877" y="819"/>
                  </a:cubicBezTo>
                  <a:cubicBezTo>
                    <a:pt x="4345" y="652"/>
                    <a:pt x="2357" y="251"/>
                    <a:pt x="2357" y="251"/>
                  </a:cubicBezTo>
                  <a:lnTo>
                    <a:pt x="23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1"/>
            <p:cNvSpPr/>
            <p:nvPr/>
          </p:nvSpPr>
          <p:spPr>
            <a:xfrm>
              <a:off x="7072823" y="2577780"/>
              <a:ext cx="27339" cy="21025"/>
            </a:xfrm>
            <a:custGeom>
              <a:avLst/>
              <a:gdLst/>
              <a:ahLst/>
              <a:cxnLst/>
              <a:rect l="l" t="t" r="r" b="b"/>
              <a:pathLst>
                <a:path w="853" h="656" extrusionOk="0">
                  <a:moveTo>
                    <a:pt x="75" y="0"/>
                  </a:moveTo>
                  <a:cubicBezTo>
                    <a:pt x="51" y="0"/>
                    <a:pt x="26" y="1"/>
                    <a:pt x="1" y="4"/>
                  </a:cubicBezTo>
                  <a:lnTo>
                    <a:pt x="18" y="655"/>
                  </a:lnTo>
                  <a:lnTo>
                    <a:pt x="853" y="655"/>
                  </a:lnTo>
                  <a:cubicBezTo>
                    <a:pt x="820" y="455"/>
                    <a:pt x="703" y="271"/>
                    <a:pt x="552" y="154"/>
                  </a:cubicBezTo>
                  <a:cubicBezTo>
                    <a:pt x="406" y="52"/>
                    <a:pt x="247" y="0"/>
                    <a:pt x="75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1"/>
            <p:cNvSpPr/>
            <p:nvPr/>
          </p:nvSpPr>
          <p:spPr>
            <a:xfrm>
              <a:off x="7073368" y="2586978"/>
              <a:ext cx="128553" cy="14070"/>
            </a:xfrm>
            <a:custGeom>
              <a:avLst/>
              <a:gdLst/>
              <a:ahLst/>
              <a:cxnLst/>
              <a:rect l="l" t="t" r="r" b="b"/>
              <a:pathLst>
                <a:path w="4011" h="439" extrusionOk="0">
                  <a:moveTo>
                    <a:pt x="3309" y="1"/>
                  </a:moveTo>
                  <a:cubicBezTo>
                    <a:pt x="3175" y="1"/>
                    <a:pt x="3108" y="301"/>
                    <a:pt x="3108" y="301"/>
                  </a:cubicBezTo>
                  <a:lnTo>
                    <a:pt x="1" y="351"/>
                  </a:lnTo>
                  <a:lnTo>
                    <a:pt x="1" y="402"/>
                  </a:lnTo>
                  <a:cubicBezTo>
                    <a:pt x="363" y="427"/>
                    <a:pt x="869" y="439"/>
                    <a:pt x="1399" y="439"/>
                  </a:cubicBezTo>
                  <a:cubicBezTo>
                    <a:pt x="2578" y="439"/>
                    <a:pt x="3869" y="382"/>
                    <a:pt x="3927" y="301"/>
                  </a:cubicBezTo>
                  <a:cubicBezTo>
                    <a:pt x="4011" y="184"/>
                    <a:pt x="3309" y="1"/>
                    <a:pt x="3309" y="1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1"/>
            <p:cNvSpPr/>
            <p:nvPr/>
          </p:nvSpPr>
          <p:spPr>
            <a:xfrm>
              <a:off x="7077118" y="2595535"/>
              <a:ext cx="121053" cy="3269"/>
            </a:xfrm>
            <a:custGeom>
              <a:avLst/>
              <a:gdLst/>
              <a:ahLst/>
              <a:cxnLst/>
              <a:rect l="l" t="t" r="r" b="b"/>
              <a:pathLst>
                <a:path w="3777" h="102" extrusionOk="0">
                  <a:moveTo>
                    <a:pt x="3660" y="1"/>
                  </a:moveTo>
                  <a:lnTo>
                    <a:pt x="3225" y="18"/>
                  </a:lnTo>
                  <a:cubicBezTo>
                    <a:pt x="2874" y="34"/>
                    <a:pt x="2373" y="51"/>
                    <a:pt x="1822" y="68"/>
                  </a:cubicBezTo>
                  <a:cubicBezTo>
                    <a:pt x="1287" y="68"/>
                    <a:pt x="786" y="84"/>
                    <a:pt x="418" y="84"/>
                  </a:cubicBezTo>
                  <a:lnTo>
                    <a:pt x="0" y="84"/>
                  </a:lnTo>
                  <a:lnTo>
                    <a:pt x="418" y="101"/>
                  </a:lnTo>
                  <a:cubicBezTo>
                    <a:pt x="786" y="101"/>
                    <a:pt x="1287" y="101"/>
                    <a:pt x="1822" y="84"/>
                  </a:cubicBezTo>
                  <a:cubicBezTo>
                    <a:pt x="2373" y="84"/>
                    <a:pt x="2874" y="51"/>
                    <a:pt x="3225" y="34"/>
                  </a:cubicBezTo>
                  <a:lnTo>
                    <a:pt x="3660" y="18"/>
                  </a:lnTo>
                  <a:lnTo>
                    <a:pt x="37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1"/>
            <p:cNvSpPr/>
            <p:nvPr/>
          </p:nvSpPr>
          <p:spPr>
            <a:xfrm>
              <a:off x="7172979" y="2585920"/>
              <a:ext cx="6987" cy="11794"/>
            </a:xfrm>
            <a:custGeom>
              <a:avLst/>
              <a:gdLst/>
              <a:ahLst/>
              <a:cxnLst/>
              <a:rect l="l" t="t" r="r" b="b"/>
              <a:pathLst>
                <a:path w="218" h="368" extrusionOk="0">
                  <a:moveTo>
                    <a:pt x="218" y="0"/>
                  </a:moveTo>
                  <a:lnTo>
                    <a:pt x="218" y="0"/>
                  </a:lnTo>
                  <a:cubicBezTo>
                    <a:pt x="84" y="67"/>
                    <a:pt x="0" y="217"/>
                    <a:pt x="0" y="368"/>
                  </a:cubicBezTo>
                  <a:cubicBezTo>
                    <a:pt x="34" y="234"/>
                    <a:pt x="101" y="100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1"/>
            <p:cNvSpPr/>
            <p:nvPr/>
          </p:nvSpPr>
          <p:spPr>
            <a:xfrm>
              <a:off x="7150480" y="2580985"/>
              <a:ext cx="4327" cy="6122"/>
            </a:xfrm>
            <a:custGeom>
              <a:avLst/>
              <a:gdLst/>
              <a:ahLst/>
              <a:cxnLst/>
              <a:rect l="l" t="t" r="r" b="b"/>
              <a:pathLst>
                <a:path w="135" h="191" extrusionOk="0">
                  <a:moveTo>
                    <a:pt x="127" y="0"/>
                  </a:moveTo>
                  <a:cubicBezTo>
                    <a:pt x="109" y="0"/>
                    <a:pt x="80" y="44"/>
                    <a:pt x="51" y="87"/>
                  </a:cubicBezTo>
                  <a:cubicBezTo>
                    <a:pt x="17" y="137"/>
                    <a:pt x="1" y="188"/>
                    <a:pt x="1" y="188"/>
                  </a:cubicBezTo>
                  <a:cubicBezTo>
                    <a:pt x="3" y="190"/>
                    <a:pt x="5" y="191"/>
                    <a:pt x="8" y="191"/>
                  </a:cubicBezTo>
                  <a:cubicBezTo>
                    <a:pt x="26" y="191"/>
                    <a:pt x="55" y="147"/>
                    <a:pt x="84" y="104"/>
                  </a:cubicBezTo>
                  <a:cubicBezTo>
                    <a:pt x="118" y="54"/>
                    <a:pt x="134" y="4"/>
                    <a:pt x="134" y="4"/>
                  </a:cubicBezTo>
                  <a:cubicBezTo>
                    <a:pt x="132" y="2"/>
                    <a:pt x="129" y="0"/>
                    <a:pt x="1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51"/>
            <p:cNvSpPr/>
            <p:nvPr/>
          </p:nvSpPr>
          <p:spPr>
            <a:xfrm>
              <a:off x="7144583" y="2579863"/>
              <a:ext cx="4872" cy="4487"/>
            </a:xfrm>
            <a:custGeom>
              <a:avLst/>
              <a:gdLst/>
              <a:ahLst/>
              <a:cxnLst/>
              <a:rect l="l" t="t" r="r" b="b"/>
              <a:pathLst>
                <a:path w="152" h="140" extrusionOk="0">
                  <a:moveTo>
                    <a:pt x="140" y="1"/>
                  </a:moveTo>
                  <a:cubicBezTo>
                    <a:pt x="122" y="1"/>
                    <a:pt x="95" y="28"/>
                    <a:pt x="68" y="55"/>
                  </a:cubicBezTo>
                  <a:cubicBezTo>
                    <a:pt x="17" y="89"/>
                    <a:pt x="1" y="122"/>
                    <a:pt x="1" y="139"/>
                  </a:cubicBezTo>
                  <a:cubicBezTo>
                    <a:pt x="1" y="139"/>
                    <a:pt x="34" y="106"/>
                    <a:pt x="84" y="72"/>
                  </a:cubicBezTo>
                  <a:cubicBezTo>
                    <a:pt x="118" y="39"/>
                    <a:pt x="151" y="5"/>
                    <a:pt x="151" y="5"/>
                  </a:cubicBezTo>
                  <a:cubicBezTo>
                    <a:pt x="148" y="2"/>
                    <a:pt x="144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51"/>
            <p:cNvSpPr/>
            <p:nvPr/>
          </p:nvSpPr>
          <p:spPr>
            <a:xfrm>
              <a:off x="7140833" y="2576562"/>
              <a:ext cx="7532" cy="1058"/>
            </a:xfrm>
            <a:custGeom>
              <a:avLst/>
              <a:gdLst/>
              <a:ahLst/>
              <a:cxnLst/>
              <a:rect l="l" t="t" r="r" b="b"/>
              <a:pathLst>
                <a:path w="235" h="33" extrusionOk="0">
                  <a:moveTo>
                    <a:pt x="156" y="1"/>
                  </a:moveTo>
                  <a:cubicBezTo>
                    <a:pt x="142" y="1"/>
                    <a:pt x="129" y="3"/>
                    <a:pt x="118" y="8"/>
                  </a:cubicBezTo>
                  <a:cubicBezTo>
                    <a:pt x="103" y="3"/>
                    <a:pt x="90" y="1"/>
                    <a:pt x="78" y="1"/>
                  </a:cubicBezTo>
                  <a:cubicBezTo>
                    <a:pt x="48" y="1"/>
                    <a:pt x="24" y="13"/>
                    <a:pt x="1" y="25"/>
                  </a:cubicBezTo>
                  <a:cubicBezTo>
                    <a:pt x="23" y="25"/>
                    <a:pt x="45" y="32"/>
                    <a:pt x="73" y="32"/>
                  </a:cubicBezTo>
                  <a:cubicBezTo>
                    <a:pt x="86" y="32"/>
                    <a:pt x="101" y="30"/>
                    <a:pt x="118" y="25"/>
                  </a:cubicBezTo>
                  <a:cubicBezTo>
                    <a:pt x="128" y="30"/>
                    <a:pt x="139" y="32"/>
                    <a:pt x="151" y="32"/>
                  </a:cubicBezTo>
                  <a:cubicBezTo>
                    <a:pt x="179" y="32"/>
                    <a:pt x="211" y="20"/>
                    <a:pt x="235" y="8"/>
                  </a:cubicBezTo>
                  <a:cubicBezTo>
                    <a:pt x="212" y="8"/>
                    <a:pt x="183" y="1"/>
                    <a:pt x="1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51"/>
            <p:cNvSpPr/>
            <p:nvPr/>
          </p:nvSpPr>
          <p:spPr>
            <a:xfrm>
              <a:off x="7139231" y="2571979"/>
              <a:ext cx="8621" cy="1314"/>
            </a:xfrm>
            <a:custGeom>
              <a:avLst/>
              <a:gdLst/>
              <a:ahLst/>
              <a:cxnLst/>
              <a:rect l="l" t="t" r="r" b="b"/>
              <a:pathLst>
                <a:path w="269" h="41" extrusionOk="0">
                  <a:moveTo>
                    <a:pt x="1" y="1"/>
                  </a:moveTo>
                  <a:cubicBezTo>
                    <a:pt x="47" y="28"/>
                    <a:pt x="98" y="41"/>
                    <a:pt x="148" y="41"/>
                  </a:cubicBezTo>
                  <a:cubicBezTo>
                    <a:pt x="190" y="41"/>
                    <a:pt x="230" y="32"/>
                    <a:pt x="268" y="17"/>
                  </a:cubicBezTo>
                  <a:lnTo>
                    <a:pt x="134" y="17"/>
                  </a:lnTo>
                  <a:cubicBezTo>
                    <a:pt x="84" y="1"/>
                    <a:pt x="51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51"/>
            <p:cNvSpPr/>
            <p:nvPr/>
          </p:nvSpPr>
          <p:spPr>
            <a:xfrm>
              <a:off x="7153173" y="2573677"/>
              <a:ext cx="13942" cy="7980"/>
            </a:xfrm>
            <a:custGeom>
              <a:avLst/>
              <a:gdLst/>
              <a:ahLst/>
              <a:cxnLst/>
              <a:rect l="l" t="t" r="r" b="b"/>
              <a:pathLst>
                <a:path w="435" h="249" extrusionOk="0">
                  <a:moveTo>
                    <a:pt x="287" y="20"/>
                  </a:moveTo>
                  <a:cubicBezTo>
                    <a:pt x="323" y="20"/>
                    <a:pt x="362" y="28"/>
                    <a:pt x="401" y="48"/>
                  </a:cubicBezTo>
                  <a:cubicBezTo>
                    <a:pt x="418" y="65"/>
                    <a:pt x="418" y="98"/>
                    <a:pt x="384" y="115"/>
                  </a:cubicBezTo>
                  <a:cubicBezTo>
                    <a:pt x="351" y="132"/>
                    <a:pt x="334" y="132"/>
                    <a:pt x="301" y="148"/>
                  </a:cubicBezTo>
                  <a:cubicBezTo>
                    <a:pt x="251" y="165"/>
                    <a:pt x="201" y="182"/>
                    <a:pt x="150" y="198"/>
                  </a:cubicBezTo>
                  <a:cubicBezTo>
                    <a:pt x="100" y="207"/>
                    <a:pt x="62" y="211"/>
                    <a:pt x="36" y="213"/>
                  </a:cubicBezTo>
                  <a:lnTo>
                    <a:pt x="36" y="213"/>
                  </a:lnTo>
                  <a:cubicBezTo>
                    <a:pt x="53" y="185"/>
                    <a:pt x="72" y="154"/>
                    <a:pt x="84" y="132"/>
                  </a:cubicBezTo>
                  <a:cubicBezTo>
                    <a:pt x="117" y="81"/>
                    <a:pt x="167" y="48"/>
                    <a:pt x="217" y="31"/>
                  </a:cubicBezTo>
                  <a:cubicBezTo>
                    <a:pt x="238" y="24"/>
                    <a:pt x="262" y="20"/>
                    <a:pt x="287" y="20"/>
                  </a:cubicBezTo>
                  <a:close/>
                  <a:moveTo>
                    <a:pt x="294" y="1"/>
                  </a:moveTo>
                  <a:cubicBezTo>
                    <a:pt x="205" y="1"/>
                    <a:pt x="124" y="46"/>
                    <a:pt x="67" y="115"/>
                  </a:cubicBezTo>
                  <a:cubicBezTo>
                    <a:pt x="51" y="148"/>
                    <a:pt x="34" y="180"/>
                    <a:pt x="34" y="213"/>
                  </a:cubicBezTo>
                  <a:lnTo>
                    <a:pt x="34" y="213"/>
                  </a:lnTo>
                  <a:cubicBezTo>
                    <a:pt x="11" y="215"/>
                    <a:pt x="0" y="215"/>
                    <a:pt x="0" y="215"/>
                  </a:cubicBezTo>
                  <a:lnTo>
                    <a:pt x="34" y="215"/>
                  </a:lnTo>
                  <a:cubicBezTo>
                    <a:pt x="17" y="232"/>
                    <a:pt x="17" y="248"/>
                    <a:pt x="17" y="248"/>
                  </a:cubicBezTo>
                  <a:cubicBezTo>
                    <a:pt x="22" y="239"/>
                    <a:pt x="28" y="227"/>
                    <a:pt x="35" y="215"/>
                  </a:cubicBezTo>
                  <a:lnTo>
                    <a:pt x="150" y="215"/>
                  </a:lnTo>
                  <a:cubicBezTo>
                    <a:pt x="201" y="198"/>
                    <a:pt x="251" y="182"/>
                    <a:pt x="301" y="165"/>
                  </a:cubicBezTo>
                  <a:cubicBezTo>
                    <a:pt x="334" y="165"/>
                    <a:pt x="368" y="148"/>
                    <a:pt x="401" y="132"/>
                  </a:cubicBezTo>
                  <a:cubicBezTo>
                    <a:pt x="418" y="115"/>
                    <a:pt x="435" y="98"/>
                    <a:pt x="435" y="81"/>
                  </a:cubicBezTo>
                  <a:cubicBezTo>
                    <a:pt x="435" y="65"/>
                    <a:pt x="435" y="31"/>
                    <a:pt x="418" y="31"/>
                  </a:cubicBezTo>
                  <a:cubicBezTo>
                    <a:pt x="376" y="10"/>
                    <a:pt x="334" y="1"/>
                    <a:pt x="2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51"/>
            <p:cNvSpPr/>
            <p:nvPr/>
          </p:nvSpPr>
          <p:spPr>
            <a:xfrm>
              <a:off x="7147820" y="2571466"/>
              <a:ext cx="7500" cy="9134"/>
            </a:xfrm>
            <a:custGeom>
              <a:avLst/>
              <a:gdLst/>
              <a:ahLst/>
              <a:cxnLst/>
              <a:rect l="l" t="t" r="r" b="b"/>
              <a:pathLst>
                <a:path w="234" h="285" extrusionOk="0">
                  <a:moveTo>
                    <a:pt x="50" y="0"/>
                  </a:moveTo>
                  <a:cubicBezTo>
                    <a:pt x="17" y="17"/>
                    <a:pt x="0" y="50"/>
                    <a:pt x="0" y="67"/>
                  </a:cubicBezTo>
                  <a:cubicBezTo>
                    <a:pt x="17" y="100"/>
                    <a:pt x="17" y="117"/>
                    <a:pt x="33" y="134"/>
                  </a:cubicBezTo>
                  <a:cubicBezTo>
                    <a:pt x="50" y="167"/>
                    <a:pt x="84" y="201"/>
                    <a:pt x="100" y="234"/>
                  </a:cubicBezTo>
                  <a:cubicBezTo>
                    <a:pt x="134" y="251"/>
                    <a:pt x="167" y="284"/>
                    <a:pt x="201" y="284"/>
                  </a:cubicBezTo>
                  <a:cubicBezTo>
                    <a:pt x="201" y="284"/>
                    <a:pt x="167" y="267"/>
                    <a:pt x="117" y="217"/>
                  </a:cubicBezTo>
                  <a:cubicBezTo>
                    <a:pt x="100" y="184"/>
                    <a:pt x="67" y="167"/>
                    <a:pt x="50" y="134"/>
                  </a:cubicBezTo>
                  <a:cubicBezTo>
                    <a:pt x="33" y="100"/>
                    <a:pt x="17" y="33"/>
                    <a:pt x="50" y="33"/>
                  </a:cubicBezTo>
                  <a:cubicBezTo>
                    <a:pt x="100" y="33"/>
                    <a:pt x="134" y="67"/>
                    <a:pt x="150" y="100"/>
                  </a:cubicBezTo>
                  <a:cubicBezTo>
                    <a:pt x="184" y="117"/>
                    <a:pt x="184" y="150"/>
                    <a:pt x="201" y="184"/>
                  </a:cubicBezTo>
                  <a:cubicBezTo>
                    <a:pt x="201" y="213"/>
                    <a:pt x="201" y="243"/>
                    <a:pt x="201" y="284"/>
                  </a:cubicBezTo>
                  <a:cubicBezTo>
                    <a:pt x="217" y="267"/>
                    <a:pt x="234" y="217"/>
                    <a:pt x="217" y="184"/>
                  </a:cubicBezTo>
                  <a:cubicBezTo>
                    <a:pt x="217" y="150"/>
                    <a:pt x="201" y="117"/>
                    <a:pt x="184" y="84"/>
                  </a:cubicBezTo>
                  <a:cubicBezTo>
                    <a:pt x="150" y="33"/>
                    <a:pt x="100" y="0"/>
                    <a:pt x="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51"/>
            <p:cNvSpPr/>
            <p:nvPr/>
          </p:nvSpPr>
          <p:spPr>
            <a:xfrm>
              <a:off x="7073368" y="2576818"/>
              <a:ext cx="26794" cy="21441"/>
            </a:xfrm>
            <a:custGeom>
              <a:avLst/>
              <a:gdLst/>
              <a:ahLst/>
              <a:cxnLst/>
              <a:rect l="l" t="t" r="r" b="b"/>
              <a:pathLst>
                <a:path w="836" h="669" extrusionOk="0">
                  <a:moveTo>
                    <a:pt x="168" y="0"/>
                  </a:moveTo>
                  <a:cubicBezTo>
                    <a:pt x="117" y="0"/>
                    <a:pt x="84" y="0"/>
                    <a:pt x="34" y="17"/>
                  </a:cubicBezTo>
                  <a:lnTo>
                    <a:pt x="1" y="17"/>
                  </a:lnTo>
                  <a:cubicBezTo>
                    <a:pt x="1" y="22"/>
                    <a:pt x="8" y="24"/>
                    <a:pt x="22" y="24"/>
                  </a:cubicBezTo>
                  <a:cubicBezTo>
                    <a:pt x="49" y="24"/>
                    <a:pt x="101" y="17"/>
                    <a:pt x="168" y="17"/>
                  </a:cubicBezTo>
                  <a:cubicBezTo>
                    <a:pt x="452" y="50"/>
                    <a:pt x="686" y="234"/>
                    <a:pt x="786" y="501"/>
                  </a:cubicBezTo>
                  <a:cubicBezTo>
                    <a:pt x="819" y="602"/>
                    <a:pt x="836" y="668"/>
                    <a:pt x="836" y="668"/>
                  </a:cubicBezTo>
                  <a:cubicBezTo>
                    <a:pt x="836" y="652"/>
                    <a:pt x="836" y="635"/>
                    <a:pt x="836" y="618"/>
                  </a:cubicBezTo>
                  <a:cubicBezTo>
                    <a:pt x="836" y="568"/>
                    <a:pt x="819" y="535"/>
                    <a:pt x="803" y="501"/>
                  </a:cubicBezTo>
                  <a:cubicBezTo>
                    <a:pt x="719" y="217"/>
                    <a:pt x="468" y="17"/>
                    <a:pt x="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51"/>
            <p:cNvSpPr/>
            <p:nvPr/>
          </p:nvSpPr>
          <p:spPr>
            <a:xfrm>
              <a:off x="7109777" y="2590728"/>
              <a:ext cx="21986" cy="1314"/>
            </a:xfrm>
            <a:custGeom>
              <a:avLst/>
              <a:gdLst/>
              <a:ahLst/>
              <a:cxnLst/>
              <a:rect l="l" t="t" r="r" b="b"/>
              <a:pathLst>
                <a:path w="686" h="41" extrusionOk="0">
                  <a:moveTo>
                    <a:pt x="335" y="1"/>
                  </a:moveTo>
                  <a:cubicBezTo>
                    <a:pt x="243" y="9"/>
                    <a:pt x="159" y="9"/>
                    <a:pt x="99" y="9"/>
                  </a:cubicBezTo>
                  <a:cubicBezTo>
                    <a:pt x="38" y="9"/>
                    <a:pt x="1" y="9"/>
                    <a:pt x="1" y="17"/>
                  </a:cubicBezTo>
                  <a:cubicBezTo>
                    <a:pt x="98" y="32"/>
                    <a:pt x="199" y="41"/>
                    <a:pt x="302" y="41"/>
                  </a:cubicBezTo>
                  <a:cubicBezTo>
                    <a:pt x="428" y="41"/>
                    <a:pt x="557" y="28"/>
                    <a:pt x="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51"/>
            <p:cNvSpPr/>
            <p:nvPr/>
          </p:nvSpPr>
          <p:spPr>
            <a:xfrm>
              <a:off x="7094777" y="2591273"/>
              <a:ext cx="2724" cy="4295"/>
            </a:xfrm>
            <a:custGeom>
              <a:avLst/>
              <a:gdLst/>
              <a:ahLst/>
              <a:cxnLst/>
              <a:rect l="l" t="t" r="r" b="b"/>
              <a:pathLst>
                <a:path w="85" h="134" extrusionOk="0">
                  <a:moveTo>
                    <a:pt x="1" y="0"/>
                  </a:moveTo>
                  <a:cubicBezTo>
                    <a:pt x="1" y="17"/>
                    <a:pt x="18" y="34"/>
                    <a:pt x="34" y="67"/>
                  </a:cubicBezTo>
                  <a:cubicBezTo>
                    <a:pt x="51" y="100"/>
                    <a:pt x="51" y="134"/>
                    <a:pt x="68" y="134"/>
                  </a:cubicBezTo>
                  <a:cubicBezTo>
                    <a:pt x="68" y="134"/>
                    <a:pt x="84" y="100"/>
                    <a:pt x="51" y="50"/>
                  </a:cubicBezTo>
                  <a:cubicBezTo>
                    <a:pt x="34" y="17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51"/>
            <p:cNvSpPr/>
            <p:nvPr/>
          </p:nvSpPr>
          <p:spPr>
            <a:xfrm>
              <a:off x="7088912" y="2584318"/>
              <a:ext cx="3237" cy="3237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17" y="0"/>
                  </a:moveTo>
                  <a:lnTo>
                    <a:pt x="17" y="17"/>
                  </a:lnTo>
                  <a:cubicBezTo>
                    <a:pt x="0" y="17"/>
                    <a:pt x="17" y="33"/>
                    <a:pt x="50" y="67"/>
                  </a:cubicBezTo>
                  <a:cubicBezTo>
                    <a:pt x="67" y="84"/>
                    <a:pt x="100" y="100"/>
                    <a:pt x="100" y="100"/>
                  </a:cubicBezTo>
                  <a:cubicBezTo>
                    <a:pt x="100" y="84"/>
                    <a:pt x="84" y="67"/>
                    <a:pt x="67" y="33"/>
                  </a:cubicBezTo>
                  <a:cubicBezTo>
                    <a:pt x="34" y="17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51"/>
            <p:cNvSpPr/>
            <p:nvPr/>
          </p:nvSpPr>
          <p:spPr>
            <a:xfrm>
              <a:off x="7080868" y="2581081"/>
              <a:ext cx="4840" cy="1859"/>
            </a:xfrm>
            <a:custGeom>
              <a:avLst/>
              <a:gdLst/>
              <a:ahLst/>
              <a:cxnLst/>
              <a:rect l="l" t="t" r="r" b="b"/>
              <a:pathLst>
                <a:path w="151" h="58" extrusionOk="0">
                  <a:moveTo>
                    <a:pt x="84" y="1"/>
                  </a:moveTo>
                  <a:cubicBezTo>
                    <a:pt x="51" y="1"/>
                    <a:pt x="0" y="17"/>
                    <a:pt x="17" y="17"/>
                  </a:cubicBezTo>
                  <a:cubicBezTo>
                    <a:pt x="17" y="17"/>
                    <a:pt x="51" y="17"/>
                    <a:pt x="84" y="34"/>
                  </a:cubicBezTo>
                  <a:cubicBezTo>
                    <a:pt x="108" y="46"/>
                    <a:pt x="123" y="58"/>
                    <a:pt x="136" y="58"/>
                  </a:cubicBezTo>
                  <a:cubicBezTo>
                    <a:pt x="141" y="58"/>
                    <a:pt x="146" y="56"/>
                    <a:pt x="151" y="51"/>
                  </a:cubicBezTo>
                  <a:cubicBezTo>
                    <a:pt x="151" y="51"/>
                    <a:pt x="134" y="17"/>
                    <a:pt x="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51"/>
            <p:cNvSpPr/>
            <p:nvPr/>
          </p:nvSpPr>
          <p:spPr>
            <a:xfrm>
              <a:off x="7075515" y="2580023"/>
              <a:ext cx="2179" cy="1090"/>
            </a:xfrm>
            <a:custGeom>
              <a:avLst/>
              <a:gdLst/>
              <a:ahLst/>
              <a:cxnLst/>
              <a:rect l="l" t="t" r="r" b="b"/>
              <a:pathLst>
                <a:path w="68" h="34" extrusionOk="0">
                  <a:moveTo>
                    <a:pt x="0" y="0"/>
                  </a:moveTo>
                  <a:cubicBezTo>
                    <a:pt x="0" y="17"/>
                    <a:pt x="17" y="34"/>
                    <a:pt x="34" y="34"/>
                  </a:cubicBezTo>
                  <a:lnTo>
                    <a:pt x="67" y="34"/>
                  </a:lnTo>
                  <a:cubicBezTo>
                    <a:pt x="67" y="34"/>
                    <a:pt x="67" y="17"/>
                    <a:pt x="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80" name="Google Shape;2680;p51"/>
          <p:cNvSpPr txBox="1">
            <a:spLocks noGrp="1"/>
          </p:cNvSpPr>
          <p:nvPr>
            <p:ph type="body" idx="4294967295"/>
          </p:nvPr>
        </p:nvSpPr>
        <p:spPr>
          <a:xfrm>
            <a:off x="417762" y="3291831"/>
            <a:ext cx="4984100" cy="13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69999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/>
              <a:t>Random Under Sampling</a:t>
            </a:r>
          </a:p>
          <a:p>
            <a:pPr marL="269999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/>
              <a:t>Random Over Sampling</a:t>
            </a:r>
          </a:p>
          <a:p>
            <a:pPr marL="269999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 dirty="0"/>
              <a:t>K</a:t>
            </a:r>
            <a:r>
              <a:rPr lang="en" sz="1400" dirty="0"/>
              <a:t>-means SMOTE</a:t>
            </a:r>
          </a:p>
          <a:p>
            <a:pPr marL="269999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/>
              <a:t>Algorithms that take class imbalance into account.</a:t>
            </a:r>
            <a:endParaRPr sz="1400" dirty="0"/>
          </a:p>
        </p:txBody>
      </p:sp>
      <p:grpSp>
        <p:nvGrpSpPr>
          <p:cNvPr id="2681" name="Google Shape;2681;p51"/>
          <p:cNvGrpSpPr/>
          <p:nvPr/>
        </p:nvGrpSpPr>
        <p:grpSpPr>
          <a:xfrm>
            <a:off x="264667" y="1171575"/>
            <a:ext cx="5348357" cy="974268"/>
            <a:chOff x="6336032" y="3733728"/>
            <a:chExt cx="3872534" cy="351303"/>
          </a:xfrm>
        </p:grpSpPr>
        <p:sp>
          <p:nvSpPr>
            <p:cNvPr id="2682" name="Google Shape;2682;p51"/>
            <p:cNvSpPr/>
            <p:nvPr/>
          </p:nvSpPr>
          <p:spPr>
            <a:xfrm>
              <a:off x="6336032" y="3733731"/>
              <a:ext cx="1202700" cy="351300"/>
            </a:xfrm>
            <a:prstGeom prst="homePlat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Data Preprocessing</a:t>
              </a:r>
              <a:endParaRPr/>
            </a:p>
          </p:txBody>
        </p:sp>
        <p:sp>
          <p:nvSpPr>
            <p:cNvPr id="2683" name="Google Shape;2683;p51"/>
            <p:cNvSpPr/>
            <p:nvPr/>
          </p:nvSpPr>
          <p:spPr>
            <a:xfrm>
              <a:off x="7315963" y="3733728"/>
              <a:ext cx="1434300" cy="351300"/>
            </a:xfrm>
            <a:prstGeom prst="chevron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Up/Down Sampling</a:t>
              </a:r>
              <a:endParaRPr/>
            </a:p>
          </p:txBody>
        </p:sp>
        <p:sp>
          <p:nvSpPr>
            <p:cNvPr id="2684" name="Google Shape;2684;p51"/>
            <p:cNvSpPr/>
            <p:nvPr/>
          </p:nvSpPr>
          <p:spPr>
            <a:xfrm>
              <a:off x="8520166" y="3733728"/>
              <a:ext cx="1688400" cy="351300"/>
            </a:xfrm>
            <a:prstGeom prst="chevron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Classification Model</a:t>
              </a:r>
              <a:endParaRPr/>
            </a:p>
          </p:txBody>
        </p:sp>
      </p:grpSp>
      <p:sp>
        <p:nvSpPr>
          <p:cNvPr id="2685" name="Google Shape;2685;p51"/>
          <p:cNvSpPr/>
          <p:nvPr/>
        </p:nvSpPr>
        <p:spPr>
          <a:xfrm>
            <a:off x="5336375" y="1171500"/>
            <a:ext cx="2046900" cy="974400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Predictions</a:t>
            </a:r>
            <a:endParaRPr/>
          </a:p>
        </p:txBody>
      </p:sp>
      <p:sp>
        <p:nvSpPr>
          <p:cNvPr id="2686" name="Google Shape;2686;p51"/>
          <p:cNvSpPr txBox="1">
            <a:spLocks noGrp="1"/>
          </p:cNvSpPr>
          <p:nvPr>
            <p:ph type="title"/>
          </p:nvPr>
        </p:nvSpPr>
        <p:spPr>
          <a:xfrm>
            <a:off x="445990" y="2919527"/>
            <a:ext cx="44532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Sampling Methods</a:t>
            </a:r>
            <a:endParaRPr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8" name="Google Shape;2718;p54"/>
          <p:cNvSpPr txBox="1">
            <a:spLocks noGrp="1"/>
          </p:cNvSpPr>
          <p:nvPr>
            <p:ph type="title"/>
          </p:nvPr>
        </p:nvSpPr>
        <p:spPr>
          <a:xfrm>
            <a:off x="1412550" y="2186425"/>
            <a:ext cx="6318900" cy="6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04. Model Evaluation </a:t>
            </a:r>
            <a:endParaRPr sz="3000" dirty="0"/>
          </a:p>
        </p:txBody>
      </p:sp>
      <p:grpSp>
        <p:nvGrpSpPr>
          <p:cNvPr id="2720" name="Google Shape;2720;p54"/>
          <p:cNvGrpSpPr/>
          <p:nvPr/>
        </p:nvGrpSpPr>
        <p:grpSpPr>
          <a:xfrm>
            <a:off x="809899" y="2037947"/>
            <a:ext cx="1239282" cy="2634281"/>
            <a:chOff x="809899" y="2037947"/>
            <a:chExt cx="1239282" cy="2634281"/>
          </a:xfrm>
        </p:grpSpPr>
        <p:sp>
          <p:nvSpPr>
            <p:cNvPr id="2721" name="Google Shape;2721;p54"/>
            <p:cNvSpPr/>
            <p:nvPr/>
          </p:nvSpPr>
          <p:spPr>
            <a:xfrm>
              <a:off x="957852" y="3292724"/>
              <a:ext cx="584273" cy="1345435"/>
            </a:xfrm>
            <a:custGeom>
              <a:avLst/>
              <a:gdLst/>
              <a:ahLst/>
              <a:cxnLst/>
              <a:rect l="l" t="t" r="r" b="b"/>
              <a:pathLst>
                <a:path w="18213" h="41940" extrusionOk="0">
                  <a:moveTo>
                    <a:pt x="10978" y="1"/>
                  </a:moveTo>
                  <a:cubicBezTo>
                    <a:pt x="10710" y="419"/>
                    <a:pt x="0" y="40753"/>
                    <a:pt x="0" y="40753"/>
                  </a:cubicBezTo>
                  <a:lnTo>
                    <a:pt x="3776" y="41939"/>
                  </a:lnTo>
                  <a:lnTo>
                    <a:pt x="18213" y="3576"/>
                  </a:lnTo>
                  <a:lnTo>
                    <a:pt x="109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4"/>
            <p:cNvSpPr/>
            <p:nvPr/>
          </p:nvSpPr>
          <p:spPr>
            <a:xfrm>
              <a:off x="936936" y="4573261"/>
              <a:ext cx="154946" cy="96497"/>
            </a:xfrm>
            <a:custGeom>
              <a:avLst/>
              <a:gdLst/>
              <a:ahLst/>
              <a:cxnLst/>
              <a:rect l="l" t="t" r="r" b="b"/>
              <a:pathLst>
                <a:path w="4830" h="3008" extrusionOk="0">
                  <a:moveTo>
                    <a:pt x="686" y="0"/>
                  </a:moveTo>
                  <a:lnTo>
                    <a:pt x="1" y="3008"/>
                  </a:lnTo>
                  <a:lnTo>
                    <a:pt x="4629" y="3008"/>
                  </a:lnTo>
                  <a:lnTo>
                    <a:pt x="4829" y="1053"/>
                  </a:lnTo>
                  <a:lnTo>
                    <a:pt x="6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4"/>
            <p:cNvSpPr/>
            <p:nvPr/>
          </p:nvSpPr>
          <p:spPr>
            <a:xfrm>
              <a:off x="936936" y="4652050"/>
              <a:ext cx="149589" cy="17708"/>
            </a:xfrm>
            <a:custGeom>
              <a:avLst/>
              <a:gdLst/>
              <a:ahLst/>
              <a:cxnLst/>
              <a:rect l="l" t="t" r="r" b="b"/>
              <a:pathLst>
                <a:path w="4663" h="552" extrusionOk="0">
                  <a:moveTo>
                    <a:pt x="84" y="0"/>
                  </a:moveTo>
                  <a:lnTo>
                    <a:pt x="1" y="502"/>
                  </a:lnTo>
                  <a:lnTo>
                    <a:pt x="1" y="552"/>
                  </a:lnTo>
                  <a:lnTo>
                    <a:pt x="4629" y="552"/>
                  </a:lnTo>
                  <a:lnTo>
                    <a:pt x="4662" y="11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chemeClr val="lt1">
                <a:alpha val="272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4"/>
            <p:cNvSpPr/>
            <p:nvPr/>
          </p:nvSpPr>
          <p:spPr>
            <a:xfrm>
              <a:off x="1095058" y="2900385"/>
              <a:ext cx="272872" cy="352752"/>
            </a:xfrm>
            <a:custGeom>
              <a:avLst/>
              <a:gdLst/>
              <a:ahLst/>
              <a:cxnLst/>
              <a:rect l="l" t="t" r="r" b="b"/>
              <a:pathLst>
                <a:path w="8506" h="10996" extrusionOk="0">
                  <a:moveTo>
                    <a:pt x="3008" y="0"/>
                  </a:moveTo>
                  <a:cubicBezTo>
                    <a:pt x="3008" y="151"/>
                    <a:pt x="1" y="4612"/>
                    <a:pt x="418" y="5497"/>
                  </a:cubicBezTo>
                  <a:cubicBezTo>
                    <a:pt x="986" y="6734"/>
                    <a:pt x="4896" y="9207"/>
                    <a:pt x="6500" y="10176"/>
                  </a:cubicBezTo>
                  <a:cubicBezTo>
                    <a:pt x="6066" y="10242"/>
                    <a:pt x="5631" y="10326"/>
                    <a:pt x="5214" y="10443"/>
                  </a:cubicBezTo>
                  <a:cubicBezTo>
                    <a:pt x="4796" y="10577"/>
                    <a:pt x="6133" y="10928"/>
                    <a:pt x="6450" y="10994"/>
                  </a:cubicBezTo>
                  <a:cubicBezTo>
                    <a:pt x="6455" y="10995"/>
                    <a:pt x="6459" y="10995"/>
                    <a:pt x="6464" y="10995"/>
                  </a:cubicBezTo>
                  <a:cubicBezTo>
                    <a:pt x="6588" y="10995"/>
                    <a:pt x="6845" y="10800"/>
                    <a:pt x="7102" y="10543"/>
                  </a:cubicBezTo>
                  <a:lnTo>
                    <a:pt x="7185" y="10593"/>
                  </a:lnTo>
                  <a:lnTo>
                    <a:pt x="7269" y="10393"/>
                  </a:lnTo>
                  <a:cubicBezTo>
                    <a:pt x="7570" y="10092"/>
                    <a:pt x="7837" y="9775"/>
                    <a:pt x="8088" y="9424"/>
                  </a:cubicBezTo>
                  <a:cubicBezTo>
                    <a:pt x="8154" y="9324"/>
                    <a:pt x="8154" y="8856"/>
                    <a:pt x="8121" y="8354"/>
                  </a:cubicBezTo>
                  <a:lnTo>
                    <a:pt x="8505" y="7469"/>
                  </a:lnTo>
                  <a:lnTo>
                    <a:pt x="8037" y="7085"/>
                  </a:lnTo>
                  <a:cubicBezTo>
                    <a:pt x="8037" y="7051"/>
                    <a:pt x="8037" y="7034"/>
                    <a:pt x="8037" y="7034"/>
                  </a:cubicBezTo>
                  <a:lnTo>
                    <a:pt x="8004" y="7068"/>
                  </a:lnTo>
                  <a:lnTo>
                    <a:pt x="4896" y="4562"/>
                  </a:lnTo>
                  <a:lnTo>
                    <a:pt x="6233" y="2356"/>
                  </a:lnTo>
                  <a:lnTo>
                    <a:pt x="3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4"/>
            <p:cNvSpPr/>
            <p:nvPr/>
          </p:nvSpPr>
          <p:spPr>
            <a:xfrm>
              <a:off x="1677182" y="2846234"/>
              <a:ext cx="288399" cy="371615"/>
            </a:xfrm>
            <a:custGeom>
              <a:avLst/>
              <a:gdLst/>
              <a:ahLst/>
              <a:cxnLst/>
              <a:rect l="l" t="t" r="r" b="b"/>
              <a:pathLst>
                <a:path w="8990" h="11584" extrusionOk="0">
                  <a:moveTo>
                    <a:pt x="3609" y="1"/>
                  </a:moveTo>
                  <a:lnTo>
                    <a:pt x="618" y="2574"/>
                  </a:lnTo>
                  <a:lnTo>
                    <a:pt x="4060" y="5381"/>
                  </a:lnTo>
                  <a:lnTo>
                    <a:pt x="501" y="7653"/>
                  </a:lnTo>
                  <a:lnTo>
                    <a:pt x="485" y="7636"/>
                  </a:lnTo>
                  <a:cubicBezTo>
                    <a:pt x="485" y="7636"/>
                    <a:pt x="468" y="7653"/>
                    <a:pt x="468" y="7687"/>
                  </a:cubicBezTo>
                  <a:lnTo>
                    <a:pt x="0" y="8054"/>
                  </a:lnTo>
                  <a:lnTo>
                    <a:pt x="384" y="8956"/>
                  </a:lnTo>
                  <a:cubicBezTo>
                    <a:pt x="351" y="9458"/>
                    <a:pt x="351" y="9925"/>
                    <a:pt x="418" y="10026"/>
                  </a:cubicBezTo>
                  <a:cubicBezTo>
                    <a:pt x="668" y="10360"/>
                    <a:pt x="953" y="10677"/>
                    <a:pt x="1237" y="10978"/>
                  </a:cubicBezTo>
                  <a:lnTo>
                    <a:pt x="1320" y="11195"/>
                  </a:lnTo>
                  <a:lnTo>
                    <a:pt x="1404" y="11145"/>
                  </a:lnTo>
                  <a:cubicBezTo>
                    <a:pt x="1651" y="11393"/>
                    <a:pt x="1899" y="11583"/>
                    <a:pt x="2027" y="11583"/>
                  </a:cubicBezTo>
                  <a:cubicBezTo>
                    <a:pt x="2037" y="11583"/>
                    <a:pt x="2047" y="11582"/>
                    <a:pt x="2055" y="11580"/>
                  </a:cubicBezTo>
                  <a:cubicBezTo>
                    <a:pt x="2373" y="11513"/>
                    <a:pt x="3709" y="11162"/>
                    <a:pt x="3308" y="11028"/>
                  </a:cubicBezTo>
                  <a:cubicBezTo>
                    <a:pt x="2874" y="10911"/>
                    <a:pt x="2440" y="10828"/>
                    <a:pt x="2005" y="10778"/>
                  </a:cubicBezTo>
                  <a:cubicBezTo>
                    <a:pt x="3609" y="9792"/>
                    <a:pt x="7603" y="7352"/>
                    <a:pt x="8104" y="6083"/>
                  </a:cubicBezTo>
                  <a:cubicBezTo>
                    <a:pt x="8989" y="3760"/>
                    <a:pt x="5898" y="1638"/>
                    <a:pt x="36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4"/>
            <p:cNvSpPr/>
            <p:nvPr/>
          </p:nvSpPr>
          <p:spPr>
            <a:xfrm>
              <a:off x="1429011" y="2342899"/>
              <a:ext cx="214968" cy="423135"/>
            </a:xfrm>
            <a:custGeom>
              <a:avLst/>
              <a:gdLst/>
              <a:ahLst/>
              <a:cxnLst/>
              <a:rect l="l" t="t" r="r" b="b"/>
              <a:pathLst>
                <a:path w="6701" h="13190" extrusionOk="0">
                  <a:moveTo>
                    <a:pt x="3818" y="1"/>
                  </a:moveTo>
                  <a:cubicBezTo>
                    <a:pt x="2578" y="1"/>
                    <a:pt x="1344" y="365"/>
                    <a:pt x="284" y="1087"/>
                  </a:cubicBezTo>
                  <a:lnTo>
                    <a:pt x="0" y="1271"/>
                  </a:lnTo>
                  <a:lnTo>
                    <a:pt x="100" y="10996"/>
                  </a:lnTo>
                  <a:cubicBezTo>
                    <a:pt x="117" y="12148"/>
                    <a:pt x="1003" y="13084"/>
                    <a:pt x="2155" y="13184"/>
                  </a:cubicBezTo>
                  <a:cubicBezTo>
                    <a:pt x="2207" y="13188"/>
                    <a:pt x="2258" y="13189"/>
                    <a:pt x="2308" y="13189"/>
                  </a:cubicBezTo>
                  <a:cubicBezTo>
                    <a:pt x="3494" y="13189"/>
                    <a:pt x="4480" y="12264"/>
                    <a:pt x="4528" y="11062"/>
                  </a:cubicBezTo>
                  <a:cubicBezTo>
                    <a:pt x="4578" y="9843"/>
                    <a:pt x="4612" y="8640"/>
                    <a:pt x="4612" y="8640"/>
                  </a:cubicBezTo>
                  <a:cubicBezTo>
                    <a:pt x="4612" y="8640"/>
                    <a:pt x="6450" y="8456"/>
                    <a:pt x="6567" y="6651"/>
                  </a:cubicBezTo>
                  <a:cubicBezTo>
                    <a:pt x="6700" y="4847"/>
                    <a:pt x="6650" y="670"/>
                    <a:pt x="6650" y="670"/>
                  </a:cubicBezTo>
                  <a:cubicBezTo>
                    <a:pt x="5756" y="223"/>
                    <a:pt x="4785" y="1"/>
                    <a:pt x="38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4"/>
            <p:cNvSpPr/>
            <p:nvPr/>
          </p:nvSpPr>
          <p:spPr>
            <a:xfrm>
              <a:off x="1388269" y="2287625"/>
              <a:ext cx="355382" cy="363948"/>
            </a:xfrm>
            <a:custGeom>
              <a:avLst/>
              <a:gdLst/>
              <a:ahLst/>
              <a:cxnLst/>
              <a:rect l="l" t="t" r="r" b="b"/>
              <a:pathLst>
                <a:path w="11078" h="11345" extrusionOk="0">
                  <a:moveTo>
                    <a:pt x="4144" y="0"/>
                  </a:moveTo>
                  <a:cubicBezTo>
                    <a:pt x="3876" y="0"/>
                    <a:pt x="3609" y="17"/>
                    <a:pt x="3342" y="54"/>
                  </a:cubicBezTo>
                  <a:cubicBezTo>
                    <a:pt x="3317" y="53"/>
                    <a:pt x="3293" y="52"/>
                    <a:pt x="3268" y="52"/>
                  </a:cubicBezTo>
                  <a:cubicBezTo>
                    <a:pt x="2194" y="52"/>
                    <a:pt x="1225" y="758"/>
                    <a:pt x="735" y="1624"/>
                  </a:cubicBezTo>
                  <a:cubicBezTo>
                    <a:pt x="217" y="2510"/>
                    <a:pt x="100" y="3529"/>
                    <a:pt x="67" y="4531"/>
                  </a:cubicBezTo>
                  <a:cubicBezTo>
                    <a:pt x="0" y="6486"/>
                    <a:pt x="50" y="8441"/>
                    <a:pt x="201" y="10396"/>
                  </a:cubicBezTo>
                  <a:cubicBezTo>
                    <a:pt x="184" y="10546"/>
                    <a:pt x="234" y="10697"/>
                    <a:pt x="318" y="10814"/>
                  </a:cubicBezTo>
                  <a:cubicBezTo>
                    <a:pt x="451" y="10931"/>
                    <a:pt x="618" y="10981"/>
                    <a:pt x="802" y="10998"/>
                  </a:cubicBezTo>
                  <a:cubicBezTo>
                    <a:pt x="2504" y="11227"/>
                    <a:pt x="4214" y="11344"/>
                    <a:pt x="5925" y="11344"/>
                  </a:cubicBezTo>
                  <a:cubicBezTo>
                    <a:pt x="7573" y="11344"/>
                    <a:pt x="9221" y="11236"/>
                    <a:pt x="10861" y="11014"/>
                  </a:cubicBezTo>
                  <a:cubicBezTo>
                    <a:pt x="11078" y="10613"/>
                    <a:pt x="10777" y="10129"/>
                    <a:pt x="10426" y="9828"/>
                  </a:cubicBezTo>
                  <a:cubicBezTo>
                    <a:pt x="10059" y="9527"/>
                    <a:pt x="9624" y="9243"/>
                    <a:pt x="9491" y="8809"/>
                  </a:cubicBezTo>
                  <a:cubicBezTo>
                    <a:pt x="9290" y="8140"/>
                    <a:pt x="9959" y="7422"/>
                    <a:pt x="9708" y="6754"/>
                  </a:cubicBezTo>
                  <a:cubicBezTo>
                    <a:pt x="9507" y="6269"/>
                    <a:pt x="8856" y="6018"/>
                    <a:pt x="8622" y="5534"/>
                  </a:cubicBezTo>
                  <a:cubicBezTo>
                    <a:pt x="8238" y="4732"/>
                    <a:pt x="9240" y="3746"/>
                    <a:pt x="8789" y="2961"/>
                  </a:cubicBezTo>
                  <a:cubicBezTo>
                    <a:pt x="8572" y="2543"/>
                    <a:pt x="8020" y="2359"/>
                    <a:pt x="7686" y="2025"/>
                  </a:cubicBezTo>
                  <a:cubicBezTo>
                    <a:pt x="7385" y="1708"/>
                    <a:pt x="7268" y="1307"/>
                    <a:pt x="7001" y="973"/>
                  </a:cubicBezTo>
                  <a:cubicBezTo>
                    <a:pt x="6600" y="455"/>
                    <a:pt x="5898" y="171"/>
                    <a:pt x="5197" y="87"/>
                  </a:cubicBezTo>
                  <a:cubicBezTo>
                    <a:pt x="4846" y="30"/>
                    <a:pt x="4495" y="0"/>
                    <a:pt x="4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4"/>
            <p:cNvSpPr/>
            <p:nvPr/>
          </p:nvSpPr>
          <p:spPr>
            <a:xfrm>
              <a:off x="1299279" y="2355795"/>
              <a:ext cx="197292" cy="288399"/>
            </a:xfrm>
            <a:custGeom>
              <a:avLst/>
              <a:gdLst/>
              <a:ahLst/>
              <a:cxnLst/>
              <a:rect l="l" t="t" r="r" b="b"/>
              <a:pathLst>
                <a:path w="6150" h="8990" extrusionOk="0">
                  <a:moveTo>
                    <a:pt x="3543" y="0"/>
                  </a:moveTo>
                  <a:cubicBezTo>
                    <a:pt x="3075" y="218"/>
                    <a:pt x="2874" y="786"/>
                    <a:pt x="2791" y="1287"/>
                  </a:cubicBezTo>
                  <a:cubicBezTo>
                    <a:pt x="2724" y="1805"/>
                    <a:pt x="2741" y="2356"/>
                    <a:pt x="2540" y="2824"/>
                  </a:cubicBezTo>
                  <a:cubicBezTo>
                    <a:pt x="2306" y="3325"/>
                    <a:pt x="1822" y="3710"/>
                    <a:pt x="1705" y="4244"/>
                  </a:cubicBezTo>
                  <a:cubicBezTo>
                    <a:pt x="1538" y="4946"/>
                    <a:pt x="2006" y="5782"/>
                    <a:pt x="1588" y="6366"/>
                  </a:cubicBezTo>
                  <a:cubicBezTo>
                    <a:pt x="1321" y="6751"/>
                    <a:pt x="786" y="6834"/>
                    <a:pt x="452" y="7168"/>
                  </a:cubicBezTo>
                  <a:cubicBezTo>
                    <a:pt x="1" y="7619"/>
                    <a:pt x="34" y="8355"/>
                    <a:pt x="118" y="8990"/>
                  </a:cubicBezTo>
                  <a:lnTo>
                    <a:pt x="6149" y="8939"/>
                  </a:lnTo>
                  <a:lnTo>
                    <a:pt x="35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4"/>
            <p:cNvSpPr/>
            <p:nvPr/>
          </p:nvSpPr>
          <p:spPr>
            <a:xfrm>
              <a:off x="1422563" y="2247814"/>
              <a:ext cx="102399" cy="91396"/>
            </a:xfrm>
            <a:custGeom>
              <a:avLst/>
              <a:gdLst/>
              <a:ahLst/>
              <a:cxnLst/>
              <a:rect l="l" t="t" r="r" b="b"/>
              <a:pathLst>
                <a:path w="3192" h="2849" extrusionOk="0">
                  <a:moveTo>
                    <a:pt x="1727" y="1"/>
                  </a:moveTo>
                  <a:cubicBezTo>
                    <a:pt x="1072" y="1"/>
                    <a:pt x="478" y="374"/>
                    <a:pt x="184" y="977"/>
                  </a:cubicBezTo>
                  <a:cubicBezTo>
                    <a:pt x="34" y="1261"/>
                    <a:pt x="1" y="1595"/>
                    <a:pt x="84" y="1896"/>
                  </a:cubicBezTo>
                  <a:cubicBezTo>
                    <a:pt x="201" y="2214"/>
                    <a:pt x="418" y="2464"/>
                    <a:pt x="702" y="2598"/>
                  </a:cubicBezTo>
                  <a:cubicBezTo>
                    <a:pt x="995" y="2765"/>
                    <a:pt x="1321" y="2848"/>
                    <a:pt x="1646" y="2848"/>
                  </a:cubicBezTo>
                  <a:cubicBezTo>
                    <a:pt x="1972" y="2848"/>
                    <a:pt x="2298" y="2765"/>
                    <a:pt x="2590" y="2598"/>
                  </a:cubicBezTo>
                  <a:lnTo>
                    <a:pt x="2590" y="2598"/>
                  </a:lnTo>
                  <a:lnTo>
                    <a:pt x="2311" y="2650"/>
                  </a:lnTo>
                  <a:lnTo>
                    <a:pt x="2311" y="2650"/>
                  </a:lnTo>
                  <a:cubicBezTo>
                    <a:pt x="2827" y="2463"/>
                    <a:pt x="3192" y="1979"/>
                    <a:pt x="3192" y="1412"/>
                  </a:cubicBezTo>
                  <a:cubicBezTo>
                    <a:pt x="3158" y="693"/>
                    <a:pt x="2607" y="108"/>
                    <a:pt x="1889" y="8"/>
                  </a:cubicBezTo>
                  <a:cubicBezTo>
                    <a:pt x="1835" y="3"/>
                    <a:pt x="1781" y="1"/>
                    <a:pt x="17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54"/>
            <p:cNvSpPr/>
            <p:nvPr/>
          </p:nvSpPr>
          <p:spPr>
            <a:xfrm>
              <a:off x="1443992" y="2297891"/>
              <a:ext cx="77762" cy="45874"/>
            </a:xfrm>
            <a:custGeom>
              <a:avLst/>
              <a:gdLst/>
              <a:ahLst/>
              <a:cxnLst/>
              <a:rect l="l" t="t" r="r" b="b"/>
              <a:pathLst>
                <a:path w="2424" h="1430" extrusionOk="0">
                  <a:moveTo>
                    <a:pt x="2390" y="1"/>
                  </a:moveTo>
                  <a:cubicBezTo>
                    <a:pt x="2374" y="1"/>
                    <a:pt x="2357" y="168"/>
                    <a:pt x="2223" y="419"/>
                  </a:cubicBezTo>
                  <a:cubicBezTo>
                    <a:pt x="1964" y="978"/>
                    <a:pt x="1414" y="1304"/>
                    <a:pt x="830" y="1304"/>
                  </a:cubicBezTo>
                  <a:cubicBezTo>
                    <a:pt x="699" y="1304"/>
                    <a:pt x="567" y="1288"/>
                    <a:pt x="435" y="1254"/>
                  </a:cubicBezTo>
                  <a:cubicBezTo>
                    <a:pt x="204" y="1182"/>
                    <a:pt x="60" y="1097"/>
                    <a:pt x="15" y="1097"/>
                  </a:cubicBezTo>
                  <a:cubicBezTo>
                    <a:pt x="8" y="1097"/>
                    <a:pt x="3" y="1099"/>
                    <a:pt x="1" y="1104"/>
                  </a:cubicBezTo>
                  <a:cubicBezTo>
                    <a:pt x="101" y="1221"/>
                    <a:pt x="252" y="1304"/>
                    <a:pt x="402" y="1338"/>
                  </a:cubicBezTo>
                  <a:cubicBezTo>
                    <a:pt x="570" y="1400"/>
                    <a:pt x="743" y="1429"/>
                    <a:pt x="912" y="1429"/>
                  </a:cubicBezTo>
                  <a:cubicBezTo>
                    <a:pt x="1517" y="1429"/>
                    <a:pt x="2089" y="1056"/>
                    <a:pt x="2323" y="469"/>
                  </a:cubicBezTo>
                  <a:cubicBezTo>
                    <a:pt x="2390" y="318"/>
                    <a:pt x="2424" y="151"/>
                    <a:pt x="24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54"/>
            <p:cNvSpPr/>
            <p:nvPr/>
          </p:nvSpPr>
          <p:spPr>
            <a:xfrm>
              <a:off x="1180808" y="2674189"/>
              <a:ext cx="660399" cy="726837"/>
            </a:xfrm>
            <a:custGeom>
              <a:avLst/>
              <a:gdLst/>
              <a:ahLst/>
              <a:cxnLst/>
              <a:rect l="l" t="t" r="r" b="b"/>
              <a:pathLst>
                <a:path w="20586" h="22657" extrusionOk="0">
                  <a:moveTo>
                    <a:pt x="7186" y="0"/>
                  </a:moveTo>
                  <a:cubicBezTo>
                    <a:pt x="5966" y="17"/>
                    <a:pt x="4796" y="451"/>
                    <a:pt x="3861" y="1220"/>
                  </a:cubicBezTo>
                  <a:cubicBezTo>
                    <a:pt x="3593" y="1437"/>
                    <a:pt x="1455" y="4278"/>
                    <a:pt x="1" y="7101"/>
                  </a:cubicBezTo>
                  <a:lnTo>
                    <a:pt x="4496" y="10343"/>
                  </a:lnTo>
                  <a:lnTo>
                    <a:pt x="5231" y="9040"/>
                  </a:lnTo>
                  <a:lnTo>
                    <a:pt x="5231" y="9123"/>
                  </a:lnTo>
                  <a:cubicBezTo>
                    <a:pt x="5298" y="9574"/>
                    <a:pt x="5448" y="10326"/>
                    <a:pt x="5548" y="10777"/>
                  </a:cubicBezTo>
                  <a:cubicBezTo>
                    <a:pt x="5899" y="12214"/>
                    <a:pt x="6083" y="14085"/>
                    <a:pt x="5348" y="15339"/>
                  </a:cubicBezTo>
                  <a:cubicBezTo>
                    <a:pt x="3727" y="18079"/>
                    <a:pt x="3526" y="22239"/>
                    <a:pt x="3526" y="22239"/>
                  </a:cubicBezTo>
                  <a:lnTo>
                    <a:pt x="17862" y="22657"/>
                  </a:lnTo>
                  <a:cubicBezTo>
                    <a:pt x="18046" y="20669"/>
                    <a:pt x="17729" y="18664"/>
                    <a:pt x="16927" y="16826"/>
                  </a:cubicBezTo>
                  <a:cubicBezTo>
                    <a:pt x="16927" y="16826"/>
                    <a:pt x="14955" y="11980"/>
                    <a:pt x="14972" y="11897"/>
                  </a:cubicBezTo>
                  <a:lnTo>
                    <a:pt x="14872" y="10059"/>
                  </a:lnTo>
                  <a:lnTo>
                    <a:pt x="15356" y="7686"/>
                  </a:lnTo>
                  <a:lnTo>
                    <a:pt x="16860" y="9290"/>
                  </a:lnTo>
                  <a:lnTo>
                    <a:pt x="20586" y="5514"/>
                  </a:lnTo>
                  <a:cubicBezTo>
                    <a:pt x="19266" y="4545"/>
                    <a:pt x="18013" y="3225"/>
                    <a:pt x="16877" y="2139"/>
                  </a:cubicBezTo>
                  <a:cubicBezTo>
                    <a:pt x="15540" y="852"/>
                    <a:pt x="14320" y="284"/>
                    <a:pt x="13635" y="234"/>
                  </a:cubicBezTo>
                  <a:cubicBezTo>
                    <a:pt x="13368" y="134"/>
                    <a:pt x="13067" y="84"/>
                    <a:pt x="12766" y="50"/>
                  </a:cubicBezTo>
                  <a:lnTo>
                    <a:pt x="7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54"/>
            <p:cNvSpPr/>
            <p:nvPr/>
          </p:nvSpPr>
          <p:spPr>
            <a:xfrm>
              <a:off x="1226393" y="2679547"/>
              <a:ext cx="222475" cy="191903"/>
            </a:xfrm>
            <a:custGeom>
              <a:avLst/>
              <a:gdLst/>
              <a:ahLst/>
              <a:cxnLst/>
              <a:rect l="l" t="t" r="r" b="b"/>
              <a:pathLst>
                <a:path w="6935" h="5982" extrusionOk="0">
                  <a:moveTo>
                    <a:pt x="6132" y="0"/>
                  </a:moveTo>
                  <a:cubicBezTo>
                    <a:pt x="6132" y="17"/>
                    <a:pt x="6233" y="134"/>
                    <a:pt x="6400" y="368"/>
                  </a:cubicBezTo>
                  <a:cubicBezTo>
                    <a:pt x="6617" y="719"/>
                    <a:pt x="6750" y="1103"/>
                    <a:pt x="6801" y="1521"/>
                  </a:cubicBezTo>
                  <a:cubicBezTo>
                    <a:pt x="6834" y="1788"/>
                    <a:pt x="6801" y="2072"/>
                    <a:pt x="6717" y="2340"/>
                  </a:cubicBezTo>
                  <a:cubicBezTo>
                    <a:pt x="6634" y="2640"/>
                    <a:pt x="6466" y="2924"/>
                    <a:pt x="6249" y="3142"/>
                  </a:cubicBezTo>
                  <a:cubicBezTo>
                    <a:pt x="5999" y="3409"/>
                    <a:pt x="5698" y="3576"/>
                    <a:pt x="5347" y="3643"/>
                  </a:cubicBezTo>
                  <a:cubicBezTo>
                    <a:pt x="5204" y="3677"/>
                    <a:pt x="5052" y="3683"/>
                    <a:pt x="4895" y="3683"/>
                  </a:cubicBezTo>
                  <a:cubicBezTo>
                    <a:pt x="4805" y="3683"/>
                    <a:pt x="4713" y="3681"/>
                    <a:pt x="4620" y="3681"/>
                  </a:cubicBezTo>
                  <a:cubicBezTo>
                    <a:pt x="4480" y="3681"/>
                    <a:pt x="4337" y="3686"/>
                    <a:pt x="4194" y="3710"/>
                  </a:cubicBezTo>
                  <a:cubicBezTo>
                    <a:pt x="3977" y="3726"/>
                    <a:pt x="3776" y="3827"/>
                    <a:pt x="3626" y="3960"/>
                  </a:cubicBezTo>
                  <a:cubicBezTo>
                    <a:pt x="3476" y="4094"/>
                    <a:pt x="3342" y="4244"/>
                    <a:pt x="3258" y="4428"/>
                  </a:cubicBezTo>
                  <a:cubicBezTo>
                    <a:pt x="3075" y="4779"/>
                    <a:pt x="2974" y="5130"/>
                    <a:pt x="2791" y="5397"/>
                  </a:cubicBezTo>
                  <a:cubicBezTo>
                    <a:pt x="2707" y="5548"/>
                    <a:pt x="2590" y="5664"/>
                    <a:pt x="2473" y="5748"/>
                  </a:cubicBezTo>
                  <a:cubicBezTo>
                    <a:pt x="2339" y="5815"/>
                    <a:pt x="2189" y="5865"/>
                    <a:pt x="2039" y="5865"/>
                  </a:cubicBezTo>
                  <a:cubicBezTo>
                    <a:pt x="1771" y="5848"/>
                    <a:pt x="1487" y="5781"/>
                    <a:pt x="1253" y="5648"/>
                  </a:cubicBezTo>
                  <a:cubicBezTo>
                    <a:pt x="886" y="5464"/>
                    <a:pt x="552" y="5213"/>
                    <a:pt x="284" y="4913"/>
                  </a:cubicBezTo>
                  <a:cubicBezTo>
                    <a:pt x="94" y="4706"/>
                    <a:pt x="9" y="4560"/>
                    <a:pt x="1" y="4560"/>
                  </a:cubicBezTo>
                  <a:cubicBezTo>
                    <a:pt x="0" y="4560"/>
                    <a:pt x="0" y="4561"/>
                    <a:pt x="0" y="4562"/>
                  </a:cubicBezTo>
                  <a:cubicBezTo>
                    <a:pt x="0" y="4595"/>
                    <a:pt x="17" y="4629"/>
                    <a:pt x="50" y="4662"/>
                  </a:cubicBezTo>
                  <a:cubicBezTo>
                    <a:pt x="100" y="4762"/>
                    <a:pt x="167" y="4862"/>
                    <a:pt x="234" y="4946"/>
                  </a:cubicBezTo>
                  <a:cubicBezTo>
                    <a:pt x="501" y="5263"/>
                    <a:pt x="836" y="5531"/>
                    <a:pt x="1203" y="5731"/>
                  </a:cubicBezTo>
                  <a:cubicBezTo>
                    <a:pt x="1454" y="5882"/>
                    <a:pt x="1755" y="5965"/>
                    <a:pt x="2039" y="5982"/>
                  </a:cubicBezTo>
                  <a:cubicBezTo>
                    <a:pt x="2206" y="5982"/>
                    <a:pt x="2373" y="5932"/>
                    <a:pt x="2523" y="5848"/>
                  </a:cubicBezTo>
                  <a:cubicBezTo>
                    <a:pt x="2674" y="5765"/>
                    <a:pt x="2807" y="5631"/>
                    <a:pt x="2908" y="5481"/>
                  </a:cubicBezTo>
                  <a:cubicBezTo>
                    <a:pt x="3108" y="5180"/>
                    <a:pt x="3208" y="4829"/>
                    <a:pt x="3375" y="4495"/>
                  </a:cubicBezTo>
                  <a:cubicBezTo>
                    <a:pt x="3459" y="4328"/>
                    <a:pt x="3576" y="4177"/>
                    <a:pt x="3710" y="4060"/>
                  </a:cubicBezTo>
                  <a:cubicBezTo>
                    <a:pt x="3860" y="3944"/>
                    <a:pt x="4027" y="3877"/>
                    <a:pt x="4211" y="3843"/>
                  </a:cubicBezTo>
                  <a:cubicBezTo>
                    <a:pt x="4355" y="3824"/>
                    <a:pt x="4499" y="3822"/>
                    <a:pt x="4644" y="3822"/>
                  </a:cubicBezTo>
                  <a:cubicBezTo>
                    <a:pt x="4692" y="3822"/>
                    <a:pt x="4741" y="3822"/>
                    <a:pt x="4789" y="3822"/>
                  </a:cubicBezTo>
                  <a:cubicBezTo>
                    <a:pt x="4984" y="3822"/>
                    <a:pt x="5180" y="3818"/>
                    <a:pt x="5380" y="3776"/>
                  </a:cubicBezTo>
                  <a:cubicBezTo>
                    <a:pt x="5748" y="3710"/>
                    <a:pt x="6082" y="3509"/>
                    <a:pt x="6349" y="3242"/>
                  </a:cubicBezTo>
                  <a:cubicBezTo>
                    <a:pt x="6583" y="2991"/>
                    <a:pt x="6750" y="2690"/>
                    <a:pt x="6834" y="2373"/>
                  </a:cubicBezTo>
                  <a:cubicBezTo>
                    <a:pt x="6918" y="2089"/>
                    <a:pt x="6934" y="1788"/>
                    <a:pt x="6901" y="1504"/>
                  </a:cubicBezTo>
                  <a:cubicBezTo>
                    <a:pt x="6834" y="1086"/>
                    <a:pt x="6684" y="685"/>
                    <a:pt x="6433" y="351"/>
                  </a:cubicBezTo>
                  <a:cubicBezTo>
                    <a:pt x="6383" y="251"/>
                    <a:pt x="6299" y="167"/>
                    <a:pt x="6233" y="84"/>
                  </a:cubicBezTo>
                  <a:cubicBezTo>
                    <a:pt x="6166" y="17"/>
                    <a:pt x="6149" y="0"/>
                    <a:pt x="6132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54"/>
            <p:cNvSpPr/>
            <p:nvPr/>
          </p:nvSpPr>
          <p:spPr>
            <a:xfrm>
              <a:off x="1412393" y="2877865"/>
              <a:ext cx="69164" cy="68298"/>
            </a:xfrm>
            <a:custGeom>
              <a:avLst/>
              <a:gdLst/>
              <a:ahLst/>
              <a:cxnLst/>
              <a:rect l="l" t="t" r="r" b="b"/>
              <a:pathLst>
                <a:path w="2156" h="2129" extrusionOk="0">
                  <a:moveTo>
                    <a:pt x="1069" y="0"/>
                  </a:moveTo>
                  <a:cubicBezTo>
                    <a:pt x="986" y="0"/>
                    <a:pt x="902" y="17"/>
                    <a:pt x="819" y="67"/>
                  </a:cubicBezTo>
                  <a:cubicBezTo>
                    <a:pt x="819" y="67"/>
                    <a:pt x="863" y="60"/>
                    <a:pt x="938" y="60"/>
                  </a:cubicBezTo>
                  <a:cubicBezTo>
                    <a:pt x="975" y="60"/>
                    <a:pt x="1019" y="62"/>
                    <a:pt x="1069" y="67"/>
                  </a:cubicBezTo>
                  <a:cubicBezTo>
                    <a:pt x="1287" y="84"/>
                    <a:pt x="1487" y="168"/>
                    <a:pt x="1654" y="301"/>
                  </a:cubicBezTo>
                  <a:cubicBezTo>
                    <a:pt x="1905" y="502"/>
                    <a:pt x="2039" y="819"/>
                    <a:pt x="2005" y="1137"/>
                  </a:cubicBezTo>
                  <a:cubicBezTo>
                    <a:pt x="1954" y="1667"/>
                    <a:pt x="1512" y="1979"/>
                    <a:pt x="1064" y="1979"/>
                  </a:cubicBezTo>
                  <a:cubicBezTo>
                    <a:pt x="778" y="1979"/>
                    <a:pt x="490" y="1851"/>
                    <a:pt x="301" y="1571"/>
                  </a:cubicBezTo>
                  <a:cubicBezTo>
                    <a:pt x="100" y="1320"/>
                    <a:pt x="67" y="970"/>
                    <a:pt x="201" y="685"/>
                  </a:cubicBezTo>
                  <a:cubicBezTo>
                    <a:pt x="267" y="485"/>
                    <a:pt x="418" y="301"/>
                    <a:pt x="602" y="184"/>
                  </a:cubicBezTo>
                  <a:cubicBezTo>
                    <a:pt x="719" y="101"/>
                    <a:pt x="802" y="84"/>
                    <a:pt x="802" y="67"/>
                  </a:cubicBezTo>
                  <a:cubicBezTo>
                    <a:pt x="719" y="67"/>
                    <a:pt x="635" y="101"/>
                    <a:pt x="568" y="134"/>
                  </a:cubicBezTo>
                  <a:cubicBezTo>
                    <a:pt x="368" y="251"/>
                    <a:pt x="201" y="435"/>
                    <a:pt x="100" y="635"/>
                  </a:cubicBezTo>
                  <a:cubicBezTo>
                    <a:pt x="34" y="786"/>
                    <a:pt x="0" y="953"/>
                    <a:pt x="0" y="1120"/>
                  </a:cubicBezTo>
                  <a:cubicBezTo>
                    <a:pt x="17" y="1304"/>
                    <a:pt x="84" y="1487"/>
                    <a:pt x="184" y="1655"/>
                  </a:cubicBezTo>
                  <a:cubicBezTo>
                    <a:pt x="405" y="1980"/>
                    <a:pt x="738" y="2128"/>
                    <a:pt x="1066" y="2128"/>
                  </a:cubicBezTo>
                  <a:cubicBezTo>
                    <a:pt x="1580" y="2128"/>
                    <a:pt x="2081" y="1765"/>
                    <a:pt x="2122" y="1153"/>
                  </a:cubicBezTo>
                  <a:cubicBezTo>
                    <a:pt x="2155" y="953"/>
                    <a:pt x="2122" y="769"/>
                    <a:pt x="2039" y="585"/>
                  </a:cubicBezTo>
                  <a:cubicBezTo>
                    <a:pt x="1955" y="452"/>
                    <a:pt x="1855" y="318"/>
                    <a:pt x="1721" y="218"/>
                  </a:cubicBezTo>
                  <a:cubicBezTo>
                    <a:pt x="1537" y="84"/>
                    <a:pt x="1303" y="0"/>
                    <a:pt x="106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54"/>
            <p:cNvSpPr/>
            <p:nvPr/>
          </p:nvSpPr>
          <p:spPr>
            <a:xfrm>
              <a:off x="1525475" y="2681696"/>
              <a:ext cx="237488" cy="133036"/>
            </a:xfrm>
            <a:custGeom>
              <a:avLst/>
              <a:gdLst/>
              <a:ahLst/>
              <a:cxnLst/>
              <a:rect l="l" t="t" r="r" b="b"/>
              <a:pathLst>
                <a:path w="7403" h="4147" extrusionOk="0">
                  <a:moveTo>
                    <a:pt x="318" y="0"/>
                  </a:moveTo>
                  <a:cubicBezTo>
                    <a:pt x="318" y="0"/>
                    <a:pt x="301" y="34"/>
                    <a:pt x="251" y="84"/>
                  </a:cubicBezTo>
                  <a:cubicBezTo>
                    <a:pt x="201" y="167"/>
                    <a:pt x="168" y="251"/>
                    <a:pt x="134" y="351"/>
                  </a:cubicBezTo>
                  <a:cubicBezTo>
                    <a:pt x="1" y="702"/>
                    <a:pt x="1" y="1069"/>
                    <a:pt x="134" y="1420"/>
                  </a:cubicBezTo>
                  <a:cubicBezTo>
                    <a:pt x="335" y="1938"/>
                    <a:pt x="803" y="2306"/>
                    <a:pt x="1354" y="2406"/>
                  </a:cubicBezTo>
                  <a:cubicBezTo>
                    <a:pt x="1433" y="2410"/>
                    <a:pt x="1513" y="2412"/>
                    <a:pt x="1592" y="2412"/>
                  </a:cubicBezTo>
                  <a:cubicBezTo>
                    <a:pt x="1829" y="2412"/>
                    <a:pt x="2064" y="2394"/>
                    <a:pt x="2290" y="2356"/>
                  </a:cubicBezTo>
                  <a:cubicBezTo>
                    <a:pt x="2343" y="2344"/>
                    <a:pt x="2398" y="2339"/>
                    <a:pt x="2454" y="2339"/>
                  </a:cubicBezTo>
                  <a:cubicBezTo>
                    <a:pt x="2556" y="2339"/>
                    <a:pt x="2660" y="2357"/>
                    <a:pt x="2758" y="2389"/>
                  </a:cubicBezTo>
                  <a:cubicBezTo>
                    <a:pt x="2891" y="2456"/>
                    <a:pt x="3025" y="2557"/>
                    <a:pt x="3125" y="2674"/>
                  </a:cubicBezTo>
                  <a:cubicBezTo>
                    <a:pt x="3326" y="2924"/>
                    <a:pt x="3459" y="3242"/>
                    <a:pt x="3676" y="3509"/>
                  </a:cubicBezTo>
                  <a:cubicBezTo>
                    <a:pt x="3894" y="3743"/>
                    <a:pt x="4161" y="3927"/>
                    <a:pt x="4478" y="4027"/>
                  </a:cubicBezTo>
                  <a:cubicBezTo>
                    <a:pt x="4731" y="4108"/>
                    <a:pt x="4991" y="4146"/>
                    <a:pt x="5251" y="4146"/>
                  </a:cubicBezTo>
                  <a:cubicBezTo>
                    <a:pt x="5525" y="4146"/>
                    <a:pt x="5800" y="4104"/>
                    <a:pt x="6066" y="4027"/>
                  </a:cubicBezTo>
                  <a:cubicBezTo>
                    <a:pt x="6400" y="3927"/>
                    <a:pt x="6734" y="3793"/>
                    <a:pt x="7052" y="3626"/>
                  </a:cubicBezTo>
                  <a:cubicBezTo>
                    <a:pt x="7169" y="3576"/>
                    <a:pt x="7286" y="3509"/>
                    <a:pt x="7402" y="3425"/>
                  </a:cubicBezTo>
                  <a:lnTo>
                    <a:pt x="7402" y="3425"/>
                  </a:lnTo>
                  <a:cubicBezTo>
                    <a:pt x="7269" y="3476"/>
                    <a:pt x="7152" y="3509"/>
                    <a:pt x="7035" y="3576"/>
                  </a:cubicBezTo>
                  <a:cubicBezTo>
                    <a:pt x="6717" y="3709"/>
                    <a:pt x="6383" y="3826"/>
                    <a:pt x="6032" y="3927"/>
                  </a:cubicBezTo>
                  <a:cubicBezTo>
                    <a:pt x="5804" y="3998"/>
                    <a:pt x="5563" y="4031"/>
                    <a:pt x="5321" y="4031"/>
                  </a:cubicBezTo>
                  <a:cubicBezTo>
                    <a:pt x="5050" y="4031"/>
                    <a:pt x="4776" y="3989"/>
                    <a:pt x="4512" y="3910"/>
                  </a:cubicBezTo>
                  <a:cubicBezTo>
                    <a:pt x="4228" y="3810"/>
                    <a:pt x="3977" y="3643"/>
                    <a:pt x="3793" y="3409"/>
                  </a:cubicBezTo>
                  <a:cubicBezTo>
                    <a:pt x="3593" y="3175"/>
                    <a:pt x="3459" y="2857"/>
                    <a:pt x="3225" y="2590"/>
                  </a:cubicBezTo>
                  <a:cubicBezTo>
                    <a:pt x="3125" y="2440"/>
                    <a:pt x="2975" y="2323"/>
                    <a:pt x="2808" y="2256"/>
                  </a:cubicBezTo>
                  <a:cubicBezTo>
                    <a:pt x="2682" y="2218"/>
                    <a:pt x="2548" y="2199"/>
                    <a:pt x="2418" y="2199"/>
                  </a:cubicBezTo>
                  <a:cubicBezTo>
                    <a:pt x="2374" y="2199"/>
                    <a:pt x="2331" y="2201"/>
                    <a:pt x="2290" y="2206"/>
                  </a:cubicBezTo>
                  <a:cubicBezTo>
                    <a:pt x="2060" y="2257"/>
                    <a:pt x="1820" y="2279"/>
                    <a:pt x="1586" y="2279"/>
                  </a:cubicBezTo>
                  <a:cubicBezTo>
                    <a:pt x="1514" y="2279"/>
                    <a:pt x="1442" y="2276"/>
                    <a:pt x="1371" y="2273"/>
                  </a:cubicBezTo>
                  <a:cubicBezTo>
                    <a:pt x="869" y="2189"/>
                    <a:pt x="435" y="1855"/>
                    <a:pt x="235" y="1387"/>
                  </a:cubicBezTo>
                  <a:cubicBezTo>
                    <a:pt x="101" y="1053"/>
                    <a:pt x="84" y="702"/>
                    <a:pt x="184" y="368"/>
                  </a:cubicBezTo>
                  <a:cubicBezTo>
                    <a:pt x="251" y="134"/>
                    <a:pt x="335" y="17"/>
                    <a:pt x="318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54"/>
            <p:cNvSpPr/>
            <p:nvPr/>
          </p:nvSpPr>
          <p:spPr>
            <a:xfrm>
              <a:off x="1502955" y="2888323"/>
              <a:ext cx="196233" cy="283876"/>
            </a:xfrm>
            <a:custGeom>
              <a:avLst/>
              <a:gdLst/>
              <a:ahLst/>
              <a:cxnLst/>
              <a:rect l="l" t="t" r="r" b="b"/>
              <a:pathLst>
                <a:path w="6117" h="8849" extrusionOk="0">
                  <a:moveTo>
                    <a:pt x="3385" y="0"/>
                  </a:moveTo>
                  <a:cubicBezTo>
                    <a:pt x="3326" y="0"/>
                    <a:pt x="3267" y="3"/>
                    <a:pt x="3209" y="9"/>
                  </a:cubicBezTo>
                  <a:cubicBezTo>
                    <a:pt x="2774" y="59"/>
                    <a:pt x="2373" y="293"/>
                    <a:pt x="2123" y="644"/>
                  </a:cubicBezTo>
                  <a:cubicBezTo>
                    <a:pt x="1989" y="861"/>
                    <a:pt x="1922" y="1095"/>
                    <a:pt x="1922" y="1345"/>
                  </a:cubicBezTo>
                  <a:cubicBezTo>
                    <a:pt x="1939" y="1596"/>
                    <a:pt x="1956" y="1847"/>
                    <a:pt x="1989" y="2097"/>
                  </a:cubicBezTo>
                  <a:cubicBezTo>
                    <a:pt x="2039" y="2331"/>
                    <a:pt x="2023" y="2598"/>
                    <a:pt x="1956" y="2832"/>
                  </a:cubicBezTo>
                  <a:cubicBezTo>
                    <a:pt x="1855" y="3066"/>
                    <a:pt x="1705" y="3283"/>
                    <a:pt x="1488" y="3451"/>
                  </a:cubicBezTo>
                  <a:cubicBezTo>
                    <a:pt x="1287" y="3618"/>
                    <a:pt x="1053" y="3768"/>
                    <a:pt x="820" y="3935"/>
                  </a:cubicBezTo>
                  <a:cubicBezTo>
                    <a:pt x="569" y="4119"/>
                    <a:pt x="368" y="4353"/>
                    <a:pt x="235" y="4620"/>
                  </a:cubicBezTo>
                  <a:cubicBezTo>
                    <a:pt x="1" y="5188"/>
                    <a:pt x="151" y="5840"/>
                    <a:pt x="602" y="6258"/>
                  </a:cubicBezTo>
                  <a:cubicBezTo>
                    <a:pt x="836" y="6441"/>
                    <a:pt x="1087" y="6542"/>
                    <a:pt x="1371" y="6592"/>
                  </a:cubicBezTo>
                  <a:cubicBezTo>
                    <a:pt x="1622" y="6608"/>
                    <a:pt x="1872" y="6692"/>
                    <a:pt x="2089" y="6792"/>
                  </a:cubicBezTo>
                  <a:cubicBezTo>
                    <a:pt x="2524" y="7060"/>
                    <a:pt x="2708" y="7527"/>
                    <a:pt x="2958" y="7895"/>
                  </a:cubicBezTo>
                  <a:cubicBezTo>
                    <a:pt x="3175" y="8279"/>
                    <a:pt x="3510" y="8563"/>
                    <a:pt x="3911" y="8730"/>
                  </a:cubicBezTo>
                  <a:cubicBezTo>
                    <a:pt x="4130" y="8807"/>
                    <a:pt x="4364" y="8848"/>
                    <a:pt x="4593" y="8848"/>
                  </a:cubicBezTo>
                  <a:cubicBezTo>
                    <a:pt x="4713" y="8848"/>
                    <a:pt x="4832" y="8837"/>
                    <a:pt x="4947" y="8814"/>
                  </a:cubicBezTo>
                  <a:cubicBezTo>
                    <a:pt x="5214" y="8747"/>
                    <a:pt x="5465" y="8630"/>
                    <a:pt x="5665" y="8480"/>
                  </a:cubicBezTo>
                  <a:cubicBezTo>
                    <a:pt x="5799" y="8380"/>
                    <a:pt x="5916" y="8263"/>
                    <a:pt x="6016" y="8129"/>
                  </a:cubicBezTo>
                  <a:cubicBezTo>
                    <a:pt x="6049" y="8096"/>
                    <a:pt x="6066" y="8062"/>
                    <a:pt x="6099" y="8012"/>
                  </a:cubicBezTo>
                  <a:cubicBezTo>
                    <a:pt x="6116" y="7995"/>
                    <a:pt x="6116" y="7979"/>
                    <a:pt x="6116" y="7979"/>
                  </a:cubicBezTo>
                  <a:lnTo>
                    <a:pt x="6116" y="7979"/>
                  </a:lnTo>
                  <a:cubicBezTo>
                    <a:pt x="5983" y="8146"/>
                    <a:pt x="5815" y="8296"/>
                    <a:pt x="5632" y="8430"/>
                  </a:cubicBezTo>
                  <a:cubicBezTo>
                    <a:pt x="5431" y="8580"/>
                    <a:pt x="5197" y="8680"/>
                    <a:pt x="4947" y="8730"/>
                  </a:cubicBezTo>
                  <a:cubicBezTo>
                    <a:pt x="4835" y="8753"/>
                    <a:pt x="4722" y="8764"/>
                    <a:pt x="4609" y="8764"/>
                  </a:cubicBezTo>
                  <a:cubicBezTo>
                    <a:pt x="4382" y="8764"/>
                    <a:pt x="4156" y="8719"/>
                    <a:pt x="3944" y="8630"/>
                  </a:cubicBezTo>
                  <a:cubicBezTo>
                    <a:pt x="3576" y="8480"/>
                    <a:pt x="3259" y="8196"/>
                    <a:pt x="3042" y="7845"/>
                  </a:cubicBezTo>
                  <a:cubicBezTo>
                    <a:pt x="2925" y="7644"/>
                    <a:pt x="2825" y="7444"/>
                    <a:pt x="2691" y="7243"/>
                  </a:cubicBezTo>
                  <a:cubicBezTo>
                    <a:pt x="2557" y="7009"/>
                    <a:pt x="2373" y="6826"/>
                    <a:pt x="2156" y="6692"/>
                  </a:cubicBezTo>
                  <a:cubicBezTo>
                    <a:pt x="1688" y="6408"/>
                    <a:pt x="1087" y="6525"/>
                    <a:pt x="703" y="6157"/>
                  </a:cubicBezTo>
                  <a:cubicBezTo>
                    <a:pt x="285" y="5773"/>
                    <a:pt x="151" y="5188"/>
                    <a:pt x="352" y="4670"/>
                  </a:cubicBezTo>
                  <a:cubicBezTo>
                    <a:pt x="485" y="4420"/>
                    <a:pt x="669" y="4219"/>
                    <a:pt x="903" y="4052"/>
                  </a:cubicBezTo>
                  <a:cubicBezTo>
                    <a:pt x="1120" y="3885"/>
                    <a:pt x="1371" y="3735"/>
                    <a:pt x="1588" y="3551"/>
                  </a:cubicBezTo>
                  <a:cubicBezTo>
                    <a:pt x="1805" y="3367"/>
                    <a:pt x="1972" y="3150"/>
                    <a:pt x="2089" y="2882"/>
                  </a:cubicBezTo>
                  <a:cubicBezTo>
                    <a:pt x="2156" y="2615"/>
                    <a:pt x="2173" y="2348"/>
                    <a:pt x="2123" y="2080"/>
                  </a:cubicBezTo>
                  <a:cubicBezTo>
                    <a:pt x="2089" y="1830"/>
                    <a:pt x="2056" y="1596"/>
                    <a:pt x="2056" y="1345"/>
                  </a:cubicBezTo>
                  <a:cubicBezTo>
                    <a:pt x="2056" y="1128"/>
                    <a:pt x="2106" y="911"/>
                    <a:pt x="2223" y="710"/>
                  </a:cubicBezTo>
                  <a:cubicBezTo>
                    <a:pt x="2457" y="376"/>
                    <a:pt x="2825" y="159"/>
                    <a:pt x="3226" y="109"/>
                  </a:cubicBezTo>
                  <a:cubicBezTo>
                    <a:pt x="3291" y="102"/>
                    <a:pt x="3357" y="99"/>
                    <a:pt x="3424" y="99"/>
                  </a:cubicBezTo>
                  <a:cubicBezTo>
                    <a:pt x="3695" y="99"/>
                    <a:pt x="3970" y="155"/>
                    <a:pt x="4211" y="276"/>
                  </a:cubicBezTo>
                  <a:cubicBezTo>
                    <a:pt x="4429" y="393"/>
                    <a:pt x="4646" y="543"/>
                    <a:pt x="4846" y="710"/>
                  </a:cubicBezTo>
                  <a:cubicBezTo>
                    <a:pt x="5164" y="994"/>
                    <a:pt x="5297" y="1195"/>
                    <a:pt x="5297" y="1195"/>
                  </a:cubicBezTo>
                  <a:cubicBezTo>
                    <a:pt x="5281" y="1128"/>
                    <a:pt x="5247" y="1095"/>
                    <a:pt x="5214" y="1045"/>
                  </a:cubicBezTo>
                  <a:cubicBezTo>
                    <a:pt x="5114" y="911"/>
                    <a:pt x="4997" y="794"/>
                    <a:pt x="4880" y="677"/>
                  </a:cubicBezTo>
                  <a:cubicBezTo>
                    <a:pt x="4696" y="493"/>
                    <a:pt x="4479" y="326"/>
                    <a:pt x="4245" y="209"/>
                  </a:cubicBezTo>
                  <a:cubicBezTo>
                    <a:pt x="3980" y="70"/>
                    <a:pt x="3681" y="0"/>
                    <a:pt x="3385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54"/>
            <p:cNvSpPr/>
            <p:nvPr/>
          </p:nvSpPr>
          <p:spPr>
            <a:xfrm>
              <a:off x="1367353" y="3084236"/>
              <a:ext cx="132426" cy="165661"/>
            </a:xfrm>
            <a:custGeom>
              <a:avLst/>
              <a:gdLst/>
              <a:ahLst/>
              <a:cxnLst/>
              <a:rect l="l" t="t" r="r" b="b"/>
              <a:pathLst>
                <a:path w="4128" h="5164" extrusionOk="0">
                  <a:moveTo>
                    <a:pt x="1" y="0"/>
                  </a:moveTo>
                  <a:cubicBezTo>
                    <a:pt x="1" y="0"/>
                    <a:pt x="1" y="34"/>
                    <a:pt x="17" y="84"/>
                  </a:cubicBezTo>
                  <a:cubicBezTo>
                    <a:pt x="51" y="167"/>
                    <a:pt x="101" y="234"/>
                    <a:pt x="168" y="284"/>
                  </a:cubicBezTo>
                  <a:cubicBezTo>
                    <a:pt x="387" y="474"/>
                    <a:pt x="644" y="575"/>
                    <a:pt x="917" y="575"/>
                  </a:cubicBezTo>
                  <a:cubicBezTo>
                    <a:pt x="957" y="575"/>
                    <a:pt x="997" y="572"/>
                    <a:pt x="1037" y="568"/>
                  </a:cubicBezTo>
                  <a:cubicBezTo>
                    <a:pt x="1438" y="568"/>
                    <a:pt x="1872" y="384"/>
                    <a:pt x="2373" y="368"/>
                  </a:cubicBezTo>
                  <a:cubicBezTo>
                    <a:pt x="2416" y="362"/>
                    <a:pt x="2459" y="359"/>
                    <a:pt x="2502" y="359"/>
                  </a:cubicBezTo>
                  <a:cubicBezTo>
                    <a:pt x="2709" y="359"/>
                    <a:pt x="2912" y="424"/>
                    <a:pt x="3092" y="535"/>
                  </a:cubicBezTo>
                  <a:cubicBezTo>
                    <a:pt x="3292" y="702"/>
                    <a:pt x="3426" y="953"/>
                    <a:pt x="3443" y="1237"/>
                  </a:cubicBezTo>
                  <a:cubicBezTo>
                    <a:pt x="3493" y="1788"/>
                    <a:pt x="3259" y="2323"/>
                    <a:pt x="3225" y="2857"/>
                  </a:cubicBezTo>
                  <a:cubicBezTo>
                    <a:pt x="3209" y="3108"/>
                    <a:pt x="3242" y="3359"/>
                    <a:pt x="3359" y="3576"/>
                  </a:cubicBezTo>
                  <a:cubicBezTo>
                    <a:pt x="3459" y="3760"/>
                    <a:pt x="3593" y="3943"/>
                    <a:pt x="3743" y="4094"/>
                  </a:cubicBezTo>
                  <a:cubicBezTo>
                    <a:pt x="3961" y="4294"/>
                    <a:pt x="4077" y="4578"/>
                    <a:pt x="4061" y="4879"/>
                  </a:cubicBezTo>
                  <a:cubicBezTo>
                    <a:pt x="4027" y="4979"/>
                    <a:pt x="3977" y="5080"/>
                    <a:pt x="3910" y="5163"/>
                  </a:cubicBezTo>
                  <a:cubicBezTo>
                    <a:pt x="3910" y="5163"/>
                    <a:pt x="4044" y="5113"/>
                    <a:pt x="4111" y="4896"/>
                  </a:cubicBezTo>
                  <a:cubicBezTo>
                    <a:pt x="4128" y="4762"/>
                    <a:pt x="4128" y="4612"/>
                    <a:pt x="4094" y="4495"/>
                  </a:cubicBezTo>
                  <a:cubicBezTo>
                    <a:pt x="4027" y="4311"/>
                    <a:pt x="3944" y="4161"/>
                    <a:pt x="3810" y="4027"/>
                  </a:cubicBezTo>
                  <a:cubicBezTo>
                    <a:pt x="3676" y="3877"/>
                    <a:pt x="3559" y="3709"/>
                    <a:pt x="3459" y="3526"/>
                  </a:cubicBezTo>
                  <a:cubicBezTo>
                    <a:pt x="3359" y="3325"/>
                    <a:pt x="3326" y="3091"/>
                    <a:pt x="3359" y="2857"/>
                  </a:cubicBezTo>
                  <a:cubicBezTo>
                    <a:pt x="3376" y="2373"/>
                    <a:pt x="3626" y="1838"/>
                    <a:pt x="3576" y="1220"/>
                  </a:cubicBezTo>
                  <a:cubicBezTo>
                    <a:pt x="3559" y="902"/>
                    <a:pt x="3409" y="618"/>
                    <a:pt x="3158" y="435"/>
                  </a:cubicBezTo>
                  <a:cubicBezTo>
                    <a:pt x="2959" y="306"/>
                    <a:pt x="2723" y="227"/>
                    <a:pt x="2482" y="227"/>
                  </a:cubicBezTo>
                  <a:cubicBezTo>
                    <a:pt x="2440" y="227"/>
                    <a:pt x="2398" y="229"/>
                    <a:pt x="2356" y="234"/>
                  </a:cubicBezTo>
                  <a:cubicBezTo>
                    <a:pt x="1839" y="268"/>
                    <a:pt x="1404" y="451"/>
                    <a:pt x="1037" y="468"/>
                  </a:cubicBezTo>
                  <a:cubicBezTo>
                    <a:pt x="987" y="474"/>
                    <a:pt x="938" y="476"/>
                    <a:pt x="890" y="476"/>
                  </a:cubicBezTo>
                  <a:cubicBezTo>
                    <a:pt x="643" y="476"/>
                    <a:pt x="410" y="404"/>
                    <a:pt x="201" y="251"/>
                  </a:cubicBezTo>
                  <a:cubicBezTo>
                    <a:pt x="134" y="167"/>
                    <a:pt x="51" y="84"/>
                    <a:pt x="1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54"/>
            <p:cNvSpPr/>
            <p:nvPr/>
          </p:nvSpPr>
          <p:spPr>
            <a:xfrm>
              <a:off x="1519573" y="3331316"/>
              <a:ext cx="395097" cy="1301999"/>
            </a:xfrm>
            <a:custGeom>
              <a:avLst/>
              <a:gdLst/>
              <a:ahLst/>
              <a:cxnLst/>
              <a:rect l="l" t="t" r="r" b="b"/>
              <a:pathLst>
                <a:path w="12316" h="40586" extrusionOk="0">
                  <a:moveTo>
                    <a:pt x="7302" y="1"/>
                  </a:moveTo>
                  <a:lnTo>
                    <a:pt x="1" y="2023"/>
                  </a:lnTo>
                  <a:lnTo>
                    <a:pt x="7954" y="40402"/>
                  </a:lnTo>
                  <a:lnTo>
                    <a:pt x="12315" y="40586"/>
                  </a:lnTo>
                  <a:lnTo>
                    <a:pt x="73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54"/>
            <p:cNvSpPr/>
            <p:nvPr/>
          </p:nvSpPr>
          <p:spPr>
            <a:xfrm>
              <a:off x="1062368" y="3244828"/>
              <a:ext cx="817430" cy="1018123"/>
            </a:xfrm>
            <a:custGeom>
              <a:avLst/>
              <a:gdLst/>
              <a:ahLst/>
              <a:cxnLst/>
              <a:rect l="l" t="t" r="r" b="b"/>
              <a:pathLst>
                <a:path w="25481" h="31737" extrusionOk="0">
                  <a:moveTo>
                    <a:pt x="8595" y="0"/>
                  </a:moveTo>
                  <a:cubicBezTo>
                    <a:pt x="8415" y="0"/>
                    <a:pt x="8234" y="13"/>
                    <a:pt x="8054" y="40"/>
                  </a:cubicBezTo>
                  <a:lnTo>
                    <a:pt x="7920" y="74"/>
                  </a:lnTo>
                  <a:lnTo>
                    <a:pt x="0" y="28361"/>
                  </a:lnTo>
                  <a:lnTo>
                    <a:pt x="5848" y="30784"/>
                  </a:lnTo>
                  <a:lnTo>
                    <a:pt x="14253" y="6991"/>
                  </a:lnTo>
                  <a:lnTo>
                    <a:pt x="19332" y="31736"/>
                  </a:lnTo>
                  <a:lnTo>
                    <a:pt x="25481" y="30533"/>
                  </a:lnTo>
                  <a:lnTo>
                    <a:pt x="21287" y="508"/>
                  </a:lnTo>
                  <a:lnTo>
                    <a:pt x="20719" y="441"/>
                  </a:lnTo>
                  <a:cubicBezTo>
                    <a:pt x="20587" y="422"/>
                    <a:pt x="20456" y="413"/>
                    <a:pt x="20325" y="413"/>
                  </a:cubicBezTo>
                  <a:cubicBezTo>
                    <a:pt x="20107" y="413"/>
                    <a:pt x="19892" y="439"/>
                    <a:pt x="19683" y="491"/>
                  </a:cubicBezTo>
                  <a:lnTo>
                    <a:pt x="19299" y="592"/>
                  </a:lnTo>
                  <a:cubicBezTo>
                    <a:pt x="19082" y="642"/>
                    <a:pt x="18860" y="667"/>
                    <a:pt x="18639" y="667"/>
                  </a:cubicBezTo>
                  <a:cubicBezTo>
                    <a:pt x="18417" y="667"/>
                    <a:pt x="18196" y="642"/>
                    <a:pt x="17979" y="592"/>
                  </a:cubicBezTo>
                  <a:lnTo>
                    <a:pt x="17695" y="525"/>
                  </a:lnTo>
                  <a:cubicBezTo>
                    <a:pt x="17485" y="472"/>
                    <a:pt x="17271" y="447"/>
                    <a:pt x="17057" y="447"/>
                  </a:cubicBezTo>
                  <a:cubicBezTo>
                    <a:pt x="16862" y="447"/>
                    <a:pt x="16666" y="468"/>
                    <a:pt x="16475" y="508"/>
                  </a:cubicBezTo>
                  <a:lnTo>
                    <a:pt x="15790" y="642"/>
                  </a:lnTo>
                  <a:cubicBezTo>
                    <a:pt x="15597" y="680"/>
                    <a:pt x="15402" y="699"/>
                    <a:pt x="15208" y="699"/>
                  </a:cubicBezTo>
                  <a:cubicBezTo>
                    <a:pt x="14896" y="699"/>
                    <a:pt x="14585" y="651"/>
                    <a:pt x="14286" y="558"/>
                  </a:cubicBezTo>
                  <a:lnTo>
                    <a:pt x="13618" y="324"/>
                  </a:lnTo>
                  <a:cubicBezTo>
                    <a:pt x="13324" y="215"/>
                    <a:pt x="13009" y="163"/>
                    <a:pt x="12695" y="163"/>
                  </a:cubicBezTo>
                  <a:cubicBezTo>
                    <a:pt x="12528" y="163"/>
                    <a:pt x="12361" y="178"/>
                    <a:pt x="12198" y="207"/>
                  </a:cubicBezTo>
                  <a:lnTo>
                    <a:pt x="11563" y="324"/>
                  </a:lnTo>
                  <a:cubicBezTo>
                    <a:pt x="11409" y="354"/>
                    <a:pt x="11252" y="367"/>
                    <a:pt x="11094" y="367"/>
                  </a:cubicBezTo>
                  <a:cubicBezTo>
                    <a:pt x="10893" y="367"/>
                    <a:pt x="10690" y="345"/>
                    <a:pt x="10493" y="307"/>
                  </a:cubicBezTo>
                  <a:lnTo>
                    <a:pt x="9407" y="90"/>
                  </a:lnTo>
                  <a:cubicBezTo>
                    <a:pt x="9137" y="30"/>
                    <a:pt x="8866" y="0"/>
                    <a:pt x="85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54"/>
            <p:cNvSpPr/>
            <p:nvPr/>
          </p:nvSpPr>
          <p:spPr>
            <a:xfrm>
              <a:off x="1774191" y="4618269"/>
              <a:ext cx="274990" cy="53445"/>
            </a:xfrm>
            <a:custGeom>
              <a:avLst/>
              <a:gdLst/>
              <a:ahLst/>
              <a:cxnLst/>
              <a:rect l="l" t="t" r="r" b="b"/>
              <a:pathLst>
                <a:path w="8572" h="1666" extrusionOk="0">
                  <a:moveTo>
                    <a:pt x="4629" y="1"/>
                  </a:moveTo>
                  <a:lnTo>
                    <a:pt x="0" y="134"/>
                  </a:lnTo>
                  <a:lnTo>
                    <a:pt x="51" y="1638"/>
                  </a:lnTo>
                  <a:lnTo>
                    <a:pt x="335" y="1638"/>
                  </a:lnTo>
                  <a:cubicBezTo>
                    <a:pt x="805" y="1651"/>
                    <a:pt x="1813" y="1665"/>
                    <a:pt x="2938" y="1665"/>
                  </a:cubicBezTo>
                  <a:cubicBezTo>
                    <a:pt x="4854" y="1665"/>
                    <a:pt x="7110" y="1623"/>
                    <a:pt x="7636" y="1454"/>
                  </a:cubicBezTo>
                  <a:cubicBezTo>
                    <a:pt x="8572" y="1170"/>
                    <a:pt x="4645" y="452"/>
                    <a:pt x="4645" y="452"/>
                  </a:cubicBezTo>
                  <a:lnTo>
                    <a:pt x="46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54"/>
            <p:cNvSpPr/>
            <p:nvPr/>
          </p:nvSpPr>
          <p:spPr>
            <a:xfrm>
              <a:off x="1774737" y="4630203"/>
              <a:ext cx="54696" cy="38496"/>
            </a:xfrm>
            <a:custGeom>
              <a:avLst/>
              <a:gdLst/>
              <a:ahLst/>
              <a:cxnLst/>
              <a:rect l="l" t="t" r="r" b="b"/>
              <a:pathLst>
                <a:path w="1705" h="1200" extrusionOk="0">
                  <a:moveTo>
                    <a:pt x="194" y="0"/>
                  </a:moveTo>
                  <a:cubicBezTo>
                    <a:pt x="129" y="0"/>
                    <a:pt x="65" y="5"/>
                    <a:pt x="0" y="13"/>
                  </a:cubicBezTo>
                  <a:lnTo>
                    <a:pt x="34" y="1199"/>
                  </a:lnTo>
                  <a:lnTo>
                    <a:pt x="1704" y="1183"/>
                  </a:lnTo>
                  <a:cubicBezTo>
                    <a:pt x="1621" y="815"/>
                    <a:pt x="1387" y="498"/>
                    <a:pt x="1086" y="297"/>
                  </a:cubicBezTo>
                  <a:cubicBezTo>
                    <a:pt x="822" y="103"/>
                    <a:pt x="512" y="0"/>
                    <a:pt x="194" y="0"/>
                  </a:cubicBezTo>
                  <a:close/>
                </a:path>
              </a:pathLst>
            </a:custGeom>
            <a:solidFill>
              <a:schemeClr val="lt1">
                <a:alpha val="272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54"/>
            <p:cNvSpPr/>
            <p:nvPr/>
          </p:nvSpPr>
          <p:spPr>
            <a:xfrm>
              <a:off x="1775795" y="4646147"/>
              <a:ext cx="253560" cy="26081"/>
            </a:xfrm>
            <a:custGeom>
              <a:avLst/>
              <a:gdLst/>
              <a:ahLst/>
              <a:cxnLst/>
              <a:rect l="l" t="t" r="r" b="b"/>
              <a:pathLst>
                <a:path w="7904" h="813" extrusionOk="0">
                  <a:moveTo>
                    <a:pt x="6517" y="1"/>
                  </a:moveTo>
                  <a:cubicBezTo>
                    <a:pt x="6250" y="17"/>
                    <a:pt x="6133" y="552"/>
                    <a:pt x="6133" y="552"/>
                  </a:cubicBezTo>
                  <a:lnTo>
                    <a:pt x="1" y="669"/>
                  </a:lnTo>
                  <a:lnTo>
                    <a:pt x="1" y="769"/>
                  </a:lnTo>
                  <a:cubicBezTo>
                    <a:pt x="593" y="799"/>
                    <a:pt x="1375" y="813"/>
                    <a:pt x="2215" y="813"/>
                  </a:cubicBezTo>
                  <a:cubicBezTo>
                    <a:pt x="4668" y="813"/>
                    <a:pt x="7612" y="697"/>
                    <a:pt x="7737" y="535"/>
                  </a:cubicBezTo>
                  <a:cubicBezTo>
                    <a:pt x="7904" y="335"/>
                    <a:pt x="6517" y="1"/>
                    <a:pt x="6517" y="1"/>
                  </a:cubicBezTo>
                  <a:close/>
                </a:path>
              </a:pathLst>
            </a:custGeom>
            <a:solidFill>
              <a:schemeClr val="lt1">
                <a:alpha val="272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4"/>
            <p:cNvSpPr/>
            <p:nvPr/>
          </p:nvSpPr>
          <p:spPr>
            <a:xfrm>
              <a:off x="1775795" y="4659941"/>
              <a:ext cx="248203" cy="8437"/>
            </a:xfrm>
            <a:custGeom>
              <a:avLst/>
              <a:gdLst/>
              <a:ahLst/>
              <a:cxnLst/>
              <a:rect l="l" t="t" r="r" b="b"/>
              <a:pathLst>
                <a:path w="7737" h="263" extrusionOk="0">
                  <a:moveTo>
                    <a:pt x="7701" y="1"/>
                  </a:moveTo>
                  <a:cubicBezTo>
                    <a:pt x="7682" y="1"/>
                    <a:pt x="7661" y="13"/>
                    <a:pt x="7653" y="38"/>
                  </a:cubicBezTo>
                  <a:lnTo>
                    <a:pt x="7436" y="55"/>
                  </a:lnTo>
                  <a:lnTo>
                    <a:pt x="6600" y="89"/>
                  </a:lnTo>
                  <a:cubicBezTo>
                    <a:pt x="5882" y="122"/>
                    <a:pt x="4913" y="155"/>
                    <a:pt x="3827" y="189"/>
                  </a:cubicBezTo>
                  <a:cubicBezTo>
                    <a:pt x="2757" y="206"/>
                    <a:pt x="1788" y="222"/>
                    <a:pt x="1070" y="222"/>
                  </a:cubicBezTo>
                  <a:lnTo>
                    <a:pt x="234" y="239"/>
                  </a:lnTo>
                  <a:lnTo>
                    <a:pt x="1" y="239"/>
                  </a:lnTo>
                  <a:lnTo>
                    <a:pt x="234" y="256"/>
                  </a:lnTo>
                  <a:lnTo>
                    <a:pt x="1070" y="256"/>
                  </a:lnTo>
                  <a:cubicBezTo>
                    <a:pt x="1275" y="261"/>
                    <a:pt x="1505" y="263"/>
                    <a:pt x="1755" y="263"/>
                  </a:cubicBezTo>
                  <a:cubicBezTo>
                    <a:pt x="2356" y="263"/>
                    <a:pt x="3071" y="251"/>
                    <a:pt x="3827" y="239"/>
                  </a:cubicBezTo>
                  <a:cubicBezTo>
                    <a:pt x="4913" y="206"/>
                    <a:pt x="5882" y="155"/>
                    <a:pt x="6600" y="122"/>
                  </a:cubicBezTo>
                  <a:lnTo>
                    <a:pt x="7436" y="72"/>
                  </a:lnTo>
                  <a:cubicBezTo>
                    <a:pt x="7519" y="55"/>
                    <a:pt x="7586" y="55"/>
                    <a:pt x="7653" y="55"/>
                  </a:cubicBezTo>
                  <a:cubicBezTo>
                    <a:pt x="7660" y="76"/>
                    <a:pt x="7676" y="85"/>
                    <a:pt x="7692" y="85"/>
                  </a:cubicBezTo>
                  <a:cubicBezTo>
                    <a:pt x="7714" y="85"/>
                    <a:pt x="7737" y="68"/>
                    <a:pt x="7737" y="38"/>
                  </a:cubicBezTo>
                  <a:cubicBezTo>
                    <a:pt x="7737" y="13"/>
                    <a:pt x="7720" y="1"/>
                    <a:pt x="77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4"/>
            <p:cNvSpPr/>
            <p:nvPr/>
          </p:nvSpPr>
          <p:spPr>
            <a:xfrm>
              <a:off x="1971451" y="4644543"/>
              <a:ext cx="14500" cy="21462"/>
            </a:xfrm>
            <a:custGeom>
              <a:avLst/>
              <a:gdLst/>
              <a:ahLst/>
              <a:cxnLst/>
              <a:rect l="l" t="t" r="r" b="b"/>
              <a:pathLst>
                <a:path w="452" h="669" extrusionOk="0">
                  <a:moveTo>
                    <a:pt x="451" y="1"/>
                  </a:moveTo>
                  <a:lnTo>
                    <a:pt x="451" y="1"/>
                  </a:lnTo>
                  <a:cubicBezTo>
                    <a:pt x="318" y="51"/>
                    <a:pt x="201" y="151"/>
                    <a:pt x="134" y="268"/>
                  </a:cubicBezTo>
                  <a:cubicBezTo>
                    <a:pt x="50" y="385"/>
                    <a:pt x="0" y="535"/>
                    <a:pt x="34" y="669"/>
                  </a:cubicBezTo>
                  <a:cubicBezTo>
                    <a:pt x="67" y="535"/>
                    <a:pt x="117" y="418"/>
                    <a:pt x="167" y="301"/>
                  </a:cubicBezTo>
                  <a:cubicBezTo>
                    <a:pt x="251" y="184"/>
                    <a:pt x="351" y="84"/>
                    <a:pt x="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4"/>
            <p:cNvSpPr/>
            <p:nvPr/>
          </p:nvSpPr>
          <p:spPr>
            <a:xfrm>
              <a:off x="1928015" y="4635368"/>
              <a:ext cx="8084" cy="1142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233" y="0"/>
                  </a:moveTo>
                  <a:cubicBezTo>
                    <a:pt x="223" y="0"/>
                    <a:pt x="162" y="77"/>
                    <a:pt x="101" y="153"/>
                  </a:cubicBezTo>
                  <a:cubicBezTo>
                    <a:pt x="34" y="253"/>
                    <a:pt x="1" y="353"/>
                    <a:pt x="1" y="353"/>
                  </a:cubicBezTo>
                  <a:cubicBezTo>
                    <a:pt x="2" y="355"/>
                    <a:pt x="4" y="355"/>
                    <a:pt x="6" y="355"/>
                  </a:cubicBezTo>
                  <a:cubicBezTo>
                    <a:pt x="29" y="355"/>
                    <a:pt x="90" y="278"/>
                    <a:pt x="151" y="186"/>
                  </a:cubicBezTo>
                  <a:cubicBezTo>
                    <a:pt x="218" y="86"/>
                    <a:pt x="251" y="2"/>
                    <a:pt x="235" y="2"/>
                  </a:cubicBezTo>
                  <a:cubicBezTo>
                    <a:pt x="235" y="1"/>
                    <a:pt x="234" y="0"/>
                    <a:pt x="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4"/>
            <p:cNvSpPr/>
            <p:nvPr/>
          </p:nvSpPr>
          <p:spPr>
            <a:xfrm>
              <a:off x="1915696" y="4633187"/>
              <a:ext cx="9688" cy="8180"/>
            </a:xfrm>
            <a:custGeom>
              <a:avLst/>
              <a:gdLst/>
              <a:ahLst/>
              <a:cxnLst/>
              <a:rect l="l" t="t" r="r" b="b"/>
              <a:pathLst>
                <a:path w="302" h="255" extrusionOk="0">
                  <a:moveTo>
                    <a:pt x="292" y="0"/>
                  </a:moveTo>
                  <a:cubicBezTo>
                    <a:pt x="267" y="0"/>
                    <a:pt x="207" y="46"/>
                    <a:pt x="134" y="104"/>
                  </a:cubicBezTo>
                  <a:cubicBezTo>
                    <a:pt x="51" y="171"/>
                    <a:pt x="0" y="238"/>
                    <a:pt x="17" y="254"/>
                  </a:cubicBezTo>
                  <a:cubicBezTo>
                    <a:pt x="17" y="254"/>
                    <a:pt x="101" y="221"/>
                    <a:pt x="168" y="154"/>
                  </a:cubicBezTo>
                  <a:cubicBezTo>
                    <a:pt x="251" y="70"/>
                    <a:pt x="301" y="20"/>
                    <a:pt x="301" y="4"/>
                  </a:cubicBezTo>
                  <a:cubicBezTo>
                    <a:pt x="299" y="1"/>
                    <a:pt x="296" y="0"/>
                    <a:pt x="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54"/>
            <p:cNvSpPr/>
            <p:nvPr/>
          </p:nvSpPr>
          <p:spPr>
            <a:xfrm>
              <a:off x="1908190" y="4627669"/>
              <a:ext cx="15591" cy="1572"/>
            </a:xfrm>
            <a:custGeom>
              <a:avLst/>
              <a:gdLst/>
              <a:ahLst/>
              <a:cxnLst/>
              <a:rect l="l" t="t" r="r" b="b"/>
              <a:pathLst>
                <a:path w="486" h="49" extrusionOk="0">
                  <a:moveTo>
                    <a:pt x="237" y="0"/>
                  </a:moveTo>
                  <a:cubicBezTo>
                    <a:pt x="155" y="0"/>
                    <a:pt x="76" y="9"/>
                    <a:pt x="1" y="25"/>
                  </a:cubicBezTo>
                  <a:cubicBezTo>
                    <a:pt x="60" y="37"/>
                    <a:pt x="119" y="49"/>
                    <a:pt x="172" y="49"/>
                  </a:cubicBezTo>
                  <a:cubicBezTo>
                    <a:pt x="194" y="49"/>
                    <a:pt x="215" y="47"/>
                    <a:pt x="234" y="42"/>
                  </a:cubicBezTo>
                  <a:cubicBezTo>
                    <a:pt x="259" y="47"/>
                    <a:pt x="283" y="49"/>
                    <a:pt x="308" y="49"/>
                  </a:cubicBezTo>
                  <a:cubicBezTo>
                    <a:pt x="367" y="49"/>
                    <a:pt x="426" y="37"/>
                    <a:pt x="485" y="25"/>
                  </a:cubicBezTo>
                  <a:cubicBezTo>
                    <a:pt x="402" y="9"/>
                    <a:pt x="318" y="0"/>
                    <a:pt x="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54"/>
            <p:cNvSpPr/>
            <p:nvPr/>
          </p:nvSpPr>
          <p:spPr>
            <a:xfrm>
              <a:off x="1905495" y="4619360"/>
              <a:ext cx="17195" cy="2374"/>
            </a:xfrm>
            <a:custGeom>
              <a:avLst/>
              <a:gdLst/>
              <a:ahLst/>
              <a:cxnLst/>
              <a:rect l="l" t="t" r="r" b="b"/>
              <a:pathLst>
                <a:path w="536" h="74" extrusionOk="0">
                  <a:moveTo>
                    <a:pt x="1" y="0"/>
                  </a:moveTo>
                  <a:cubicBezTo>
                    <a:pt x="85" y="50"/>
                    <a:pt x="168" y="67"/>
                    <a:pt x="268" y="67"/>
                  </a:cubicBezTo>
                  <a:cubicBezTo>
                    <a:pt x="289" y="71"/>
                    <a:pt x="311" y="73"/>
                    <a:pt x="334" y="73"/>
                  </a:cubicBezTo>
                  <a:cubicBezTo>
                    <a:pt x="401" y="73"/>
                    <a:pt x="473" y="55"/>
                    <a:pt x="536" y="17"/>
                  </a:cubicBezTo>
                  <a:lnTo>
                    <a:pt x="268" y="17"/>
                  </a:lnTo>
                  <a:cubicBezTo>
                    <a:pt x="185" y="0"/>
                    <a:pt x="85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54"/>
            <p:cNvSpPr/>
            <p:nvPr/>
          </p:nvSpPr>
          <p:spPr>
            <a:xfrm>
              <a:off x="1932859" y="4621798"/>
              <a:ext cx="27878" cy="15270"/>
            </a:xfrm>
            <a:custGeom>
              <a:avLst/>
              <a:gdLst/>
              <a:ahLst/>
              <a:cxnLst/>
              <a:rect l="l" t="t" r="r" b="b"/>
              <a:pathLst>
                <a:path w="869" h="476" extrusionOk="0">
                  <a:moveTo>
                    <a:pt x="581" y="51"/>
                  </a:moveTo>
                  <a:cubicBezTo>
                    <a:pt x="648" y="51"/>
                    <a:pt x="714" y="64"/>
                    <a:pt x="769" y="91"/>
                  </a:cubicBezTo>
                  <a:cubicBezTo>
                    <a:pt x="819" y="125"/>
                    <a:pt x="802" y="175"/>
                    <a:pt x="752" y="208"/>
                  </a:cubicBezTo>
                  <a:cubicBezTo>
                    <a:pt x="702" y="225"/>
                    <a:pt x="652" y="258"/>
                    <a:pt x="585" y="275"/>
                  </a:cubicBezTo>
                  <a:cubicBezTo>
                    <a:pt x="501" y="309"/>
                    <a:pt x="384" y="342"/>
                    <a:pt x="284" y="359"/>
                  </a:cubicBezTo>
                  <a:cubicBezTo>
                    <a:pt x="204" y="375"/>
                    <a:pt x="136" y="383"/>
                    <a:pt x="87" y="389"/>
                  </a:cubicBezTo>
                  <a:lnTo>
                    <a:pt x="87" y="389"/>
                  </a:lnTo>
                  <a:cubicBezTo>
                    <a:pt x="111" y="336"/>
                    <a:pt x="140" y="285"/>
                    <a:pt x="184" y="242"/>
                  </a:cubicBezTo>
                  <a:cubicBezTo>
                    <a:pt x="234" y="158"/>
                    <a:pt x="334" y="108"/>
                    <a:pt x="418" y="75"/>
                  </a:cubicBezTo>
                  <a:cubicBezTo>
                    <a:pt x="470" y="60"/>
                    <a:pt x="526" y="51"/>
                    <a:pt x="581" y="51"/>
                  </a:cubicBezTo>
                  <a:close/>
                  <a:moveTo>
                    <a:pt x="575" y="0"/>
                  </a:moveTo>
                  <a:cubicBezTo>
                    <a:pt x="410" y="0"/>
                    <a:pt x="251" y="75"/>
                    <a:pt x="150" y="208"/>
                  </a:cubicBezTo>
                  <a:cubicBezTo>
                    <a:pt x="104" y="271"/>
                    <a:pt x="71" y="319"/>
                    <a:pt x="54" y="393"/>
                  </a:cubicBezTo>
                  <a:lnTo>
                    <a:pt x="54" y="393"/>
                  </a:lnTo>
                  <a:cubicBezTo>
                    <a:pt x="19" y="398"/>
                    <a:pt x="0" y="402"/>
                    <a:pt x="0" y="409"/>
                  </a:cubicBezTo>
                  <a:cubicBezTo>
                    <a:pt x="17" y="409"/>
                    <a:pt x="34" y="409"/>
                    <a:pt x="50" y="409"/>
                  </a:cubicBezTo>
                  <a:lnTo>
                    <a:pt x="50" y="409"/>
                  </a:lnTo>
                  <a:cubicBezTo>
                    <a:pt x="50" y="409"/>
                    <a:pt x="50" y="409"/>
                    <a:pt x="50" y="409"/>
                  </a:cubicBezTo>
                  <a:cubicBezTo>
                    <a:pt x="50" y="442"/>
                    <a:pt x="50" y="476"/>
                    <a:pt x="50" y="476"/>
                  </a:cubicBezTo>
                  <a:cubicBezTo>
                    <a:pt x="59" y="453"/>
                    <a:pt x="68" y="431"/>
                    <a:pt x="78" y="408"/>
                  </a:cubicBezTo>
                  <a:lnTo>
                    <a:pt x="78" y="408"/>
                  </a:lnTo>
                  <a:cubicBezTo>
                    <a:pt x="152" y="408"/>
                    <a:pt x="227" y="404"/>
                    <a:pt x="301" y="392"/>
                  </a:cubicBezTo>
                  <a:cubicBezTo>
                    <a:pt x="401" y="375"/>
                    <a:pt x="501" y="359"/>
                    <a:pt x="602" y="325"/>
                  </a:cubicBezTo>
                  <a:cubicBezTo>
                    <a:pt x="668" y="309"/>
                    <a:pt x="735" y="275"/>
                    <a:pt x="785" y="242"/>
                  </a:cubicBezTo>
                  <a:cubicBezTo>
                    <a:pt x="819" y="225"/>
                    <a:pt x="852" y="192"/>
                    <a:pt x="852" y="158"/>
                  </a:cubicBezTo>
                  <a:cubicBezTo>
                    <a:pt x="869" y="108"/>
                    <a:pt x="852" y="75"/>
                    <a:pt x="819" y="58"/>
                  </a:cubicBezTo>
                  <a:cubicBezTo>
                    <a:pt x="741" y="19"/>
                    <a:pt x="657" y="0"/>
                    <a:pt x="5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54"/>
            <p:cNvSpPr/>
            <p:nvPr/>
          </p:nvSpPr>
          <p:spPr>
            <a:xfrm>
              <a:off x="1922112" y="4618269"/>
              <a:ext cx="14532" cy="16650"/>
            </a:xfrm>
            <a:custGeom>
              <a:avLst/>
              <a:gdLst/>
              <a:ahLst/>
              <a:cxnLst/>
              <a:rect l="l" t="t" r="r" b="b"/>
              <a:pathLst>
                <a:path w="453" h="519" extrusionOk="0">
                  <a:moveTo>
                    <a:pt x="101" y="1"/>
                  </a:moveTo>
                  <a:cubicBezTo>
                    <a:pt x="51" y="18"/>
                    <a:pt x="1" y="68"/>
                    <a:pt x="18" y="134"/>
                  </a:cubicBezTo>
                  <a:cubicBezTo>
                    <a:pt x="18" y="168"/>
                    <a:pt x="51" y="218"/>
                    <a:pt x="68" y="251"/>
                  </a:cubicBezTo>
                  <a:cubicBezTo>
                    <a:pt x="118" y="302"/>
                    <a:pt x="168" y="368"/>
                    <a:pt x="218" y="419"/>
                  </a:cubicBezTo>
                  <a:cubicBezTo>
                    <a:pt x="268" y="469"/>
                    <a:pt x="318" y="502"/>
                    <a:pt x="385" y="519"/>
                  </a:cubicBezTo>
                  <a:cubicBezTo>
                    <a:pt x="385" y="519"/>
                    <a:pt x="335" y="469"/>
                    <a:pt x="252" y="385"/>
                  </a:cubicBezTo>
                  <a:cubicBezTo>
                    <a:pt x="201" y="335"/>
                    <a:pt x="151" y="285"/>
                    <a:pt x="118" y="218"/>
                  </a:cubicBezTo>
                  <a:cubicBezTo>
                    <a:pt x="68" y="168"/>
                    <a:pt x="34" y="68"/>
                    <a:pt x="118" y="51"/>
                  </a:cubicBezTo>
                  <a:cubicBezTo>
                    <a:pt x="201" y="51"/>
                    <a:pt x="268" y="101"/>
                    <a:pt x="318" y="168"/>
                  </a:cubicBezTo>
                  <a:cubicBezTo>
                    <a:pt x="352" y="218"/>
                    <a:pt x="385" y="268"/>
                    <a:pt x="402" y="335"/>
                  </a:cubicBezTo>
                  <a:cubicBezTo>
                    <a:pt x="419" y="402"/>
                    <a:pt x="419" y="469"/>
                    <a:pt x="419" y="519"/>
                  </a:cubicBezTo>
                  <a:cubicBezTo>
                    <a:pt x="452" y="469"/>
                    <a:pt x="452" y="402"/>
                    <a:pt x="435" y="335"/>
                  </a:cubicBezTo>
                  <a:cubicBezTo>
                    <a:pt x="435" y="251"/>
                    <a:pt x="402" y="185"/>
                    <a:pt x="352" y="134"/>
                  </a:cubicBezTo>
                  <a:cubicBezTo>
                    <a:pt x="302" y="51"/>
                    <a:pt x="201" y="1"/>
                    <a:pt x="1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54"/>
            <p:cNvSpPr/>
            <p:nvPr/>
          </p:nvSpPr>
          <p:spPr>
            <a:xfrm>
              <a:off x="1775250" y="4628984"/>
              <a:ext cx="53638" cy="38624"/>
            </a:xfrm>
            <a:custGeom>
              <a:avLst/>
              <a:gdLst/>
              <a:ahLst/>
              <a:cxnLst/>
              <a:rect l="l" t="t" r="r" b="b"/>
              <a:pathLst>
                <a:path w="1672" h="1204" extrusionOk="0">
                  <a:moveTo>
                    <a:pt x="352" y="1"/>
                  </a:moveTo>
                  <a:cubicBezTo>
                    <a:pt x="268" y="1"/>
                    <a:pt x="185" y="1"/>
                    <a:pt x="101" y="18"/>
                  </a:cubicBezTo>
                  <a:cubicBezTo>
                    <a:pt x="68" y="18"/>
                    <a:pt x="34" y="18"/>
                    <a:pt x="1" y="34"/>
                  </a:cubicBezTo>
                  <a:cubicBezTo>
                    <a:pt x="1" y="34"/>
                    <a:pt x="60" y="27"/>
                    <a:pt x="164" y="27"/>
                  </a:cubicBezTo>
                  <a:cubicBezTo>
                    <a:pt x="216" y="27"/>
                    <a:pt x="279" y="29"/>
                    <a:pt x="352" y="34"/>
                  </a:cubicBezTo>
                  <a:cubicBezTo>
                    <a:pt x="619" y="51"/>
                    <a:pt x="870" y="151"/>
                    <a:pt x="1087" y="302"/>
                  </a:cubicBezTo>
                  <a:cubicBezTo>
                    <a:pt x="1304" y="452"/>
                    <a:pt x="1471" y="653"/>
                    <a:pt x="1571" y="903"/>
                  </a:cubicBezTo>
                  <a:cubicBezTo>
                    <a:pt x="1655" y="1070"/>
                    <a:pt x="1655" y="1204"/>
                    <a:pt x="1672" y="1204"/>
                  </a:cubicBezTo>
                  <a:cubicBezTo>
                    <a:pt x="1672" y="1171"/>
                    <a:pt x="1672" y="1137"/>
                    <a:pt x="1672" y="1104"/>
                  </a:cubicBezTo>
                  <a:cubicBezTo>
                    <a:pt x="1655" y="1037"/>
                    <a:pt x="1638" y="953"/>
                    <a:pt x="1622" y="887"/>
                  </a:cubicBezTo>
                  <a:cubicBezTo>
                    <a:pt x="1521" y="636"/>
                    <a:pt x="1354" y="419"/>
                    <a:pt x="1120" y="252"/>
                  </a:cubicBezTo>
                  <a:cubicBezTo>
                    <a:pt x="903" y="101"/>
                    <a:pt x="619" y="1"/>
                    <a:pt x="3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54"/>
            <p:cNvSpPr/>
            <p:nvPr/>
          </p:nvSpPr>
          <p:spPr>
            <a:xfrm>
              <a:off x="1847077" y="4653429"/>
              <a:ext cx="43468" cy="2342"/>
            </a:xfrm>
            <a:custGeom>
              <a:avLst/>
              <a:gdLst/>
              <a:ahLst/>
              <a:cxnLst/>
              <a:rect l="l" t="t" r="r" b="b"/>
              <a:pathLst>
                <a:path w="1355" h="73" extrusionOk="0">
                  <a:moveTo>
                    <a:pt x="1283" y="1"/>
                  </a:moveTo>
                  <a:cubicBezTo>
                    <a:pt x="1172" y="1"/>
                    <a:pt x="946" y="12"/>
                    <a:pt x="686" y="24"/>
                  </a:cubicBezTo>
                  <a:cubicBezTo>
                    <a:pt x="441" y="24"/>
                    <a:pt x="225" y="17"/>
                    <a:pt x="104" y="17"/>
                  </a:cubicBezTo>
                  <a:cubicBezTo>
                    <a:pt x="43" y="17"/>
                    <a:pt x="6" y="19"/>
                    <a:pt x="1" y="24"/>
                  </a:cubicBezTo>
                  <a:cubicBezTo>
                    <a:pt x="214" y="56"/>
                    <a:pt x="427" y="72"/>
                    <a:pt x="640" y="72"/>
                  </a:cubicBezTo>
                  <a:cubicBezTo>
                    <a:pt x="878" y="72"/>
                    <a:pt x="1116" y="52"/>
                    <a:pt x="1354" y="8"/>
                  </a:cubicBezTo>
                  <a:cubicBezTo>
                    <a:pt x="1354" y="3"/>
                    <a:pt x="1328" y="1"/>
                    <a:pt x="12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4"/>
            <p:cNvSpPr/>
            <p:nvPr/>
          </p:nvSpPr>
          <p:spPr>
            <a:xfrm>
              <a:off x="1818141" y="4655129"/>
              <a:ext cx="4844" cy="7667"/>
            </a:xfrm>
            <a:custGeom>
              <a:avLst/>
              <a:gdLst/>
              <a:ahLst/>
              <a:cxnLst/>
              <a:rect l="l" t="t" r="r" b="b"/>
              <a:pathLst>
                <a:path w="151" h="239" extrusionOk="0">
                  <a:moveTo>
                    <a:pt x="13" y="1"/>
                  </a:moveTo>
                  <a:cubicBezTo>
                    <a:pt x="7" y="1"/>
                    <a:pt x="3" y="2"/>
                    <a:pt x="0" y="5"/>
                  </a:cubicBezTo>
                  <a:cubicBezTo>
                    <a:pt x="0" y="5"/>
                    <a:pt x="34" y="55"/>
                    <a:pt x="67" y="122"/>
                  </a:cubicBezTo>
                  <a:cubicBezTo>
                    <a:pt x="101" y="188"/>
                    <a:pt x="117" y="239"/>
                    <a:pt x="134" y="239"/>
                  </a:cubicBezTo>
                  <a:cubicBezTo>
                    <a:pt x="151" y="239"/>
                    <a:pt x="151" y="172"/>
                    <a:pt x="117" y="105"/>
                  </a:cubicBezTo>
                  <a:cubicBezTo>
                    <a:pt x="90" y="35"/>
                    <a:pt x="39" y="1"/>
                    <a:pt x="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4"/>
            <p:cNvSpPr/>
            <p:nvPr/>
          </p:nvSpPr>
          <p:spPr>
            <a:xfrm>
              <a:off x="1806881" y="4642779"/>
              <a:ext cx="6480" cy="5165"/>
            </a:xfrm>
            <a:custGeom>
              <a:avLst/>
              <a:gdLst/>
              <a:ahLst/>
              <a:cxnLst/>
              <a:rect l="l" t="t" r="r" b="b"/>
              <a:pathLst>
                <a:path w="202" h="161" extrusionOk="0">
                  <a:moveTo>
                    <a:pt x="13" y="1"/>
                  </a:moveTo>
                  <a:cubicBezTo>
                    <a:pt x="8" y="1"/>
                    <a:pt x="4" y="2"/>
                    <a:pt x="1" y="5"/>
                  </a:cubicBezTo>
                  <a:cubicBezTo>
                    <a:pt x="1" y="5"/>
                    <a:pt x="34" y="56"/>
                    <a:pt x="84" y="89"/>
                  </a:cubicBezTo>
                  <a:cubicBezTo>
                    <a:pt x="125" y="130"/>
                    <a:pt x="155" y="160"/>
                    <a:pt x="174" y="160"/>
                  </a:cubicBezTo>
                  <a:cubicBezTo>
                    <a:pt x="178" y="160"/>
                    <a:pt x="181" y="159"/>
                    <a:pt x="184" y="156"/>
                  </a:cubicBezTo>
                  <a:cubicBezTo>
                    <a:pt x="201" y="139"/>
                    <a:pt x="168" y="106"/>
                    <a:pt x="118" y="56"/>
                  </a:cubicBezTo>
                  <a:cubicBezTo>
                    <a:pt x="77" y="28"/>
                    <a:pt x="36" y="1"/>
                    <a:pt x="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4"/>
            <p:cNvSpPr/>
            <p:nvPr/>
          </p:nvSpPr>
          <p:spPr>
            <a:xfrm>
              <a:off x="1791354" y="4636587"/>
              <a:ext cx="8597" cy="3304"/>
            </a:xfrm>
            <a:custGeom>
              <a:avLst/>
              <a:gdLst/>
              <a:ahLst/>
              <a:cxnLst/>
              <a:rect l="l" t="t" r="r" b="b"/>
              <a:pathLst>
                <a:path w="268" h="103" extrusionOk="0">
                  <a:moveTo>
                    <a:pt x="79" y="0"/>
                  </a:moveTo>
                  <a:cubicBezTo>
                    <a:pt x="32" y="0"/>
                    <a:pt x="0" y="20"/>
                    <a:pt x="0" y="31"/>
                  </a:cubicBezTo>
                  <a:cubicBezTo>
                    <a:pt x="0" y="31"/>
                    <a:pt x="67" y="31"/>
                    <a:pt x="134" y="65"/>
                  </a:cubicBezTo>
                  <a:cubicBezTo>
                    <a:pt x="188" y="78"/>
                    <a:pt x="231" y="103"/>
                    <a:pt x="254" y="103"/>
                  </a:cubicBezTo>
                  <a:cubicBezTo>
                    <a:pt x="260" y="103"/>
                    <a:pt x="264" y="101"/>
                    <a:pt x="267" y="98"/>
                  </a:cubicBezTo>
                  <a:cubicBezTo>
                    <a:pt x="267" y="81"/>
                    <a:pt x="234" y="31"/>
                    <a:pt x="150" y="15"/>
                  </a:cubicBezTo>
                  <a:cubicBezTo>
                    <a:pt x="125" y="4"/>
                    <a:pt x="100" y="0"/>
                    <a:pt x="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4"/>
            <p:cNvSpPr/>
            <p:nvPr/>
          </p:nvSpPr>
          <p:spPr>
            <a:xfrm>
              <a:off x="1780094" y="4634502"/>
              <a:ext cx="4844" cy="2438"/>
            </a:xfrm>
            <a:custGeom>
              <a:avLst/>
              <a:gdLst/>
              <a:ahLst/>
              <a:cxnLst/>
              <a:rect l="l" t="t" r="r" b="b"/>
              <a:pathLst>
                <a:path w="151" h="76" extrusionOk="0">
                  <a:moveTo>
                    <a:pt x="29" y="0"/>
                  </a:moveTo>
                  <a:cubicBezTo>
                    <a:pt x="13" y="0"/>
                    <a:pt x="0" y="4"/>
                    <a:pt x="0" y="13"/>
                  </a:cubicBezTo>
                  <a:cubicBezTo>
                    <a:pt x="0" y="29"/>
                    <a:pt x="34" y="46"/>
                    <a:pt x="67" y="63"/>
                  </a:cubicBezTo>
                  <a:cubicBezTo>
                    <a:pt x="84" y="71"/>
                    <a:pt x="100" y="75"/>
                    <a:pt x="115" y="75"/>
                  </a:cubicBezTo>
                  <a:cubicBezTo>
                    <a:pt x="130" y="75"/>
                    <a:pt x="142" y="71"/>
                    <a:pt x="151" y="63"/>
                  </a:cubicBezTo>
                  <a:cubicBezTo>
                    <a:pt x="151" y="46"/>
                    <a:pt x="117" y="29"/>
                    <a:pt x="84" y="13"/>
                  </a:cubicBezTo>
                  <a:cubicBezTo>
                    <a:pt x="67" y="4"/>
                    <a:pt x="46" y="0"/>
                    <a:pt x="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4"/>
            <p:cNvSpPr/>
            <p:nvPr/>
          </p:nvSpPr>
          <p:spPr>
            <a:xfrm>
              <a:off x="941234" y="4650766"/>
              <a:ext cx="146894" cy="6673"/>
            </a:xfrm>
            <a:custGeom>
              <a:avLst/>
              <a:gdLst/>
              <a:ahLst/>
              <a:cxnLst/>
              <a:rect l="l" t="t" r="r" b="b"/>
              <a:pathLst>
                <a:path w="4579" h="208" extrusionOk="0">
                  <a:moveTo>
                    <a:pt x="1072" y="0"/>
                  </a:moveTo>
                  <a:cubicBezTo>
                    <a:pt x="926" y="0"/>
                    <a:pt x="791" y="2"/>
                    <a:pt x="669" y="7"/>
                  </a:cubicBezTo>
                  <a:cubicBezTo>
                    <a:pt x="606" y="3"/>
                    <a:pt x="544" y="0"/>
                    <a:pt x="484" y="0"/>
                  </a:cubicBezTo>
                  <a:cubicBezTo>
                    <a:pt x="318" y="0"/>
                    <a:pt x="159" y="16"/>
                    <a:pt x="0" y="40"/>
                  </a:cubicBezTo>
                  <a:cubicBezTo>
                    <a:pt x="217" y="91"/>
                    <a:pt x="435" y="107"/>
                    <a:pt x="669" y="107"/>
                  </a:cubicBezTo>
                  <a:cubicBezTo>
                    <a:pt x="1136" y="124"/>
                    <a:pt x="1688" y="141"/>
                    <a:pt x="2289" y="174"/>
                  </a:cubicBezTo>
                  <a:cubicBezTo>
                    <a:pt x="2924" y="191"/>
                    <a:pt x="3492" y="208"/>
                    <a:pt x="3910" y="208"/>
                  </a:cubicBezTo>
                  <a:cubicBezTo>
                    <a:pt x="4144" y="208"/>
                    <a:pt x="4361" y="191"/>
                    <a:pt x="4578" y="157"/>
                  </a:cubicBezTo>
                  <a:cubicBezTo>
                    <a:pt x="4361" y="107"/>
                    <a:pt x="4144" y="91"/>
                    <a:pt x="3910" y="91"/>
                  </a:cubicBezTo>
                  <a:lnTo>
                    <a:pt x="2289" y="24"/>
                  </a:lnTo>
                  <a:cubicBezTo>
                    <a:pt x="1840" y="12"/>
                    <a:pt x="1425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4"/>
            <p:cNvSpPr/>
            <p:nvPr/>
          </p:nvSpPr>
          <p:spPr>
            <a:xfrm>
              <a:off x="1020023" y="4592028"/>
              <a:ext cx="6993" cy="62203"/>
            </a:xfrm>
            <a:custGeom>
              <a:avLst/>
              <a:gdLst/>
              <a:ahLst/>
              <a:cxnLst/>
              <a:rect l="l" t="t" r="r" b="b"/>
              <a:pathLst>
                <a:path w="218" h="1939" extrusionOk="0">
                  <a:moveTo>
                    <a:pt x="168" y="0"/>
                  </a:moveTo>
                  <a:cubicBezTo>
                    <a:pt x="134" y="0"/>
                    <a:pt x="67" y="435"/>
                    <a:pt x="34" y="969"/>
                  </a:cubicBezTo>
                  <a:cubicBezTo>
                    <a:pt x="0" y="1504"/>
                    <a:pt x="0" y="1938"/>
                    <a:pt x="34" y="1938"/>
                  </a:cubicBezTo>
                  <a:cubicBezTo>
                    <a:pt x="84" y="1938"/>
                    <a:pt x="134" y="1521"/>
                    <a:pt x="184" y="969"/>
                  </a:cubicBezTo>
                  <a:cubicBezTo>
                    <a:pt x="218" y="435"/>
                    <a:pt x="218" y="0"/>
                    <a:pt x="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4"/>
            <p:cNvSpPr/>
            <p:nvPr/>
          </p:nvSpPr>
          <p:spPr>
            <a:xfrm>
              <a:off x="809899" y="2037947"/>
              <a:ext cx="472250" cy="454349"/>
            </a:xfrm>
            <a:custGeom>
              <a:avLst/>
              <a:gdLst/>
              <a:ahLst/>
              <a:cxnLst/>
              <a:rect l="l" t="t" r="r" b="b"/>
              <a:pathLst>
                <a:path w="14721" h="14163" extrusionOk="0">
                  <a:moveTo>
                    <a:pt x="7636" y="0"/>
                  </a:moveTo>
                  <a:cubicBezTo>
                    <a:pt x="4779" y="0"/>
                    <a:pt x="2189" y="1721"/>
                    <a:pt x="1087" y="4361"/>
                  </a:cubicBezTo>
                  <a:cubicBezTo>
                    <a:pt x="1" y="7018"/>
                    <a:pt x="602" y="10059"/>
                    <a:pt x="2624" y="12081"/>
                  </a:cubicBezTo>
                  <a:cubicBezTo>
                    <a:pt x="3985" y="13442"/>
                    <a:pt x="5794" y="14162"/>
                    <a:pt x="7631" y="14162"/>
                  </a:cubicBezTo>
                  <a:cubicBezTo>
                    <a:pt x="8545" y="14162"/>
                    <a:pt x="9466" y="13984"/>
                    <a:pt x="10343" y="13618"/>
                  </a:cubicBezTo>
                  <a:cubicBezTo>
                    <a:pt x="13000" y="12532"/>
                    <a:pt x="14721" y="9942"/>
                    <a:pt x="14721" y="7085"/>
                  </a:cubicBezTo>
                  <a:cubicBezTo>
                    <a:pt x="14721" y="3158"/>
                    <a:pt x="11546" y="0"/>
                    <a:pt x="76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4"/>
            <p:cNvSpPr/>
            <p:nvPr/>
          </p:nvSpPr>
          <p:spPr>
            <a:xfrm>
              <a:off x="1156716" y="2362757"/>
              <a:ext cx="156005" cy="129218"/>
            </a:xfrm>
            <a:custGeom>
              <a:avLst/>
              <a:gdLst/>
              <a:ahLst/>
              <a:cxnLst/>
              <a:rect l="l" t="t" r="r" b="b"/>
              <a:pathLst>
                <a:path w="4863" h="4028" extrusionOk="0">
                  <a:moveTo>
                    <a:pt x="2573" y="1"/>
                  </a:moveTo>
                  <a:lnTo>
                    <a:pt x="0" y="2791"/>
                  </a:lnTo>
                  <a:lnTo>
                    <a:pt x="4862" y="4027"/>
                  </a:lnTo>
                  <a:lnTo>
                    <a:pt x="25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4"/>
            <p:cNvSpPr/>
            <p:nvPr/>
          </p:nvSpPr>
          <p:spPr>
            <a:xfrm>
              <a:off x="961060" y="2201972"/>
              <a:ext cx="209065" cy="154401"/>
            </a:xfrm>
            <a:custGeom>
              <a:avLst/>
              <a:gdLst/>
              <a:ahLst/>
              <a:cxnLst/>
              <a:rect l="l" t="t" r="r" b="b"/>
              <a:pathLst>
                <a:path w="6517" h="4813" extrusionOk="0">
                  <a:moveTo>
                    <a:pt x="5381" y="0"/>
                  </a:moveTo>
                  <a:lnTo>
                    <a:pt x="2574" y="2707"/>
                  </a:lnTo>
                  <a:lnTo>
                    <a:pt x="1036" y="1387"/>
                  </a:lnTo>
                  <a:lnTo>
                    <a:pt x="0" y="2607"/>
                  </a:lnTo>
                  <a:lnTo>
                    <a:pt x="2657" y="4812"/>
                  </a:lnTo>
                  <a:lnTo>
                    <a:pt x="6517" y="986"/>
                  </a:lnTo>
                  <a:lnTo>
                    <a:pt x="53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1" name="Google Shape;2711;p53"/>
          <p:cNvSpPr txBox="1">
            <a:spLocks noGrp="1"/>
          </p:cNvSpPr>
          <p:nvPr>
            <p:ph type="title"/>
          </p:nvPr>
        </p:nvSpPr>
        <p:spPr>
          <a:xfrm>
            <a:off x="720000" y="539999"/>
            <a:ext cx="7704000" cy="4101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 from current model</a:t>
            </a:r>
            <a:endParaRPr dirty="0"/>
          </a:p>
        </p:txBody>
      </p:sp>
      <p:sp>
        <p:nvSpPr>
          <p:cNvPr id="2712" name="Google Shape;2712;p53"/>
          <p:cNvSpPr txBox="1"/>
          <p:nvPr/>
        </p:nvSpPr>
        <p:spPr>
          <a:xfrm>
            <a:off x="197759" y="1449491"/>
            <a:ext cx="6360442" cy="36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lvl="0" algn="just" rtl="0">
              <a:spcBef>
                <a:spcPts val="0"/>
              </a:spcBef>
              <a:spcAft>
                <a:spcPts val="0"/>
              </a:spcAft>
              <a:buSzPts val="1600"/>
            </a:pPr>
            <a:r>
              <a:rPr lang="en" sz="1600" dirty="0">
                <a:latin typeface="Josefin Sans"/>
                <a:ea typeface="Josefin Sans"/>
                <a:cs typeface="Josefin Sans"/>
                <a:sym typeface="Josefin Sans"/>
              </a:rPr>
              <a:t>Accuracy = 10%, but NOT a good measure of performance.</a:t>
            </a:r>
            <a:endParaRPr sz="1600" dirty="0">
              <a:latin typeface="Josefin Sans"/>
              <a:ea typeface="Josefin Sans"/>
              <a:cs typeface="Josefin Sans"/>
              <a:sym typeface="Josefin Sans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Char char="●"/>
            </a:pPr>
            <a:endParaRPr sz="1600" dirty="0">
              <a:latin typeface="Josefin Sans"/>
              <a:ea typeface="Josefin Sans"/>
              <a:cs typeface="Josefin Sans"/>
              <a:sym typeface="Josefin Sans"/>
            </a:endParaRPr>
          </a:p>
        </p:txBody>
      </p:sp>
      <p:grpSp>
        <p:nvGrpSpPr>
          <p:cNvPr id="5" name="Google Shape;2349;p50">
            <a:extLst>
              <a:ext uri="{FF2B5EF4-FFF2-40B4-BE49-F238E27FC236}">
                <a16:creationId xmlns:a16="http://schemas.microsoft.com/office/drawing/2014/main" id="{3BBCE4C3-484F-41BD-9742-506EC156FE9C}"/>
              </a:ext>
            </a:extLst>
          </p:cNvPr>
          <p:cNvGrpSpPr/>
          <p:nvPr/>
        </p:nvGrpSpPr>
        <p:grpSpPr>
          <a:xfrm>
            <a:off x="6804390" y="1403763"/>
            <a:ext cx="2356224" cy="3267435"/>
            <a:chOff x="5213500" y="1896950"/>
            <a:chExt cx="1894375" cy="2597325"/>
          </a:xfrm>
        </p:grpSpPr>
        <p:sp>
          <p:nvSpPr>
            <p:cNvPr id="6" name="Google Shape;2350;p50">
              <a:extLst>
                <a:ext uri="{FF2B5EF4-FFF2-40B4-BE49-F238E27FC236}">
                  <a16:creationId xmlns:a16="http://schemas.microsoft.com/office/drawing/2014/main" id="{EA6B227D-3FBF-4B74-AEC8-85C5BD3D640A}"/>
                </a:ext>
              </a:extLst>
            </p:cNvPr>
            <p:cNvSpPr/>
            <p:nvPr/>
          </p:nvSpPr>
          <p:spPr>
            <a:xfrm>
              <a:off x="7045175" y="1896950"/>
              <a:ext cx="62700" cy="2588600"/>
            </a:xfrm>
            <a:custGeom>
              <a:avLst/>
              <a:gdLst/>
              <a:ahLst/>
              <a:cxnLst/>
              <a:rect l="l" t="t" r="r" b="b"/>
              <a:pathLst>
                <a:path w="2508" h="103544" extrusionOk="0">
                  <a:moveTo>
                    <a:pt x="1" y="1"/>
                  </a:moveTo>
                  <a:lnTo>
                    <a:pt x="168" y="103543"/>
                  </a:lnTo>
                  <a:lnTo>
                    <a:pt x="2507" y="103543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351;p50">
              <a:extLst>
                <a:ext uri="{FF2B5EF4-FFF2-40B4-BE49-F238E27FC236}">
                  <a16:creationId xmlns:a16="http://schemas.microsoft.com/office/drawing/2014/main" id="{9F0E9879-B24E-49F5-A3B1-5CE6027B8D98}"/>
                </a:ext>
              </a:extLst>
            </p:cNvPr>
            <p:cNvSpPr/>
            <p:nvPr/>
          </p:nvSpPr>
          <p:spPr>
            <a:xfrm>
              <a:off x="6905675" y="1897375"/>
              <a:ext cx="62675" cy="2588175"/>
            </a:xfrm>
            <a:custGeom>
              <a:avLst/>
              <a:gdLst/>
              <a:ahLst/>
              <a:cxnLst/>
              <a:rect l="l" t="t" r="r" b="b"/>
              <a:pathLst>
                <a:path w="2507" h="103527" extrusionOk="0">
                  <a:moveTo>
                    <a:pt x="0" y="0"/>
                  </a:moveTo>
                  <a:lnTo>
                    <a:pt x="167" y="103526"/>
                  </a:lnTo>
                  <a:lnTo>
                    <a:pt x="2507" y="103526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352;p50">
              <a:extLst>
                <a:ext uri="{FF2B5EF4-FFF2-40B4-BE49-F238E27FC236}">
                  <a16:creationId xmlns:a16="http://schemas.microsoft.com/office/drawing/2014/main" id="{A977248C-CE8A-4E5D-A810-3B7558FE27BE}"/>
                </a:ext>
              </a:extLst>
            </p:cNvPr>
            <p:cNvSpPr/>
            <p:nvPr/>
          </p:nvSpPr>
          <p:spPr>
            <a:xfrm>
              <a:off x="5687200" y="1899475"/>
              <a:ext cx="62675" cy="2588150"/>
            </a:xfrm>
            <a:custGeom>
              <a:avLst/>
              <a:gdLst/>
              <a:ahLst/>
              <a:cxnLst/>
              <a:rect l="l" t="t" r="r" b="b"/>
              <a:pathLst>
                <a:path w="2507" h="103526" extrusionOk="0">
                  <a:moveTo>
                    <a:pt x="0" y="0"/>
                  </a:moveTo>
                  <a:lnTo>
                    <a:pt x="184" y="103526"/>
                  </a:lnTo>
                  <a:lnTo>
                    <a:pt x="2507" y="103526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53;p50">
              <a:extLst>
                <a:ext uri="{FF2B5EF4-FFF2-40B4-BE49-F238E27FC236}">
                  <a16:creationId xmlns:a16="http://schemas.microsoft.com/office/drawing/2014/main" id="{785CC725-A966-4D44-BA81-2E1BCDBA128F}"/>
                </a:ext>
              </a:extLst>
            </p:cNvPr>
            <p:cNvSpPr/>
            <p:nvPr/>
          </p:nvSpPr>
          <p:spPr>
            <a:xfrm>
              <a:off x="5547675" y="1899475"/>
              <a:ext cx="62675" cy="2588575"/>
            </a:xfrm>
            <a:custGeom>
              <a:avLst/>
              <a:gdLst/>
              <a:ahLst/>
              <a:cxnLst/>
              <a:rect l="l" t="t" r="r" b="b"/>
              <a:pathLst>
                <a:path w="2507" h="103543" extrusionOk="0">
                  <a:moveTo>
                    <a:pt x="2340" y="0"/>
                  </a:moveTo>
                  <a:lnTo>
                    <a:pt x="1" y="17"/>
                  </a:lnTo>
                  <a:lnTo>
                    <a:pt x="184" y="103543"/>
                  </a:lnTo>
                  <a:lnTo>
                    <a:pt x="2507" y="103543"/>
                  </a:lnTo>
                  <a:lnTo>
                    <a:pt x="234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54;p50">
              <a:extLst>
                <a:ext uri="{FF2B5EF4-FFF2-40B4-BE49-F238E27FC236}">
                  <a16:creationId xmlns:a16="http://schemas.microsoft.com/office/drawing/2014/main" id="{B66849E2-B6B7-4762-9076-F51372974A1B}"/>
                </a:ext>
              </a:extLst>
            </p:cNvPr>
            <p:cNvSpPr/>
            <p:nvPr/>
          </p:nvSpPr>
          <p:spPr>
            <a:xfrm>
              <a:off x="5547675" y="1896950"/>
              <a:ext cx="1555600" cy="61850"/>
            </a:xfrm>
            <a:custGeom>
              <a:avLst/>
              <a:gdLst/>
              <a:ahLst/>
              <a:cxnLst/>
              <a:rect l="l" t="t" r="r" b="b"/>
              <a:pathLst>
                <a:path w="62224" h="2474" extrusionOk="0">
                  <a:moveTo>
                    <a:pt x="62223" y="1"/>
                  </a:moveTo>
                  <a:lnTo>
                    <a:pt x="1" y="118"/>
                  </a:lnTo>
                  <a:lnTo>
                    <a:pt x="17" y="2474"/>
                  </a:lnTo>
                  <a:lnTo>
                    <a:pt x="62223" y="2373"/>
                  </a:lnTo>
                  <a:lnTo>
                    <a:pt x="622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55;p50">
              <a:extLst>
                <a:ext uri="{FF2B5EF4-FFF2-40B4-BE49-F238E27FC236}">
                  <a16:creationId xmlns:a16="http://schemas.microsoft.com/office/drawing/2014/main" id="{23F9C983-EAD9-4FE9-B26F-A3D0E6370686}"/>
                </a:ext>
              </a:extLst>
            </p:cNvPr>
            <p:cNvSpPr/>
            <p:nvPr/>
          </p:nvSpPr>
          <p:spPr>
            <a:xfrm>
              <a:off x="5548525" y="2428300"/>
              <a:ext cx="1555575" cy="20475"/>
            </a:xfrm>
            <a:custGeom>
              <a:avLst/>
              <a:gdLst/>
              <a:ahLst/>
              <a:cxnLst/>
              <a:rect l="l" t="t" r="r" b="b"/>
              <a:pathLst>
                <a:path w="62223" h="819" extrusionOk="0">
                  <a:moveTo>
                    <a:pt x="62223" y="0"/>
                  </a:moveTo>
                  <a:lnTo>
                    <a:pt x="0" y="117"/>
                  </a:lnTo>
                  <a:lnTo>
                    <a:pt x="17" y="819"/>
                  </a:lnTo>
                  <a:lnTo>
                    <a:pt x="62223" y="718"/>
                  </a:lnTo>
                  <a:lnTo>
                    <a:pt x="622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56;p50">
              <a:extLst>
                <a:ext uri="{FF2B5EF4-FFF2-40B4-BE49-F238E27FC236}">
                  <a16:creationId xmlns:a16="http://schemas.microsoft.com/office/drawing/2014/main" id="{FCADFEFA-87C2-4D77-AD7A-DC6FA2EB940D}"/>
                </a:ext>
              </a:extLst>
            </p:cNvPr>
            <p:cNvSpPr/>
            <p:nvPr/>
          </p:nvSpPr>
          <p:spPr>
            <a:xfrm>
              <a:off x="5549350" y="2929550"/>
              <a:ext cx="1555600" cy="20075"/>
            </a:xfrm>
            <a:custGeom>
              <a:avLst/>
              <a:gdLst/>
              <a:ahLst/>
              <a:cxnLst/>
              <a:rect l="l" t="t" r="r" b="b"/>
              <a:pathLst>
                <a:path w="62224" h="803" extrusionOk="0">
                  <a:moveTo>
                    <a:pt x="62223" y="0"/>
                  </a:moveTo>
                  <a:lnTo>
                    <a:pt x="1" y="100"/>
                  </a:lnTo>
                  <a:lnTo>
                    <a:pt x="17" y="802"/>
                  </a:lnTo>
                  <a:lnTo>
                    <a:pt x="62223" y="702"/>
                  </a:lnTo>
                  <a:lnTo>
                    <a:pt x="622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57;p50">
              <a:extLst>
                <a:ext uri="{FF2B5EF4-FFF2-40B4-BE49-F238E27FC236}">
                  <a16:creationId xmlns:a16="http://schemas.microsoft.com/office/drawing/2014/main" id="{4D5E6FF6-8F91-4604-9F6B-5800FD3437EE}"/>
                </a:ext>
              </a:extLst>
            </p:cNvPr>
            <p:cNvSpPr/>
            <p:nvPr/>
          </p:nvSpPr>
          <p:spPr>
            <a:xfrm>
              <a:off x="5550600" y="3430375"/>
              <a:ext cx="1555175" cy="20075"/>
            </a:xfrm>
            <a:custGeom>
              <a:avLst/>
              <a:gdLst/>
              <a:ahLst/>
              <a:cxnLst/>
              <a:rect l="l" t="t" r="r" b="b"/>
              <a:pathLst>
                <a:path w="62207" h="803" extrusionOk="0">
                  <a:moveTo>
                    <a:pt x="62207" y="1"/>
                  </a:moveTo>
                  <a:lnTo>
                    <a:pt x="1" y="101"/>
                  </a:lnTo>
                  <a:lnTo>
                    <a:pt x="1" y="803"/>
                  </a:lnTo>
                  <a:lnTo>
                    <a:pt x="62207" y="702"/>
                  </a:lnTo>
                  <a:lnTo>
                    <a:pt x="6220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58;p50">
              <a:extLst>
                <a:ext uri="{FF2B5EF4-FFF2-40B4-BE49-F238E27FC236}">
                  <a16:creationId xmlns:a16="http://schemas.microsoft.com/office/drawing/2014/main" id="{0DA7F0BD-34EC-4C95-90E9-F498D8ABE666}"/>
                </a:ext>
              </a:extLst>
            </p:cNvPr>
            <p:cNvSpPr/>
            <p:nvPr/>
          </p:nvSpPr>
          <p:spPr>
            <a:xfrm>
              <a:off x="5551450" y="3931225"/>
              <a:ext cx="1555175" cy="20075"/>
            </a:xfrm>
            <a:custGeom>
              <a:avLst/>
              <a:gdLst/>
              <a:ahLst/>
              <a:cxnLst/>
              <a:rect l="l" t="t" r="r" b="b"/>
              <a:pathLst>
                <a:path w="62207" h="803" extrusionOk="0">
                  <a:moveTo>
                    <a:pt x="62206" y="0"/>
                  </a:moveTo>
                  <a:lnTo>
                    <a:pt x="0" y="101"/>
                  </a:lnTo>
                  <a:lnTo>
                    <a:pt x="0" y="802"/>
                  </a:lnTo>
                  <a:lnTo>
                    <a:pt x="62206" y="702"/>
                  </a:lnTo>
                  <a:lnTo>
                    <a:pt x="6220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59;p50">
              <a:extLst>
                <a:ext uri="{FF2B5EF4-FFF2-40B4-BE49-F238E27FC236}">
                  <a16:creationId xmlns:a16="http://schemas.microsoft.com/office/drawing/2014/main" id="{AF1449EB-9D55-4B5A-8355-30B11302BF02}"/>
                </a:ext>
              </a:extLst>
            </p:cNvPr>
            <p:cNvSpPr/>
            <p:nvPr/>
          </p:nvSpPr>
          <p:spPr>
            <a:xfrm>
              <a:off x="6199325" y="3640075"/>
              <a:ext cx="276125" cy="292850"/>
            </a:xfrm>
            <a:custGeom>
              <a:avLst/>
              <a:gdLst/>
              <a:ahLst/>
              <a:cxnLst/>
              <a:rect l="l" t="t" r="r" b="b"/>
              <a:pathLst>
                <a:path w="11045" h="11714" extrusionOk="0">
                  <a:moveTo>
                    <a:pt x="11011" y="0"/>
                  </a:moveTo>
                  <a:lnTo>
                    <a:pt x="0" y="17"/>
                  </a:lnTo>
                  <a:lnTo>
                    <a:pt x="17" y="11713"/>
                  </a:lnTo>
                  <a:lnTo>
                    <a:pt x="11044" y="11680"/>
                  </a:lnTo>
                  <a:lnTo>
                    <a:pt x="110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60;p50">
              <a:extLst>
                <a:ext uri="{FF2B5EF4-FFF2-40B4-BE49-F238E27FC236}">
                  <a16:creationId xmlns:a16="http://schemas.microsoft.com/office/drawing/2014/main" id="{C08A55CA-E7DB-415C-8CD3-CB16CC2C4B5B}"/>
                </a:ext>
              </a:extLst>
            </p:cNvPr>
            <p:cNvSpPr/>
            <p:nvPr/>
          </p:nvSpPr>
          <p:spPr>
            <a:xfrm>
              <a:off x="5924875" y="3640500"/>
              <a:ext cx="276125" cy="292825"/>
            </a:xfrm>
            <a:custGeom>
              <a:avLst/>
              <a:gdLst/>
              <a:ahLst/>
              <a:cxnLst/>
              <a:rect l="l" t="t" r="r" b="b"/>
              <a:pathLst>
                <a:path w="11045" h="11713" extrusionOk="0">
                  <a:moveTo>
                    <a:pt x="11028" y="0"/>
                  </a:moveTo>
                  <a:lnTo>
                    <a:pt x="1" y="17"/>
                  </a:lnTo>
                  <a:lnTo>
                    <a:pt x="17" y="11713"/>
                  </a:lnTo>
                  <a:lnTo>
                    <a:pt x="11045" y="11679"/>
                  </a:lnTo>
                  <a:lnTo>
                    <a:pt x="1102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361;p50">
              <a:extLst>
                <a:ext uri="{FF2B5EF4-FFF2-40B4-BE49-F238E27FC236}">
                  <a16:creationId xmlns:a16="http://schemas.microsoft.com/office/drawing/2014/main" id="{2743B671-82C8-4689-B7CC-C9289EF7C63F}"/>
                </a:ext>
              </a:extLst>
            </p:cNvPr>
            <p:cNvSpPr/>
            <p:nvPr/>
          </p:nvSpPr>
          <p:spPr>
            <a:xfrm>
              <a:off x="5922375" y="3714875"/>
              <a:ext cx="555150" cy="7525"/>
            </a:xfrm>
            <a:custGeom>
              <a:avLst/>
              <a:gdLst/>
              <a:ahLst/>
              <a:cxnLst/>
              <a:rect l="l" t="t" r="r" b="b"/>
              <a:pathLst>
                <a:path w="22206" h="301" extrusionOk="0">
                  <a:moveTo>
                    <a:pt x="13223" y="1"/>
                  </a:moveTo>
                  <a:cubicBezTo>
                    <a:pt x="8851" y="1"/>
                    <a:pt x="4481" y="33"/>
                    <a:pt x="117" y="83"/>
                  </a:cubicBezTo>
                  <a:cubicBezTo>
                    <a:pt x="0" y="83"/>
                    <a:pt x="0" y="250"/>
                    <a:pt x="117" y="250"/>
                  </a:cubicBezTo>
                  <a:cubicBezTo>
                    <a:pt x="3465" y="280"/>
                    <a:pt x="6819" y="301"/>
                    <a:pt x="10175" y="301"/>
                  </a:cubicBezTo>
                  <a:cubicBezTo>
                    <a:pt x="14154" y="301"/>
                    <a:pt x="18135" y="272"/>
                    <a:pt x="22106" y="200"/>
                  </a:cubicBezTo>
                  <a:cubicBezTo>
                    <a:pt x="22206" y="200"/>
                    <a:pt x="22206" y="49"/>
                    <a:pt x="22106" y="49"/>
                  </a:cubicBezTo>
                  <a:cubicBezTo>
                    <a:pt x="19144" y="16"/>
                    <a:pt x="16183" y="1"/>
                    <a:pt x="132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362;p50">
              <a:extLst>
                <a:ext uri="{FF2B5EF4-FFF2-40B4-BE49-F238E27FC236}">
                  <a16:creationId xmlns:a16="http://schemas.microsoft.com/office/drawing/2014/main" id="{E9927C60-A2B4-4E61-9DFE-E83C9D37CECE}"/>
                </a:ext>
              </a:extLst>
            </p:cNvPr>
            <p:cNvSpPr/>
            <p:nvPr/>
          </p:nvSpPr>
          <p:spPr>
            <a:xfrm>
              <a:off x="6271150" y="2538975"/>
              <a:ext cx="202200" cy="214725"/>
            </a:xfrm>
            <a:custGeom>
              <a:avLst/>
              <a:gdLst/>
              <a:ahLst/>
              <a:cxnLst/>
              <a:rect l="l" t="t" r="r" b="b"/>
              <a:pathLst>
                <a:path w="8088" h="8589" extrusionOk="0">
                  <a:moveTo>
                    <a:pt x="8071" y="1"/>
                  </a:moveTo>
                  <a:lnTo>
                    <a:pt x="1" y="17"/>
                  </a:lnTo>
                  <a:lnTo>
                    <a:pt x="18" y="8589"/>
                  </a:lnTo>
                  <a:lnTo>
                    <a:pt x="8088" y="8572"/>
                  </a:lnTo>
                  <a:lnTo>
                    <a:pt x="80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363;p50">
              <a:extLst>
                <a:ext uri="{FF2B5EF4-FFF2-40B4-BE49-F238E27FC236}">
                  <a16:creationId xmlns:a16="http://schemas.microsoft.com/office/drawing/2014/main" id="{DDCD43D9-4237-4D5C-9D93-E954ACF432B7}"/>
                </a:ext>
              </a:extLst>
            </p:cNvPr>
            <p:cNvSpPr/>
            <p:nvPr/>
          </p:nvSpPr>
          <p:spPr>
            <a:xfrm>
              <a:off x="6070250" y="2539400"/>
              <a:ext cx="202200" cy="214725"/>
            </a:xfrm>
            <a:custGeom>
              <a:avLst/>
              <a:gdLst/>
              <a:ahLst/>
              <a:cxnLst/>
              <a:rect l="l" t="t" r="r" b="b"/>
              <a:pathLst>
                <a:path w="8088" h="8589" extrusionOk="0">
                  <a:moveTo>
                    <a:pt x="8070" y="0"/>
                  </a:moveTo>
                  <a:lnTo>
                    <a:pt x="0" y="17"/>
                  </a:lnTo>
                  <a:lnTo>
                    <a:pt x="17" y="8589"/>
                  </a:lnTo>
                  <a:lnTo>
                    <a:pt x="8087" y="8572"/>
                  </a:lnTo>
                  <a:lnTo>
                    <a:pt x="807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364;p50">
              <a:extLst>
                <a:ext uri="{FF2B5EF4-FFF2-40B4-BE49-F238E27FC236}">
                  <a16:creationId xmlns:a16="http://schemas.microsoft.com/office/drawing/2014/main" id="{05190D06-4CD8-4986-9BEF-49BF2AB0EA6E}"/>
                </a:ext>
              </a:extLst>
            </p:cNvPr>
            <p:cNvSpPr/>
            <p:nvPr/>
          </p:nvSpPr>
          <p:spPr>
            <a:xfrm>
              <a:off x="6067725" y="2593475"/>
              <a:ext cx="407300" cy="6525"/>
            </a:xfrm>
            <a:custGeom>
              <a:avLst/>
              <a:gdLst/>
              <a:ahLst/>
              <a:cxnLst/>
              <a:rect l="l" t="t" r="r" b="b"/>
              <a:pathLst>
                <a:path w="16292" h="261" extrusionOk="0">
                  <a:moveTo>
                    <a:pt x="9147" y="0"/>
                  </a:moveTo>
                  <a:cubicBezTo>
                    <a:pt x="6130" y="0"/>
                    <a:pt x="3113" y="22"/>
                    <a:pt x="101" y="60"/>
                  </a:cubicBezTo>
                  <a:cubicBezTo>
                    <a:pt x="1" y="60"/>
                    <a:pt x="1" y="227"/>
                    <a:pt x="101" y="227"/>
                  </a:cubicBezTo>
                  <a:cubicBezTo>
                    <a:pt x="2442" y="249"/>
                    <a:pt x="4786" y="261"/>
                    <a:pt x="7131" y="261"/>
                  </a:cubicBezTo>
                  <a:cubicBezTo>
                    <a:pt x="10158" y="261"/>
                    <a:pt x="13186" y="240"/>
                    <a:pt x="16208" y="193"/>
                  </a:cubicBezTo>
                  <a:cubicBezTo>
                    <a:pt x="16292" y="177"/>
                    <a:pt x="16292" y="60"/>
                    <a:pt x="16208" y="43"/>
                  </a:cubicBezTo>
                  <a:cubicBezTo>
                    <a:pt x="13857" y="14"/>
                    <a:pt x="11502" y="0"/>
                    <a:pt x="91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365;p50">
              <a:extLst>
                <a:ext uri="{FF2B5EF4-FFF2-40B4-BE49-F238E27FC236}">
                  <a16:creationId xmlns:a16="http://schemas.microsoft.com/office/drawing/2014/main" id="{982DDA82-3AF0-40D9-993B-6E770CA1A274}"/>
                </a:ext>
              </a:extLst>
            </p:cNvPr>
            <p:cNvSpPr/>
            <p:nvPr/>
          </p:nvSpPr>
          <p:spPr>
            <a:xfrm>
              <a:off x="6233575" y="2749925"/>
              <a:ext cx="366775" cy="175050"/>
            </a:xfrm>
            <a:custGeom>
              <a:avLst/>
              <a:gdLst/>
              <a:ahLst/>
              <a:cxnLst/>
              <a:rect l="l" t="t" r="r" b="b"/>
              <a:pathLst>
                <a:path w="14671" h="7002" extrusionOk="0">
                  <a:moveTo>
                    <a:pt x="14670" y="1"/>
                  </a:moveTo>
                  <a:lnTo>
                    <a:pt x="0" y="17"/>
                  </a:lnTo>
                  <a:lnTo>
                    <a:pt x="17" y="7001"/>
                  </a:lnTo>
                  <a:lnTo>
                    <a:pt x="14670" y="6968"/>
                  </a:lnTo>
                  <a:lnTo>
                    <a:pt x="146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366;p50">
              <a:extLst>
                <a:ext uri="{FF2B5EF4-FFF2-40B4-BE49-F238E27FC236}">
                  <a16:creationId xmlns:a16="http://schemas.microsoft.com/office/drawing/2014/main" id="{0619F4B7-429B-4655-900A-B4A164915FBE}"/>
                </a:ext>
              </a:extLst>
            </p:cNvPr>
            <p:cNvSpPr/>
            <p:nvPr/>
          </p:nvSpPr>
          <p:spPr>
            <a:xfrm>
              <a:off x="5869325" y="2748675"/>
              <a:ext cx="366775" cy="175050"/>
            </a:xfrm>
            <a:custGeom>
              <a:avLst/>
              <a:gdLst/>
              <a:ahLst/>
              <a:cxnLst/>
              <a:rect l="l" t="t" r="r" b="b"/>
              <a:pathLst>
                <a:path w="14671" h="7002" extrusionOk="0">
                  <a:moveTo>
                    <a:pt x="14654" y="0"/>
                  </a:moveTo>
                  <a:lnTo>
                    <a:pt x="0" y="34"/>
                  </a:lnTo>
                  <a:lnTo>
                    <a:pt x="0" y="7001"/>
                  </a:lnTo>
                  <a:lnTo>
                    <a:pt x="14670" y="6985"/>
                  </a:lnTo>
                  <a:lnTo>
                    <a:pt x="1465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67;p50">
              <a:extLst>
                <a:ext uri="{FF2B5EF4-FFF2-40B4-BE49-F238E27FC236}">
                  <a16:creationId xmlns:a16="http://schemas.microsoft.com/office/drawing/2014/main" id="{D1206550-4850-46D1-B06B-831AC81F2CBB}"/>
                </a:ext>
              </a:extLst>
            </p:cNvPr>
            <p:cNvSpPr/>
            <p:nvPr/>
          </p:nvSpPr>
          <p:spPr>
            <a:xfrm>
              <a:off x="5865975" y="2792450"/>
              <a:ext cx="736450" cy="9100"/>
            </a:xfrm>
            <a:custGeom>
              <a:avLst/>
              <a:gdLst/>
              <a:ahLst/>
              <a:cxnLst/>
              <a:rect l="l" t="t" r="r" b="b"/>
              <a:pathLst>
                <a:path w="29458" h="364" extrusionOk="0">
                  <a:moveTo>
                    <a:pt x="17345" y="0"/>
                  </a:moveTo>
                  <a:cubicBezTo>
                    <a:pt x="11598" y="0"/>
                    <a:pt x="5846" y="52"/>
                    <a:pt x="101" y="121"/>
                  </a:cubicBezTo>
                  <a:cubicBezTo>
                    <a:pt x="1" y="121"/>
                    <a:pt x="1" y="288"/>
                    <a:pt x="101" y="288"/>
                  </a:cubicBezTo>
                  <a:cubicBezTo>
                    <a:pt x="4671" y="335"/>
                    <a:pt x="9245" y="363"/>
                    <a:pt x="13818" y="363"/>
                  </a:cubicBezTo>
                  <a:cubicBezTo>
                    <a:pt x="19008" y="363"/>
                    <a:pt x="24196" y="327"/>
                    <a:pt x="29374" y="238"/>
                  </a:cubicBezTo>
                  <a:cubicBezTo>
                    <a:pt x="29458" y="221"/>
                    <a:pt x="29458" y="87"/>
                    <a:pt x="29374" y="87"/>
                  </a:cubicBezTo>
                  <a:cubicBezTo>
                    <a:pt x="25369" y="26"/>
                    <a:pt x="21358" y="0"/>
                    <a:pt x="173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368;p50">
              <a:extLst>
                <a:ext uri="{FF2B5EF4-FFF2-40B4-BE49-F238E27FC236}">
                  <a16:creationId xmlns:a16="http://schemas.microsoft.com/office/drawing/2014/main" id="{F050F206-8B8B-452F-B92C-FFC2F09189DA}"/>
                </a:ext>
              </a:extLst>
            </p:cNvPr>
            <p:cNvSpPr/>
            <p:nvPr/>
          </p:nvSpPr>
          <p:spPr>
            <a:xfrm>
              <a:off x="6493375" y="2071150"/>
              <a:ext cx="92775" cy="359250"/>
            </a:xfrm>
            <a:custGeom>
              <a:avLst/>
              <a:gdLst/>
              <a:ahLst/>
              <a:cxnLst/>
              <a:rect l="l" t="t" r="r" b="b"/>
              <a:pathLst>
                <a:path w="3711" h="14370" extrusionOk="0">
                  <a:moveTo>
                    <a:pt x="1" y="0"/>
                  </a:moveTo>
                  <a:lnTo>
                    <a:pt x="18" y="14370"/>
                  </a:lnTo>
                  <a:lnTo>
                    <a:pt x="3710" y="14370"/>
                  </a:lnTo>
                  <a:lnTo>
                    <a:pt x="36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369;p50">
              <a:extLst>
                <a:ext uri="{FF2B5EF4-FFF2-40B4-BE49-F238E27FC236}">
                  <a16:creationId xmlns:a16="http://schemas.microsoft.com/office/drawing/2014/main" id="{6F90792B-AA57-4587-82B6-17E5E286135C}"/>
                </a:ext>
              </a:extLst>
            </p:cNvPr>
            <p:cNvSpPr/>
            <p:nvPr/>
          </p:nvSpPr>
          <p:spPr>
            <a:xfrm>
              <a:off x="6587375" y="2168050"/>
              <a:ext cx="92750" cy="261100"/>
            </a:xfrm>
            <a:custGeom>
              <a:avLst/>
              <a:gdLst/>
              <a:ahLst/>
              <a:cxnLst/>
              <a:rect l="l" t="t" r="r" b="b"/>
              <a:pathLst>
                <a:path w="3710" h="10444" extrusionOk="0">
                  <a:moveTo>
                    <a:pt x="0" y="1"/>
                  </a:moveTo>
                  <a:lnTo>
                    <a:pt x="17" y="10443"/>
                  </a:lnTo>
                  <a:lnTo>
                    <a:pt x="3710" y="10443"/>
                  </a:lnTo>
                  <a:lnTo>
                    <a:pt x="36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370;p50">
              <a:extLst>
                <a:ext uri="{FF2B5EF4-FFF2-40B4-BE49-F238E27FC236}">
                  <a16:creationId xmlns:a16="http://schemas.microsoft.com/office/drawing/2014/main" id="{FB587E75-5408-47A3-9E48-DF74DC0EE378}"/>
                </a:ext>
              </a:extLst>
            </p:cNvPr>
            <p:cNvSpPr/>
            <p:nvPr/>
          </p:nvSpPr>
          <p:spPr>
            <a:xfrm>
              <a:off x="6349275" y="2138400"/>
              <a:ext cx="143725" cy="291575"/>
            </a:xfrm>
            <a:custGeom>
              <a:avLst/>
              <a:gdLst/>
              <a:ahLst/>
              <a:cxnLst/>
              <a:rect l="l" t="t" r="r" b="b"/>
              <a:pathLst>
                <a:path w="5749" h="11663" extrusionOk="0">
                  <a:moveTo>
                    <a:pt x="5715" y="0"/>
                  </a:moveTo>
                  <a:lnTo>
                    <a:pt x="0" y="17"/>
                  </a:lnTo>
                  <a:lnTo>
                    <a:pt x="17" y="11663"/>
                  </a:lnTo>
                  <a:lnTo>
                    <a:pt x="5748" y="11646"/>
                  </a:lnTo>
                  <a:lnTo>
                    <a:pt x="57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371;p50">
              <a:extLst>
                <a:ext uri="{FF2B5EF4-FFF2-40B4-BE49-F238E27FC236}">
                  <a16:creationId xmlns:a16="http://schemas.microsoft.com/office/drawing/2014/main" id="{434506F9-EEB9-4138-A5EE-4E9CC0FDDDBF}"/>
                </a:ext>
              </a:extLst>
            </p:cNvPr>
            <p:cNvSpPr/>
            <p:nvPr/>
          </p:nvSpPr>
          <p:spPr>
            <a:xfrm>
              <a:off x="6305825" y="2138800"/>
              <a:ext cx="45975" cy="291175"/>
            </a:xfrm>
            <a:custGeom>
              <a:avLst/>
              <a:gdLst/>
              <a:ahLst/>
              <a:cxnLst/>
              <a:rect l="l" t="t" r="r" b="b"/>
              <a:pathLst>
                <a:path w="1839" h="11647" extrusionOk="0">
                  <a:moveTo>
                    <a:pt x="1" y="1"/>
                  </a:moveTo>
                  <a:lnTo>
                    <a:pt x="17" y="11647"/>
                  </a:lnTo>
                  <a:lnTo>
                    <a:pt x="1839" y="11647"/>
                  </a:lnTo>
                  <a:lnTo>
                    <a:pt x="182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372;p50">
              <a:extLst>
                <a:ext uri="{FF2B5EF4-FFF2-40B4-BE49-F238E27FC236}">
                  <a16:creationId xmlns:a16="http://schemas.microsoft.com/office/drawing/2014/main" id="{1E64201F-20FC-49A1-9C75-F1006A2ECFDE}"/>
                </a:ext>
              </a:extLst>
            </p:cNvPr>
            <p:cNvSpPr/>
            <p:nvPr/>
          </p:nvSpPr>
          <p:spPr>
            <a:xfrm>
              <a:off x="6260725" y="2206075"/>
              <a:ext cx="45550" cy="223900"/>
            </a:xfrm>
            <a:custGeom>
              <a:avLst/>
              <a:gdLst/>
              <a:ahLst/>
              <a:cxnLst/>
              <a:rect l="l" t="t" r="r" b="b"/>
              <a:pathLst>
                <a:path w="1822" h="8956" extrusionOk="0">
                  <a:moveTo>
                    <a:pt x="1805" y="0"/>
                  </a:moveTo>
                  <a:lnTo>
                    <a:pt x="0" y="17"/>
                  </a:lnTo>
                  <a:lnTo>
                    <a:pt x="0" y="8956"/>
                  </a:lnTo>
                  <a:lnTo>
                    <a:pt x="1821" y="8956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373;p50">
              <a:extLst>
                <a:ext uri="{FF2B5EF4-FFF2-40B4-BE49-F238E27FC236}">
                  <a16:creationId xmlns:a16="http://schemas.microsoft.com/office/drawing/2014/main" id="{C7808E9A-8912-42DA-B0A8-3C37138D3314}"/>
                </a:ext>
              </a:extLst>
            </p:cNvPr>
            <p:cNvSpPr/>
            <p:nvPr/>
          </p:nvSpPr>
          <p:spPr>
            <a:xfrm>
              <a:off x="6520125" y="3087025"/>
              <a:ext cx="215150" cy="346300"/>
            </a:xfrm>
            <a:custGeom>
              <a:avLst/>
              <a:gdLst/>
              <a:ahLst/>
              <a:cxnLst/>
              <a:rect l="l" t="t" r="r" b="b"/>
              <a:pathLst>
                <a:path w="8606" h="13852" extrusionOk="0">
                  <a:moveTo>
                    <a:pt x="3409" y="0"/>
                  </a:moveTo>
                  <a:lnTo>
                    <a:pt x="0" y="1437"/>
                  </a:lnTo>
                  <a:lnTo>
                    <a:pt x="5197" y="13852"/>
                  </a:lnTo>
                  <a:lnTo>
                    <a:pt x="8605" y="12431"/>
                  </a:lnTo>
                  <a:lnTo>
                    <a:pt x="34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374;p50">
              <a:extLst>
                <a:ext uri="{FF2B5EF4-FFF2-40B4-BE49-F238E27FC236}">
                  <a16:creationId xmlns:a16="http://schemas.microsoft.com/office/drawing/2014/main" id="{6DD0D40B-855B-47E4-9B90-F9AF1E0D5AC3}"/>
                </a:ext>
              </a:extLst>
            </p:cNvPr>
            <p:cNvSpPr/>
            <p:nvPr/>
          </p:nvSpPr>
          <p:spPr>
            <a:xfrm>
              <a:off x="6439925" y="3074075"/>
              <a:ext cx="92750" cy="359250"/>
            </a:xfrm>
            <a:custGeom>
              <a:avLst/>
              <a:gdLst/>
              <a:ahLst/>
              <a:cxnLst/>
              <a:rect l="l" t="t" r="r" b="b"/>
              <a:pathLst>
                <a:path w="3710" h="14370" extrusionOk="0">
                  <a:moveTo>
                    <a:pt x="3693" y="0"/>
                  </a:moveTo>
                  <a:lnTo>
                    <a:pt x="0" y="17"/>
                  </a:lnTo>
                  <a:lnTo>
                    <a:pt x="34" y="14370"/>
                  </a:lnTo>
                  <a:lnTo>
                    <a:pt x="3709" y="14370"/>
                  </a:lnTo>
                  <a:lnTo>
                    <a:pt x="369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375;p50">
              <a:extLst>
                <a:ext uri="{FF2B5EF4-FFF2-40B4-BE49-F238E27FC236}">
                  <a16:creationId xmlns:a16="http://schemas.microsoft.com/office/drawing/2014/main" id="{C8D794C0-967D-4742-8938-668AED6A801D}"/>
                </a:ext>
              </a:extLst>
            </p:cNvPr>
            <p:cNvSpPr/>
            <p:nvPr/>
          </p:nvSpPr>
          <p:spPr>
            <a:xfrm>
              <a:off x="6249850" y="3141750"/>
              <a:ext cx="143725" cy="291150"/>
            </a:xfrm>
            <a:custGeom>
              <a:avLst/>
              <a:gdLst/>
              <a:ahLst/>
              <a:cxnLst/>
              <a:rect l="l" t="t" r="r" b="b"/>
              <a:pathLst>
                <a:path w="5749" h="11646" extrusionOk="0">
                  <a:moveTo>
                    <a:pt x="5732" y="0"/>
                  </a:moveTo>
                  <a:lnTo>
                    <a:pt x="1" y="17"/>
                  </a:lnTo>
                  <a:lnTo>
                    <a:pt x="17" y="11646"/>
                  </a:lnTo>
                  <a:lnTo>
                    <a:pt x="5749" y="11646"/>
                  </a:lnTo>
                  <a:lnTo>
                    <a:pt x="57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376;p50">
              <a:extLst>
                <a:ext uri="{FF2B5EF4-FFF2-40B4-BE49-F238E27FC236}">
                  <a16:creationId xmlns:a16="http://schemas.microsoft.com/office/drawing/2014/main" id="{85895B94-82B8-4764-831A-BD030020519D}"/>
                </a:ext>
              </a:extLst>
            </p:cNvPr>
            <p:cNvSpPr/>
            <p:nvPr/>
          </p:nvSpPr>
          <p:spPr>
            <a:xfrm>
              <a:off x="6392725" y="3033975"/>
              <a:ext cx="32175" cy="398925"/>
            </a:xfrm>
            <a:custGeom>
              <a:avLst/>
              <a:gdLst/>
              <a:ahLst/>
              <a:cxnLst/>
              <a:rect l="l" t="t" r="r" b="b"/>
              <a:pathLst>
                <a:path w="1287" h="15957" extrusionOk="0">
                  <a:moveTo>
                    <a:pt x="0" y="0"/>
                  </a:moveTo>
                  <a:lnTo>
                    <a:pt x="34" y="15957"/>
                  </a:lnTo>
                  <a:lnTo>
                    <a:pt x="1287" y="15957"/>
                  </a:lnTo>
                  <a:lnTo>
                    <a:pt x="125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377;p50">
              <a:extLst>
                <a:ext uri="{FF2B5EF4-FFF2-40B4-BE49-F238E27FC236}">
                  <a16:creationId xmlns:a16="http://schemas.microsoft.com/office/drawing/2014/main" id="{BBC803B8-2A35-429F-94E8-2605227F7EC8}"/>
                </a:ext>
              </a:extLst>
            </p:cNvPr>
            <p:cNvSpPr/>
            <p:nvPr/>
          </p:nvSpPr>
          <p:spPr>
            <a:xfrm>
              <a:off x="6424450" y="3096200"/>
              <a:ext cx="15900" cy="336700"/>
            </a:xfrm>
            <a:custGeom>
              <a:avLst/>
              <a:gdLst/>
              <a:ahLst/>
              <a:cxnLst/>
              <a:rect l="l" t="t" r="r" b="b"/>
              <a:pathLst>
                <a:path w="636" h="13468" extrusionOk="0">
                  <a:moveTo>
                    <a:pt x="1" y="1"/>
                  </a:moveTo>
                  <a:lnTo>
                    <a:pt x="18" y="13468"/>
                  </a:lnTo>
                  <a:lnTo>
                    <a:pt x="636" y="13468"/>
                  </a:lnTo>
                  <a:lnTo>
                    <a:pt x="619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378;p50">
              <a:extLst>
                <a:ext uri="{FF2B5EF4-FFF2-40B4-BE49-F238E27FC236}">
                  <a16:creationId xmlns:a16="http://schemas.microsoft.com/office/drawing/2014/main" id="{A6293C57-C948-499A-8A36-008BA70BCC44}"/>
                </a:ext>
              </a:extLst>
            </p:cNvPr>
            <p:cNvSpPr/>
            <p:nvPr/>
          </p:nvSpPr>
          <p:spPr>
            <a:xfrm>
              <a:off x="5912350" y="3418275"/>
              <a:ext cx="336700" cy="16300"/>
            </a:xfrm>
            <a:custGeom>
              <a:avLst/>
              <a:gdLst/>
              <a:ahLst/>
              <a:cxnLst/>
              <a:rect l="l" t="t" r="r" b="b"/>
              <a:pathLst>
                <a:path w="13468" h="652" extrusionOk="0">
                  <a:moveTo>
                    <a:pt x="13467" y="0"/>
                  </a:moveTo>
                  <a:lnTo>
                    <a:pt x="0" y="17"/>
                  </a:lnTo>
                  <a:lnTo>
                    <a:pt x="0" y="652"/>
                  </a:lnTo>
                  <a:lnTo>
                    <a:pt x="13467" y="618"/>
                  </a:lnTo>
                  <a:lnTo>
                    <a:pt x="1346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379;p50">
              <a:extLst>
                <a:ext uri="{FF2B5EF4-FFF2-40B4-BE49-F238E27FC236}">
                  <a16:creationId xmlns:a16="http://schemas.microsoft.com/office/drawing/2014/main" id="{86E741C9-3849-46FD-9983-FA8DA7F89B28}"/>
                </a:ext>
              </a:extLst>
            </p:cNvPr>
            <p:cNvSpPr/>
            <p:nvPr/>
          </p:nvSpPr>
          <p:spPr>
            <a:xfrm>
              <a:off x="5883100" y="3325125"/>
              <a:ext cx="367200" cy="93575"/>
            </a:xfrm>
            <a:custGeom>
              <a:avLst/>
              <a:gdLst/>
              <a:ahLst/>
              <a:cxnLst/>
              <a:rect l="l" t="t" r="r" b="b"/>
              <a:pathLst>
                <a:path w="14688" h="3743" extrusionOk="0">
                  <a:moveTo>
                    <a:pt x="14687" y="0"/>
                  </a:moveTo>
                  <a:lnTo>
                    <a:pt x="1" y="17"/>
                  </a:lnTo>
                  <a:lnTo>
                    <a:pt x="17" y="3743"/>
                  </a:lnTo>
                  <a:lnTo>
                    <a:pt x="14687" y="3726"/>
                  </a:lnTo>
                  <a:lnTo>
                    <a:pt x="146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380;p50">
              <a:extLst>
                <a:ext uri="{FF2B5EF4-FFF2-40B4-BE49-F238E27FC236}">
                  <a16:creationId xmlns:a16="http://schemas.microsoft.com/office/drawing/2014/main" id="{A68D2B0E-B036-4360-87E9-9C9AFA7E85E8}"/>
                </a:ext>
              </a:extLst>
            </p:cNvPr>
            <p:cNvSpPr/>
            <p:nvPr/>
          </p:nvSpPr>
          <p:spPr>
            <a:xfrm>
              <a:off x="5955375" y="3231125"/>
              <a:ext cx="294925" cy="94025"/>
            </a:xfrm>
            <a:custGeom>
              <a:avLst/>
              <a:gdLst/>
              <a:ahLst/>
              <a:cxnLst/>
              <a:rect l="l" t="t" r="r" b="b"/>
              <a:pathLst>
                <a:path w="11797" h="3761" extrusionOk="0">
                  <a:moveTo>
                    <a:pt x="11780" y="1"/>
                  </a:moveTo>
                  <a:lnTo>
                    <a:pt x="0" y="34"/>
                  </a:lnTo>
                  <a:lnTo>
                    <a:pt x="0" y="3760"/>
                  </a:lnTo>
                  <a:lnTo>
                    <a:pt x="11796" y="3727"/>
                  </a:lnTo>
                  <a:lnTo>
                    <a:pt x="1178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381;p50">
              <a:extLst>
                <a:ext uri="{FF2B5EF4-FFF2-40B4-BE49-F238E27FC236}">
                  <a16:creationId xmlns:a16="http://schemas.microsoft.com/office/drawing/2014/main" id="{3A52C47F-2F59-4FC0-AA00-117E64CF8F74}"/>
                </a:ext>
              </a:extLst>
            </p:cNvPr>
            <p:cNvSpPr/>
            <p:nvPr/>
          </p:nvSpPr>
          <p:spPr>
            <a:xfrm>
              <a:off x="5836725" y="4382350"/>
              <a:ext cx="244825" cy="107575"/>
            </a:xfrm>
            <a:custGeom>
              <a:avLst/>
              <a:gdLst/>
              <a:ahLst/>
              <a:cxnLst/>
              <a:rect l="l" t="t" r="r" b="b"/>
              <a:pathLst>
                <a:path w="9793" h="4303" extrusionOk="0">
                  <a:moveTo>
                    <a:pt x="4496" y="0"/>
                  </a:moveTo>
                  <a:lnTo>
                    <a:pt x="4479" y="2824"/>
                  </a:lnTo>
                  <a:cubicBezTo>
                    <a:pt x="4479" y="2824"/>
                    <a:pt x="1" y="3827"/>
                    <a:pt x="1087" y="4161"/>
                  </a:cubicBezTo>
                  <a:cubicBezTo>
                    <a:pt x="1446" y="4266"/>
                    <a:pt x="2486" y="4302"/>
                    <a:pt x="3729" y="4302"/>
                  </a:cubicBezTo>
                  <a:cubicBezTo>
                    <a:pt x="5843" y="4302"/>
                    <a:pt x="8542" y="4197"/>
                    <a:pt x="9458" y="4144"/>
                  </a:cubicBezTo>
                  <a:lnTo>
                    <a:pt x="9792" y="4111"/>
                  </a:lnTo>
                  <a:lnTo>
                    <a:pt x="97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382;p50">
              <a:extLst>
                <a:ext uri="{FF2B5EF4-FFF2-40B4-BE49-F238E27FC236}">
                  <a16:creationId xmlns:a16="http://schemas.microsoft.com/office/drawing/2014/main" id="{CC84BFE6-A984-4C63-9DE0-43EEE6324987}"/>
                </a:ext>
              </a:extLst>
            </p:cNvPr>
            <p:cNvSpPr/>
            <p:nvPr/>
          </p:nvSpPr>
          <p:spPr>
            <a:xfrm>
              <a:off x="6033900" y="4448225"/>
              <a:ext cx="47225" cy="37750"/>
            </a:xfrm>
            <a:custGeom>
              <a:avLst/>
              <a:gdLst/>
              <a:ahLst/>
              <a:cxnLst/>
              <a:rect l="l" t="t" r="r" b="b"/>
              <a:pathLst>
                <a:path w="1889" h="1510" extrusionOk="0">
                  <a:moveTo>
                    <a:pt x="1757" y="0"/>
                  </a:moveTo>
                  <a:cubicBezTo>
                    <a:pt x="1365" y="0"/>
                    <a:pt x="969" y="134"/>
                    <a:pt x="669" y="390"/>
                  </a:cubicBezTo>
                  <a:cubicBezTo>
                    <a:pt x="301" y="657"/>
                    <a:pt x="67" y="1058"/>
                    <a:pt x="0" y="1509"/>
                  </a:cubicBezTo>
                  <a:lnTo>
                    <a:pt x="1889" y="1476"/>
                  </a:lnTo>
                  <a:lnTo>
                    <a:pt x="1889" y="5"/>
                  </a:lnTo>
                  <a:cubicBezTo>
                    <a:pt x="1845" y="2"/>
                    <a:pt x="1801" y="0"/>
                    <a:pt x="1757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383;p50">
              <a:extLst>
                <a:ext uri="{FF2B5EF4-FFF2-40B4-BE49-F238E27FC236}">
                  <a16:creationId xmlns:a16="http://schemas.microsoft.com/office/drawing/2014/main" id="{42787E41-F9CE-45A7-AC71-DCFC5CCE634D}"/>
                </a:ext>
              </a:extLst>
            </p:cNvPr>
            <p:cNvSpPr/>
            <p:nvPr/>
          </p:nvSpPr>
          <p:spPr>
            <a:xfrm>
              <a:off x="5855125" y="4467150"/>
              <a:ext cx="226425" cy="22475"/>
            </a:xfrm>
            <a:custGeom>
              <a:avLst/>
              <a:gdLst/>
              <a:ahLst/>
              <a:cxnLst/>
              <a:rect l="l" t="t" r="r" b="b"/>
              <a:pathLst>
                <a:path w="9057" h="899" extrusionOk="0">
                  <a:moveTo>
                    <a:pt x="1571" y="0"/>
                  </a:moveTo>
                  <a:cubicBezTo>
                    <a:pt x="1571" y="0"/>
                    <a:pt x="0" y="451"/>
                    <a:pt x="201" y="702"/>
                  </a:cubicBezTo>
                  <a:cubicBezTo>
                    <a:pt x="293" y="836"/>
                    <a:pt x="1842" y="898"/>
                    <a:pt x="3701" y="898"/>
                  </a:cubicBezTo>
                  <a:cubicBezTo>
                    <a:pt x="5560" y="898"/>
                    <a:pt x="7728" y="836"/>
                    <a:pt x="9056" y="719"/>
                  </a:cubicBezTo>
                  <a:lnTo>
                    <a:pt x="9040" y="602"/>
                  </a:lnTo>
                  <a:lnTo>
                    <a:pt x="2039" y="669"/>
                  </a:lnTo>
                  <a:cubicBezTo>
                    <a:pt x="2039" y="669"/>
                    <a:pt x="1872" y="0"/>
                    <a:pt x="1571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384;p50">
              <a:extLst>
                <a:ext uri="{FF2B5EF4-FFF2-40B4-BE49-F238E27FC236}">
                  <a16:creationId xmlns:a16="http://schemas.microsoft.com/office/drawing/2014/main" id="{CD0B99A1-8AE7-4AF6-A097-878DD023E907}"/>
                </a:ext>
              </a:extLst>
            </p:cNvPr>
            <p:cNvSpPr/>
            <p:nvPr/>
          </p:nvSpPr>
          <p:spPr>
            <a:xfrm>
              <a:off x="5858875" y="4480925"/>
              <a:ext cx="223500" cy="3375"/>
            </a:xfrm>
            <a:custGeom>
              <a:avLst/>
              <a:gdLst/>
              <a:ahLst/>
              <a:cxnLst/>
              <a:rect l="l" t="t" r="r" b="b"/>
              <a:pathLst>
                <a:path w="8940" h="135" extrusionOk="0">
                  <a:moveTo>
                    <a:pt x="55" y="27"/>
                  </a:moveTo>
                  <a:cubicBezTo>
                    <a:pt x="38" y="27"/>
                    <a:pt x="23" y="34"/>
                    <a:pt x="1" y="34"/>
                  </a:cubicBezTo>
                  <a:lnTo>
                    <a:pt x="84" y="34"/>
                  </a:lnTo>
                  <a:cubicBezTo>
                    <a:pt x="73" y="29"/>
                    <a:pt x="64" y="27"/>
                    <a:pt x="55" y="27"/>
                  </a:cubicBezTo>
                  <a:close/>
                  <a:moveTo>
                    <a:pt x="8839" y="1"/>
                  </a:moveTo>
                  <a:lnTo>
                    <a:pt x="8589" y="17"/>
                  </a:lnTo>
                  <a:lnTo>
                    <a:pt x="7620" y="34"/>
                  </a:lnTo>
                  <a:cubicBezTo>
                    <a:pt x="6818" y="51"/>
                    <a:pt x="5698" y="68"/>
                    <a:pt x="4462" y="68"/>
                  </a:cubicBezTo>
                  <a:cubicBezTo>
                    <a:pt x="4100" y="72"/>
                    <a:pt x="3749" y="74"/>
                    <a:pt x="3413" y="74"/>
                  </a:cubicBezTo>
                  <a:cubicBezTo>
                    <a:pt x="2604" y="74"/>
                    <a:pt x="1883" y="63"/>
                    <a:pt x="1304" y="51"/>
                  </a:cubicBezTo>
                  <a:cubicBezTo>
                    <a:pt x="936" y="34"/>
                    <a:pt x="602" y="34"/>
                    <a:pt x="351" y="34"/>
                  </a:cubicBezTo>
                  <a:lnTo>
                    <a:pt x="84" y="34"/>
                  </a:lnTo>
                  <a:lnTo>
                    <a:pt x="351" y="51"/>
                  </a:lnTo>
                  <a:lnTo>
                    <a:pt x="1304" y="101"/>
                  </a:lnTo>
                  <a:cubicBezTo>
                    <a:pt x="2106" y="118"/>
                    <a:pt x="3225" y="134"/>
                    <a:pt x="4462" y="134"/>
                  </a:cubicBezTo>
                  <a:cubicBezTo>
                    <a:pt x="5698" y="134"/>
                    <a:pt x="6818" y="118"/>
                    <a:pt x="7620" y="84"/>
                  </a:cubicBezTo>
                  <a:lnTo>
                    <a:pt x="8589" y="34"/>
                  </a:lnTo>
                  <a:cubicBezTo>
                    <a:pt x="8672" y="34"/>
                    <a:pt x="8773" y="34"/>
                    <a:pt x="8839" y="17"/>
                  </a:cubicBezTo>
                  <a:lnTo>
                    <a:pt x="8940" y="17"/>
                  </a:lnTo>
                  <a:cubicBezTo>
                    <a:pt x="8906" y="1"/>
                    <a:pt x="8873" y="1"/>
                    <a:pt x="88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385;p50">
              <a:extLst>
                <a:ext uri="{FF2B5EF4-FFF2-40B4-BE49-F238E27FC236}">
                  <a16:creationId xmlns:a16="http://schemas.microsoft.com/office/drawing/2014/main" id="{021C48EF-3E20-481E-89EF-58F32418AB4D}"/>
                </a:ext>
              </a:extLst>
            </p:cNvPr>
            <p:cNvSpPr/>
            <p:nvPr/>
          </p:nvSpPr>
          <p:spPr>
            <a:xfrm>
              <a:off x="5893125" y="4465900"/>
              <a:ext cx="13400" cy="20475"/>
            </a:xfrm>
            <a:custGeom>
              <a:avLst/>
              <a:gdLst/>
              <a:ahLst/>
              <a:cxnLst/>
              <a:rect l="l" t="t" r="r" b="b"/>
              <a:pathLst>
                <a:path w="536" h="819" extrusionOk="0">
                  <a:moveTo>
                    <a:pt x="1" y="0"/>
                  </a:moveTo>
                  <a:lnTo>
                    <a:pt x="1" y="0"/>
                  </a:lnTo>
                  <a:cubicBezTo>
                    <a:pt x="268" y="201"/>
                    <a:pt x="452" y="501"/>
                    <a:pt x="519" y="819"/>
                  </a:cubicBezTo>
                  <a:cubicBezTo>
                    <a:pt x="535" y="468"/>
                    <a:pt x="335" y="15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386;p50">
              <a:extLst>
                <a:ext uri="{FF2B5EF4-FFF2-40B4-BE49-F238E27FC236}">
                  <a16:creationId xmlns:a16="http://schemas.microsoft.com/office/drawing/2014/main" id="{8A23EF2E-2D02-45BB-965B-FE1FAE42751E}"/>
                </a:ext>
              </a:extLst>
            </p:cNvPr>
            <p:cNvSpPr/>
            <p:nvPr/>
          </p:nvSpPr>
          <p:spPr>
            <a:xfrm>
              <a:off x="5939925" y="4452525"/>
              <a:ext cx="7950" cy="11300"/>
            </a:xfrm>
            <a:custGeom>
              <a:avLst/>
              <a:gdLst/>
              <a:ahLst/>
              <a:cxnLst/>
              <a:rect l="l" t="t" r="r" b="b"/>
              <a:pathLst>
                <a:path w="318" h="452" extrusionOk="0">
                  <a:moveTo>
                    <a:pt x="17" y="0"/>
                  </a:moveTo>
                  <a:lnTo>
                    <a:pt x="17" y="0"/>
                  </a:lnTo>
                  <a:cubicBezTo>
                    <a:pt x="0" y="17"/>
                    <a:pt x="50" y="117"/>
                    <a:pt x="134" y="251"/>
                  </a:cubicBezTo>
                  <a:cubicBezTo>
                    <a:pt x="201" y="368"/>
                    <a:pt x="284" y="452"/>
                    <a:pt x="301" y="452"/>
                  </a:cubicBezTo>
                  <a:cubicBezTo>
                    <a:pt x="317" y="435"/>
                    <a:pt x="251" y="335"/>
                    <a:pt x="184" y="218"/>
                  </a:cubicBezTo>
                  <a:cubicBezTo>
                    <a:pt x="100" y="84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387;p50">
              <a:extLst>
                <a:ext uri="{FF2B5EF4-FFF2-40B4-BE49-F238E27FC236}">
                  <a16:creationId xmlns:a16="http://schemas.microsoft.com/office/drawing/2014/main" id="{157F5E33-C6B4-454C-A679-A076548CBD81}"/>
                </a:ext>
              </a:extLst>
            </p:cNvPr>
            <p:cNvSpPr/>
            <p:nvPr/>
          </p:nvSpPr>
          <p:spPr>
            <a:xfrm>
              <a:off x="5949525" y="4450425"/>
              <a:ext cx="8800" cy="7625"/>
            </a:xfrm>
            <a:custGeom>
              <a:avLst/>
              <a:gdLst/>
              <a:ahLst/>
              <a:cxnLst/>
              <a:rect l="l" t="t" r="r" b="b"/>
              <a:pathLst>
                <a:path w="352" h="305" extrusionOk="0">
                  <a:moveTo>
                    <a:pt x="0" y="1"/>
                  </a:moveTo>
                  <a:cubicBezTo>
                    <a:pt x="0" y="18"/>
                    <a:pt x="67" y="101"/>
                    <a:pt x="151" y="185"/>
                  </a:cubicBezTo>
                  <a:cubicBezTo>
                    <a:pt x="223" y="257"/>
                    <a:pt x="296" y="305"/>
                    <a:pt x="325" y="305"/>
                  </a:cubicBezTo>
                  <a:cubicBezTo>
                    <a:pt x="329" y="305"/>
                    <a:pt x="332" y="304"/>
                    <a:pt x="334" y="302"/>
                  </a:cubicBezTo>
                  <a:cubicBezTo>
                    <a:pt x="351" y="285"/>
                    <a:pt x="284" y="218"/>
                    <a:pt x="201" y="135"/>
                  </a:cubicBezTo>
                  <a:cubicBezTo>
                    <a:pt x="101" y="51"/>
                    <a:pt x="17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388;p50">
              <a:extLst>
                <a:ext uri="{FF2B5EF4-FFF2-40B4-BE49-F238E27FC236}">
                  <a16:creationId xmlns:a16="http://schemas.microsoft.com/office/drawing/2014/main" id="{F6E67BA9-6C55-401F-8531-2402C9DA5BCB}"/>
                </a:ext>
              </a:extLst>
            </p:cNvPr>
            <p:cNvSpPr/>
            <p:nvPr/>
          </p:nvSpPr>
          <p:spPr>
            <a:xfrm>
              <a:off x="5950775" y="4444850"/>
              <a:ext cx="13800" cy="1700"/>
            </a:xfrm>
            <a:custGeom>
              <a:avLst/>
              <a:gdLst/>
              <a:ahLst/>
              <a:cxnLst/>
              <a:rect l="l" t="t" r="r" b="b"/>
              <a:pathLst>
                <a:path w="552" h="68" extrusionOk="0">
                  <a:moveTo>
                    <a:pt x="304" y="0"/>
                  </a:moveTo>
                  <a:cubicBezTo>
                    <a:pt x="203" y="0"/>
                    <a:pt x="102" y="13"/>
                    <a:pt x="0" y="40"/>
                  </a:cubicBezTo>
                  <a:cubicBezTo>
                    <a:pt x="59" y="60"/>
                    <a:pt x="112" y="68"/>
                    <a:pt x="166" y="68"/>
                  </a:cubicBezTo>
                  <a:cubicBezTo>
                    <a:pt x="204" y="68"/>
                    <a:pt x="243" y="64"/>
                    <a:pt x="284" y="57"/>
                  </a:cubicBezTo>
                  <a:cubicBezTo>
                    <a:pt x="307" y="61"/>
                    <a:pt x="330" y="63"/>
                    <a:pt x="355" y="63"/>
                  </a:cubicBezTo>
                  <a:cubicBezTo>
                    <a:pt x="421" y="63"/>
                    <a:pt x="491" y="48"/>
                    <a:pt x="552" y="23"/>
                  </a:cubicBezTo>
                  <a:cubicBezTo>
                    <a:pt x="469" y="8"/>
                    <a:pt x="387" y="0"/>
                    <a:pt x="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389;p50">
              <a:extLst>
                <a:ext uri="{FF2B5EF4-FFF2-40B4-BE49-F238E27FC236}">
                  <a16:creationId xmlns:a16="http://schemas.microsoft.com/office/drawing/2014/main" id="{4F0188E4-0E2A-4BC3-9A8B-BCD6E028FEFA}"/>
                </a:ext>
              </a:extLst>
            </p:cNvPr>
            <p:cNvSpPr/>
            <p:nvPr/>
          </p:nvSpPr>
          <p:spPr>
            <a:xfrm>
              <a:off x="5951200" y="4436650"/>
              <a:ext cx="15900" cy="2575"/>
            </a:xfrm>
            <a:custGeom>
              <a:avLst/>
              <a:gdLst/>
              <a:ahLst/>
              <a:cxnLst/>
              <a:rect l="l" t="t" r="r" b="b"/>
              <a:pathLst>
                <a:path w="636" h="103" extrusionOk="0">
                  <a:moveTo>
                    <a:pt x="635" y="1"/>
                  </a:moveTo>
                  <a:lnTo>
                    <a:pt x="635" y="1"/>
                  </a:lnTo>
                  <a:cubicBezTo>
                    <a:pt x="418" y="17"/>
                    <a:pt x="217" y="34"/>
                    <a:pt x="0" y="51"/>
                  </a:cubicBezTo>
                  <a:cubicBezTo>
                    <a:pt x="91" y="85"/>
                    <a:pt x="181" y="103"/>
                    <a:pt x="270" y="103"/>
                  </a:cubicBezTo>
                  <a:cubicBezTo>
                    <a:pt x="395" y="103"/>
                    <a:pt x="518" y="69"/>
                    <a:pt x="6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390;p50">
              <a:extLst>
                <a:ext uri="{FF2B5EF4-FFF2-40B4-BE49-F238E27FC236}">
                  <a16:creationId xmlns:a16="http://schemas.microsoft.com/office/drawing/2014/main" id="{D3E889A7-42F5-4CFB-96E4-D6E865F6B2EA}"/>
                </a:ext>
              </a:extLst>
            </p:cNvPr>
            <p:cNvSpPr/>
            <p:nvPr/>
          </p:nvSpPr>
          <p:spPr>
            <a:xfrm>
              <a:off x="5917775" y="4440475"/>
              <a:ext cx="25075" cy="14175"/>
            </a:xfrm>
            <a:custGeom>
              <a:avLst/>
              <a:gdLst/>
              <a:ahLst/>
              <a:cxnLst/>
              <a:rect l="l" t="t" r="r" b="b"/>
              <a:pathLst>
                <a:path w="1003" h="567" extrusionOk="0">
                  <a:moveTo>
                    <a:pt x="336" y="60"/>
                  </a:moveTo>
                  <a:cubicBezTo>
                    <a:pt x="391" y="60"/>
                    <a:pt x="446" y="68"/>
                    <a:pt x="502" y="81"/>
                  </a:cubicBezTo>
                  <a:cubicBezTo>
                    <a:pt x="619" y="115"/>
                    <a:pt x="719" y="182"/>
                    <a:pt x="802" y="265"/>
                  </a:cubicBezTo>
                  <a:cubicBezTo>
                    <a:pt x="847" y="333"/>
                    <a:pt x="885" y="392"/>
                    <a:pt x="915" y="460"/>
                  </a:cubicBezTo>
                  <a:lnTo>
                    <a:pt x="915" y="460"/>
                  </a:lnTo>
                  <a:cubicBezTo>
                    <a:pt x="856" y="454"/>
                    <a:pt x="771" y="441"/>
                    <a:pt x="669" y="416"/>
                  </a:cubicBezTo>
                  <a:cubicBezTo>
                    <a:pt x="552" y="399"/>
                    <a:pt x="435" y="366"/>
                    <a:pt x="318" y="332"/>
                  </a:cubicBezTo>
                  <a:cubicBezTo>
                    <a:pt x="251" y="315"/>
                    <a:pt x="184" y="282"/>
                    <a:pt x="134" y="249"/>
                  </a:cubicBezTo>
                  <a:cubicBezTo>
                    <a:pt x="67" y="215"/>
                    <a:pt x="51" y="148"/>
                    <a:pt x="101" y="115"/>
                  </a:cubicBezTo>
                  <a:cubicBezTo>
                    <a:pt x="179" y="76"/>
                    <a:pt x="257" y="60"/>
                    <a:pt x="336" y="60"/>
                  </a:cubicBezTo>
                  <a:close/>
                  <a:moveTo>
                    <a:pt x="337" y="1"/>
                  </a:moveTo>
                  <a:cubicBezTo>
                    <a:pt x="246" y="1"/>
                    <a:pt x="154" y="21"/>
                    <a:pt x="67" y="65"/>
                  </a:cubicBezTo>
                  <a:cubicBezTo>
                    <a:pt x="17" y="98"/>
                    <a:pt x="0" y="148"/>
                    <a:pt x="17" y="198"/>
                  </a:cubicBezTo>
                  <a:cubicBezTo>
                    <a:pt x="34" y="249"/>
                    <a:pt x="51" y="282"/>
                    <a:pt x="101" y="299"/>
                  </a:cubicBezTo>
                  <a:cubicBezTo>
                    <a:pt x="168" y="332"/>
                    <a:pt x="234" y="366"/>
                    <a:pt x="301" y="382"/>
                  </a:cubicBezTo>
                  <a:cubicBezTo>
                    <a:pt x="418" y="432"/>
                    <a:pt x="535" y="449"/>
                    <a:pt x="669" y="466"/>
                  </a:cubicBezTo>
                  <a:cubicBezTo>
                    <a:pt x="719" y="474"/>
                    <a:pt x="773" y="478"/>
                    <a:pt x="830" y="478"/>
                  </a:cubicBezTo>
                  <a:cubicBezTo>
                    <a:pt x="860" y="478"/>
                    <a:pt x="890" y="477"/>
                    <a:pt x="921" y="475"/>
                  </a:cubicBezTo>
                  <a:lnTo>
                    <a:pt x="921" y="475"/>
                  </a:lnTo>
                  <a:cubicBezTo>
                    <a:pt x="933" y="503"/>
                    <a:pt x="944" y="533"/>
                    <a:pt x="953" y="566"/>
                  </a:cubicBezTo>
                  <a:cubicBezTo>
                    <a:pt x="953" y="535"/>
                    <a:pt x="953" y="504"/>
                    <a:pt x="940" y="473"/>
                  </a:cubicBezTo>
                  <a:lnTo>
                    <a:pt x="940" y="473"/>
                  </a:lnTo>
                  <a:cubicBezTo>
                    <a:pt x="961" y="471"/>
                    <a:pt x="982" y="469"/>
                    <a:pt x="1003" y="466"/>
                  </a:cubicBezTo>
                  <a:cubicBezTo>
                    <a:pt x="1003" y="466"/>
                    <a:pt x="979" y="466"/>
                    <a:pt x="935" y="462"/>
                  </a:cubicBezTo>
                  <a:lnTo>
                    <a:pt x="935" y="462"/>
                  </a:lnTo>
                  <a:cubicBezTo>
                    <a:pt x="918" y="380"/>
                    <a:pt x="885" y="314"/>
                    <a:pt x="836" y="249"/>
                  </a:cubicBezTo>
                  <a:cubicBezTo>
                    <a:pt x="712" y="90"/>
                    <a:pt x="526" y="1"/>
                    <a:pt x="3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391;p50">
              <a:extLst>
                <a:ext uri="{FF2B5EF4-FFF2-40B4-BE49-F238E27FC236}">
                  <a16:creationId xmlns:a16="http://schemas.microsoft.com/office/drawing/2014/main" id="{D2F88310-1C04-4EB8-A0B5-05637DD09360}"/>
                </a:ext>
              </a:extLst>
            </p:cNvPr>
            <p:cNvSpPr/>
            <p:nvPr/>
          </p:nvSpPr>
          <p:spPr>
            <a:xfrm>
              <a:off x="5939075" y="4436225"/>
              <a:ext cx="12975" cy="16325"/>
            </a:xfrm>
            <a:custGeom>
              <a:avLst/>
              <a:gdLst/>
              <a:ahLst/>
              <a:cxnLst/>
              <a:rect l="l" t="t" r="r" b="b"/>
              <a:pathLst>
                <a:path w="519" h="653" extrusionOk="0">
                  <a:moveTo>
                    <a:pt x="402" y="1"/>
                  </a:moveTo>
                  <a:cubicBezTo>
                    <a:pt x="285" y="1"/>
                    <a:pt x="168" y="68"/>
                    <a:pt x="118" y="168"/>
                  </a:cubicBezTo>
                  <a:cubicBezTo>
                    <a:pt x="67" y="251"/>
                    <a:pt x="34" y="335"/>
                    <a:pt x="17" y="419"/>
                  </a:cubicBezTo>
                  <a:cubicBezTo>
                    <a:pt x="1" y="502"/>
                    <a:pt x="17" y="586"/>
                    <a:pt x="67" y="652"/>
                  </a:cubicBezTo>
                  <a:cubicBezTo>
                    <a:pt x="51" y="586"/>
                    <a:pt x="51" y="502"/>
                    <a:pt x="67" y="435"/>
                  </a:cubicBezTo>
                  <a:cubicBezTo>
                    <a:pt x="84" y="352"/>
                    <a:pt x="118" y="268"/>
                    <a:pt x="168" y="201"/>
                  </a:cubicBezTo>
                  <a:cubicBezTo>
                    <a:pt x="213" y="140"/>
                    <a:pt x="287" y="66"/>
                    <a:pt x="363" y="66"/>
                  </a:cubicBezTo>
                  <a:cubicBezTo>
                    <a:pt x="370" y="66"/>
                    <a:pt x="378" y="66"/>
                    <a:pt x="385" y="68"/>
                  </a:cubicBezTo>
                  <a:cubicBezTo>
                    <a:pt x="468" y="84"/>
                    <a:pt x="435" y="201"/>
                    <a:pt x="385" y="285"/>
                  </a:cubicBezTo>
                  <a:cubicBezTo>
                    <a:pt x="351" y="352"/>
                    <a:pt x="301" y="419"/>
                    <a:pt x="251" y="485"/>
                  </a:cubicBezTo>
                  <a:cubicBezTo>
                    <a:pt x="151" y="586"/>
                    <a:pt x="84" y="636"/>
                    <a:pt x="84" y="652"/>
                  </a:cubicBezTo>
                  <a:cubicBezTo>
                    <a:pt x="168" y="619"/>
                    <a:pt x="235" y="569"/>
                    <a:pt x="285" y="519"/>
                  </a:cubicBezTo>
                  <a:cubicBezTo>
                    <a:pt x="351" y="452"/>
                    <a:pt x="402" y="385"/>
                    <a:pt x="435" y="302"/>
                  </a:cubicBezTo>
                  <a:cubicBezTo>
                    <a:pt x="468" y="268"/>
                    <a:pt x="485" y="218"/>
                    <a:pt x="502" y="151"/>
                  </a:cubicBezTo>
                  <a:cubicBezTo>
                    <a:pt x="519" y="84"/>
                    <a:pt x="468" y="18"/>
                    <a:pt x="4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392;p50">
              <a:extLst>
                <a:ext uri="{FF2B5EF4-FFF2-40B4-BE49-F238E27FC236}">
                  <a16:creationId xmlns:a16="http://schemas.microsoft.com/office/drawing/2014/main" id="{5BD6F265-AEC2-4263-B599-27FA6B426EC2}"/>
                </a:ext>
              </a:extLst>
            </p:cNvPr>
            <p:cNvSpPr/>
            <p:nvPr/>
          </p:nvSpPr>
          <p:spPr>
            <a:xfrm>
              <a:off x="6036400" y="4446775"/>
              <a:ext cx="46825" cy="38350"/>
            </a:xfrm>
            <a:custGeom>
              <a:avLst/>
              <a:gdLst/>
              <a:ahLst/>
              <a:cxnLst/>
              <a:rect l="l" t="t" r="r" b="b"/>
              <a:pathLst>
                <a:path w="1873" h="1534" extrusionOk="0">
                  <a:moveTo>
                    <a:pt x="1621" y="1"/>
                  </a:moveTo>
                  <a:cubicBezTo>
                    <a:pt x="1571" y="1"/>
                    <a:pt x="1521" y="5"/>
                    <a:pt x="1471" y="13"/>
                  </a:cubicBezTo>
                  <a:cubicBezTo>
                    <a:pt x="819" y="47"/>
                    <a:pt x="251" y="498"/>
                    <a:pt x="51" y="1133"/>
                  </a:cubicBezTo>
                  <a:cubicBezTo>
                    <a:pt x="34" y="1233"/>
                    <a:pt x="17" y="1333"/>
                    <a:pt x="1" y="1417"/>
                  </a:cubicBezTo>
                  <a:cubicBezTo>
                    <a:pt x="1" y="1450"/>
                    <a:pt x="1" y="1500"/>
                    <a:pt x="1" y="1534"/>
                  </a:cubicBezTo>
                  <a:cubicBezTo>
                    <a:pt x="17" y="1534"/>
                    <a:pt x="17" y="1383"/>
                    <a:pt x="101" y="1149"/>
                  </a:cubicBezTo>
                  <a:cubicBezTo>
                    <a:pt x="301" y="548"/>
                    <a:pt x="853" y="114"/>
                    <a:pt x="1488" y="47"/>
                  </a:cubicBezTo>
                  <a:cubicBezTo>
                    <a:pt x="1605" y="38"/>
                    <a:pt x="1701" y="38"/>
                    <a:pt x="1768" y="38"/>
                  </a:cubicBezTo>
                  <a:cubicBezTo>
                    <a:pt x="1834" y="38"/>
                    <a:pt x="1872" y="38"/>
                    <a:pt x="1872" y="30"/>
                  </a:cubicBezTo>
                  <a:cubicBezTo>
                    <a:pt x="1839" y="30"/>
                    <a:pt x="1805" y="13"/>
                    <a:pt x="1772" y="13"/>
                  </a:cubicBezTo>
                  <a:cubicBezTo>
                    <a:pt x="1722" y="5"/>
                    <a:pt x="1672" y="1"/>
                    <a:pt x="16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393;p50">
              <a:extLst>
                <a:ext uri="{FF2B5EF4-FFF2-40B4-BE49-F238E27FC236}">
                  <a16:creationId xmlns:a16="http://schemas.microsoft.com/office/drawing/2014/main" id="{E0E41ED9-4EDF-4166-8664-B339A3FB7DE7}"/>
                </a:ext>
              </a:extLst>
            </p:cNvPr>
            <p:cNvSpPr/>
            <p:nvPr/>
          </p:nvSpPr>
          <p:spPr>
            <a:xfrm>
              <a:off x="6068575" y="4388625"/>
              <a:ext cx="2525" cy="54325"/>
            </a:xfrm>
            <a:custGeom>
              <a:avLst/>
              <a:gdLst/>
              <a:ahLst/>
              <a:cxnLst/>
              <a:rect l="l" t="t" r="r" b="b"/>
              <a:pathLst>
                <a:path w="101" h="2173" extrusionOk="0">
                  <a:moveTo>
                    <a:pt x="34" y="0"/>
                  </a:moveTo>
                  <a:lnTo>
                    <a:pt x="34" y="0"/>
                  </a:lnTo>
                  <a:cubicBezTo>
                    <a:pt x="0" y="735"/>
                    <a:pt x="17" y="1454"/>
                    <a:pt x="67" y="2172"/>
                  </a:cubicBezTo>
                  <a:cubicBezTo>
                    <a:pt x="101" y="1454"/>
                    <a:pt x="84" y="719"/>
                    <a:pt x="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394;p50">
              <a:extLst>
                <a:ext uri="{FF2B5EF4-FFF2-40B4-BE49-F238E27FC236}">
                  <a16:creationId xmlns:a16="http://schemas.microsoft.com/office/drawing/2014/main" id="{071F9715-99C6-4925-A957-152027D50A87}"/>
                </a:ext>
              </a:extLst>
            </p:cNvPr>
            <p:cNvSpPr/>
            <p:nvPr/>
          </p:nvSpPr>
          <p:spPr>
            <a:xfrm>
              <a:off x="5981275" y="4468650"/>
              <a:ext cx="38450" cy="2125"/>
            </a:xfrm>
            <a:custGeom>
              <a:avLst/>
              <a:gdLst/>
              <a:ahLst/>
              <a:cxnLst/>
              <a:rect l="l" t="t" r="r" b="b"/>
              <a:pathLst>
                <a:path w="1538" h="85" extrusionOk="0">
                  <a:moveTo>
                    <a:pt x="1454" y="0"/>
                  </a:moveTo>
                  <a:cubicBezTo>
                    <a:pt x="1326" y="0"/>
                    <a:pt x="1064" y="12"/>
                    <a:pt x="769" y="24"/>
                  </a:cubicBezTo>
                  <a:cubicBezTo>
                    <a:pt x="479" y="24"/>
                    <a:pt x="234" y="16"/>
                    <a:pt x="103" y="16"/>
                  </a:cubicBezTo>
                  <a:cubicBezTo>
                    <a:pt x="37" y="16"/>
                    <a:pt x="0" y="18"/>
                    <a:pt x="0" y="24"/>
                  </a:cubicBezTo>
                  <a:cubicBezTo>
                    <a:pt x="239" y="64"/>
                    <a:pt x="486" y="85"/>
                    <a:pt x="733" y="85"/>
                  </a:cubicBezTo>
                  <a:cubicBezTo>
                    <a:pt x="1004" y="85"/>
                    <a:pt x="1275" y="60"/>
                    <a:pt x="1537" y="7"/>
                  </a:cubicBezTo>
                  <a:cubicBezTo>
                    <a:pt x="1537" y="2"/>
                    <a:pt x="1507" y="0"/>
                    <a:pt x="14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395;p50">
              <a:extLst>
                <a:ext uri="{FF2B5EF4-FFF2-40B4-BE49-F238E27FC236}">
                  <a16:creationId xmlns:a16="http://schemas.microsoft.com/office/drawing/2014/main" id="{18817F0F-D6D8-4CD4-BECF-ECC314BC6DBC}"/>
                </a:ext>
              </a:extLst>
            </p:cNvPr>
            <p:cNvSpPr/>
            <p:nvPr/>
          </p:nvSpPr>
          <p:spPr>
            <a:xfrm>
              <a:off x="6041425" y="4468725"/>
              <a:ext cx="4200" cy="7625"/>
            </a:xfrm>
            <a:custGeom>
              <a:avLst/>
              <a:gdLst/>
              <a:ahLst/>
              <a:cxnLst/>
              <a:rect l="l" t="t" r="r" b="b"/>
              <a:pathLst>
                <a:path w="168" h="305" extrusionOk="0">
                  <a:moveTo>
                    <a:pt x="158" y="1"/>
                  </a:moveTo>
                  <a:cubicBezTo>
                    <a:pt x="134" y="1"/>
                    <a:pt x="77" y="48"/>
                    <a:pt x="34" y="121"/>
                  </a:cubicBezTo>
                  <a:cubicBezTo>
                    <a:pt x="0" y="221"/>
                    <a:pt x="17" y="305"/>
                    <a:pt x="34" y="305"/>
                  </a:cubicBezTo>
                  <a:cubicBezTo>
                    <a:pt x="50" y="305"/>
                    <a:pt x="67" y="238"/>
                    <a:pt x="100" y="154"/>
                  </a:cubicBezTo>
                  <a:cubicBezTo>
                    <a:pt x="134" y="71"/>
                    <a:pt x="167" y="21"/>
                    <a:pt x="167" y="4"/>
                  </a:cubicBezTo>
                  <a:cubicBezTo>
                    <a:pt x="165" y="2"/>
                    <a:pt x="162" y="1"/>
                    <a:pt x="1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396;p50">
              <a:extLst>
                <a:ext uri="{FF2B5EF4-FFF2-40B4-BE49-F238E27FC236}">
                  <a16:creationId xmlns:a16="http://schemas.microsoft.com/office/drawing/2014/main" id="{1E19806A-6611-43A9-9F7A-0CD6E8FA5A48}"/>
                </a:ext>
              </a:extLst>
            </p:cNvPr>
            <p:cNvSpPr/>
            <p:nvPr/>
          </p:nvSpPr>
          <p:spPr>
            <a:xfrm>
              <a:off x="6049775" y="4456600"/>
              <a:ext cx="5875" cy="5150"/>
            </a:xfrm>
            <a:custGeom>
              <a:avLst/>
              <a:gdLst/>
              <a:ahLst/>
              <a:cxnLst/>
              <a:rect l="l" t="t" r="r" b="b"/>
              <a:pathLst>
                <a:path w="235" h="206" extrusionOk="0">
                  <a:moveTo>
                    <a:pt x="206" y="0"/>
                  </a:moveTo>
                  <a:cubicBezTo>
                    <a:pt x="183" y="0"/>
                    <a:pt x="142" y="30"/>
                    <a:pt x="101" y="71"/>
                  </a:cubicBezTo>
                  <a:cubicBezTo>
                    <a:pt x="34" y="138"/>
                    <a:pt x="0" y="188"/>
                    <a:pt x="17" y="205"/>
                  </a:cubicBezTo>
                  <a:cubicBezTo>
                    <a:pt x="34" y="205"/>
                    <a:pt x="84" y="172"/>
                    <a:pt x="134" y="122"/>
                  </a:cubicBezTo>
                  <a:cubicBezTo>
                    <a:pt x="201" y="71"/>
                    <a:pt x="234" y="5"/>
                    <a:pt x="218" y="5"/>
                  </a:cubicBezTo>
                  <a:cubicBezTo>
                    <a:pt x="215" y="2"/>
                    <a:pt x="211" y="0"/>
                    <a:pt x="2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397;p50">
              <a:extLst>
                <a:ext uri="{FF2B5EF4-FFF2-40B4-BE49-F238E27FC236}">
                  <a16:creationId xmlns:a16="http://schemas.microsoft.com/office/drawing/2014/main" id="{4CBD01DA-F10A-4B42-A5CA-8B78ACEF22FD}"/>
                </a:ext>
              </a:extLst>
            </p:cNvPr>
            <p:cNvSpPr/>
            <p:nvPr/>
          </p:nvSpPr>
          <p:spPr>
            <a:xfrm>
              <a:off x="6061475" y="4450475"/>
              <a:ext cx="7825" cy="3325"/>
            </a:xfrm>
            <a:custGeom>
              <a:avLst/>
              <a:gdLst/>
              <a:ahLst/>
              <a:cxnLst/>
              <a:rect l="l" t="t" r="r" b="b"/>
              <a:pathLst>
                <a:path w="313" h="133" extrusionOk="0">
                  <a:moveTo>
                    <a:pt x="225" y="1"/>
                  </a:moveTo>
                  <a:cubicBezTo>
                    <a:pt x="199" y="1"/>
                    <a:pt x="167" y="5"/>
                    <a:pt x="134" y="16"/>
                  </a:cubicBezTo>
                  <a:cubicBezTo>
                    <a:pt x="34" y="32"/>
                    <a:pt x="0" y="116"/>
                    <a:pt x="0" y="133"/>
                  </a:cubicBezTo>
                  <a:cubicBezTo>
                    <a:pt x="17" y="133"/>
                    <a:pt x="84" y="99"/>
                    <a:pt x="151" y="66"/>
                  </a:cubicBezTo>
                  <a:cubicBezTo>
                    <a:pt x="234" y="32"/>
                    <a:pt x="301" y="49"/>
                    <a:pt x="301" y="16"/>
                  </a:cubicBezTo>
                  <a:cubicBezTo>
                    <a:pt x="312" y="16"/>
                    <a:pt x="279" y="1"/>
                    <a:pt x="2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398;p50">
              <a:extLst>
                <a:ext uri="{FF2B5EF4-FFF2-40B4-BE49-F238E27FC236}">
                  <a16:creationId xmlns:a16="http://schemas.microsoft.com/office/drawing/2014/main" id="{F3A6EACB-6419-4FC9-8466-0CCE4643587D}"/>
                </a:ext>
              </a:extLst>
            </p:cNvPr>
            <p:cNvSpPr/>
            <p:nvPr/>
          </p:nvSpPr>
          <p:spPr>
            <a:xfrm>
              <a:off x="6074825" y="4448025"/>
              <a:ext cx="4200" cy="2325"/>
            </a:xfrm>
            <a:custGeom>
              <a:avLst/>
              <a:gdLst/>
              <a:ahLst/>
              <a:cxnLst/>
              <a:rect l="l" t="t" r="r" b="b"/>
              <a:pathLst>
                <a:path w="168" h="93" extrusionOk="0">
                  <a:moveTo>
                    <a:pt x="139" y="1"/>
                  </a:moveTo>
                  <a:cubicBezTo>
                    <a:pt x="122" y="1"/>
                    <a:pt x="101" y="5"/>
                    <a:pt x="84" y="13"/>
                  </a:cubicBezTo>
                  <a:cubicBezTo>
                    <a:pt x="34" y="30"/>
                    <a:pt x="1" y="64"/>
                    <a:pt x="1" y="80"/>
                  </a:cubicBezTo>
                  <a:cubicBezTo>
                    <a:pt x="9" y="89"/>
                    <a:pt x="22" y="93"/>
                    <a:pt x="38" y="93"/>
                  </a:cubicBezTo>
                  <a:cubicBezTo>
                    <a:pt x="55" y="93"/>
                    <a:pt x="76" y="89"/>
                    <a:pt x="101" y="80"/>
                  </a:cubicBezTo>
                  <a:cubicBezTo>
                    <a:pt x="135" y="64"/>
                    <a:pt x="168" y="30"/>
                    <a:pt x="168" y="13"/>
                  </a:cubicBezTo>
                  <a:cubicBezTo>
                    <a:pt x="168" y="5"/>
                    <a:pt x="155" y="1"/>
                    <a:pt x="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399;p50">
              <a:extLst>
                <a:ext uri="{FF2B5EF4-FFF2-40B4-BE49-F238E27FC236}">
                  <a16:creationId xmlns:a16="http://schemas.microsoft.com/office/drawing/2014/main" id="{9CBFF9AB-E596-40EC-9044-A5ED75EE831B}"/>
                </a:ext>
              </a:extLst>
            </p:cNvPr>
            <p:cNvSpPr/>
            <p:nvPr/>
          </p:nvSpPr>
          <p:spPr>
            <a:xfrm>
              <a:off x="5485025" y="2132125"/>
              <a:ext cx="1176300" cy="313725"/>
            </a:xfrm>
            <a:custGeom>
              <a:avLst/>
              <a:gdLst/>
              <a:ahLst/>
              <a:cxnLst/>
              <a:rect l="l" t="t" r="r" b="b"/>
              <a:pathLst>
                <a:path w="47052" h="12549" extrusionOk="0">
                  <a:moveTo>
                    <a:pt x="685" y="1"/>
                  </a:moveTo>
                  <a:lnTo>
                    <a:pt x="0" y="10828"/>
                  </a:lnTo>
                  <a:lnTo>
                    <a:pt x="47052" y="12549"/>
                  </a:lnTo>
                  <a:lnTo>
                    <a:pt x="47052" y="1855"/>
                  </a:lnTo>
                  <a:lnTo>
                    <a:pt x="6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400;p50">
              <a:extLst>
                <a:ext uri="{FF2B5EF4-FFF2-40B4-BE49-F238E27FC236}">
                  <a16:creationId xmlns:a16="http://schemas.microsoft.com/office/drawing/2014/main" id="{1211EC27-08FC-4E5E-8EC9-67F9669FCED9}"/>
                </a:ext>
              </a:extLst>
            </p:cNvPr>
            <p:cNvSpPr/>
            <p:nvPr/>
          </p:nvSpPr>
          <p:spPr>
            <a:xfrm>
              <a:off x="5213500" y="2230225"/>
              <a:ext cx="81900" cy="54975"/>
            </a:xfrm>
            <a:custGeom>
              <a:avLst/>
              <a:gdLst/>
              <a:ahLst/>
              <a:cxnLst/>
              <a:rect l="l" t="t" r="r" b="b"/>
              <a:pathLst>
                <a:path w="3276" h="2199" extrusionOk="0">
                  <a:moveTo>
                    <a:pt x="2519" y="1"/>
                  </a:moveTo>
                  <a:cubicBezTo>
                    <a:pt x="1688" y="1"/>
                    <a:pt x="416" y="129"/>
                    <a:pt x="1" y="872"/>
                  </a:cubicBezTo>
                  <a:cubicBezTo>
                    <a:pt x="1" y="872"/>
                    <a:pt x="494" y="2199"/>
                    <a:pt x="2860" y="2199"/>
                  </a:cubicBezTo>
                  <a:cubicBezTo>
                    <a:pt x="2957" y="2199"/>
                    <a:pt x="3056" y="2197"/>
                    <a:pt x="3159" y="2192"/>
                  </a:cubicBezTo>
                  <a:lnTo>
                    <a:pt x="3276" y="37"/>
                  </a:lnTo>
                  <a:cubicBezTo>
                    <a:pt x="3276" y="37"/>
                    <a:pt x="2959" y="1"/>
                    <a:pt x="2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401;p50">
              <a:extLst>
                <a:ext uri="{FF2B5EF4-FFF2-40B4-BE49-F238E27FC236}">
                  <a16:creationId xmlns:a16="http://schemas.microsoft.com/office/drawing/2014/main" id="{9E625324-4803-468A-8535-D3CA0D66C9A7}"/>
                </a:ext>
              </a:extLst>
            </p:cNvPr>
            <p:cNvSpPr/>
            <p:nvPr/>
          </p:nvSpPr>
          <p:spPr>
            <a:xfrm>
              <a:off x="5282850" y="2132125"/>
              <a:ext cx="219325" cy="270700"/>
            </a:xfrm>
            <a:custGeom>
              <a:avLst/>
              <a:gdLst/>
              <a:ahLst/>
              <a:cxnLst/>
              <a:rect l="l" t="t" r="r" b="b"/>
              <a:pathLst>
                <a:path w="8773" h="10828" extrusionOk="0">
                  <a:moveTo>
                    <a:pt x="8772" y="1"/>
                  </a:moveTo>
                  <a:lnTo>
                    <a:pt x="6684" y="1956"/>
                  </a:lnTo>
                  <a:cubicBezTo>
                    <a:pt x="6266" y="2340"/>
                    <a:pt x="5798" y="2657"/>
                    <a:pt x="5280" y="2875"/>
                  </a:cubicBezTo>
                  <a:cubicBezTo>
                    <a:pt x="4645" y="3159"/>
                    <a:pt x="3793" y="3509"/>
                    <a:pt x="3292" y="3543"/>
                  </a:cubicBezTo>
                  <a:cubicBezTo>
                    <a:pt x="2971" y="3559"/>
                    <a:pt x="2648" y="3566"/>
                    <a:pt x="2324" y="3566"/>
                  </a:cubicBezTo>
                  <a:cubicBezTo>
                    <a:pt x="1638" y="3566"/>
                    <a:pt x="949" y="3533"/>
                    <a:pt x="268" y="3476"/>
                  </a:cubicBezTo>
                  <a:lnTo>
                    <a:pt x="0" y="6433"/>
                  </a:lnTo>
                  <a:lnTo>
                    <a:pt x="3175" y="6734"/>
                  </a:lnTo>
                  <a:cubicBezTo>
                    <a:pt x="3175" y="6734"/>
                    <a:pt x="4478" y="6851"/>
                    <a:pt x="5982" y="8472"/>
                  </a:cubicBezTo>
                  <a:cubicBezTo>
                    <a:pt x="7486" y="10093"/>
                    <a:pt x="8087" y="10828"/>
                    <a:pt x="8087" y="10828"/>
                  </a:cubicBezTo>
                  <a:lnTo>
                    <a:pt x="87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402;p50">
              <a:extLst>
                <a:ext uri="{FF2B5EF4-FFF2-40B4-BE49-F238E27FC236}">
                  <a16:creationId xmlns:a16="http://schemas.microsoft.com/office/drawing/2014/main" id="{A500D2E2-3241-4ECE-91AB-E25802C51DE6}"/>
                </a:ext>
              </a:extLst>
            </p:cNvPr>
            <p:cNvSpPr/>
            <p:nvPr/>
          </p:nvSpPr>
          <p:spPr>
            <a:xfrm>
              <a:off x="6661300" y="2178500"/>
              <a:ext cx="69800" cy="267350"/>
            </a:xfrm>
            <a:custGeom>
              <a:avLst/>
              <a:gdLst/>
              <a:ahLst/>
              <a:cxnLst/>
              <a:rect l="l" t="t" r="r" b="b"/>
              <a:pathLst>
                <a:path w="2792" h="10694" extrusionOk="0">
                  <a:moveTo>
                    <a:pt x="1" y="0"/>
                  </a:moveTo>
                  <a:lnTo>
                    <a:pt x="1" y="10694"/>
                  </a:lnTo>
                  <a:cubicBezTo>
                    <a:pt x="1" y="10694"/>
                    <a:pt x="1755" y="9307"/>
                    <a:pt x="2240" y="5748"/>
                  </a:cubicBezTo>
                  <a:cubicBezTo>
                    <a:pt x="2791" y="1604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403;p50">
              <a:extLst>
                <a:ext uri="{FF2B5EF4-FFF2-40B4-BE49-F238E27FC236}">
                  <a16:creationId xmlns:a16="http://schemas.microsoft.com/office/drawing/2014/main" id="{53EDAF5C-6A7E-459D-B406-A40615C97EB2}"/>
                </a:ext>
              </a:extLst>
            </p:cNvPr>
            <p:cNvSpPr/>
            <p:nvPr/>
          </p:nvSpPr>
          <p:spPr>
            <a:xfrm>
              <a:off x="5492550" y="2230700"/>
              <a:ext cx="1168775" cy="114900"/>
            </a:xfrm>
            <a:custGeom>
              <a:avLst/>
              <a:gdLst/>
              <a:ahLst/>
              <a:cxnLst/>
              <a:rect l="l" t="t" r="r" b="b"/>
              <a:pathLst>
                <a:path w="46751" h="4596" extrusionOk="0">
                  <a:moveTo>
                    <a:pt x="167" y="1"/>
                  </a:moveTo>
                  <a:lnTo>
                    <a:pt x="0" y="2741"/>
                  </a:lnTo>
                  <a:lnTo>
                    <a:pt x="46751" y="4596"/>
                  </a:lnTo>
                  <a:lnTo>
                    <a:pt x="46751" y="1705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404;p50">
              <a:extLst>
                <a:ext uri="{FF2B5EF4-FFF2-40B4-BE49-F238E27FC236}">
                  <a16:creationId xmlns:a16="http://schemas.microsoft.com/office/drawing/2014/main" id="{AFE7FF15-6F71-4A47-9387-9AC0A52665AC}"/>
                </a:ext>
              </a:extLst>
            </p:cNvPr>
            <p:cNvSpPr/>
            <p:nvPr/>
          </p:nvSpPr>
          <p:spPr>
            <a:xfrm>
              <a:off x="6088200" y="2176000"/>
              <a:ext cx="208875" cy="251050"/>
            </a:xfrm>
            <a:custGeom>
              <a:avLst/>
              <a:gdLst/>
              <a:ahLst/>
              <a:cxnLst/>
              <a:rect l="l" t="t" r="r" b="b"/>
              <a:pathLst>
                <a:path w="8355" h="10042" extrusionOk="0">
                  <a:moveTo>
                    <a:pt x="3108" y="0"/>
                  </a:moveTo>
                  <a:lnTo>
                    <a:pt x="251" y="618"/>
                  </a:lnTo>
                  <a:lnTo>
                    <a:pt x="1" y="9925"/>
                  </a:lnTo>
                  <a:lnTo>
                    <a:pt x="2290" y="10042"/>
                  </a:lnTo>
                  <a:cubicBezTo>
                    <a:pt x="2290" y="9607"/>
                    <a:pt x="2273" y="9073"/>
                    <a:pt x="2273" y="8622"/>
                  </a:cubicBezTo>
                  <a:lnTo>
                    <a:pt x="2273" y="8622"/>
                  </a:lnTo>
                  <a:cubicBezTo>
                    <a:pt x="2301" y="8625"/>
                    <a:pt x="2329" y="8627"/>
                    <a:pt x="2357" y="8627"/>
                  </a:cubicBezTo>
                  <a:cubicBezTo>
                    <a:pt x="2721" y="8627"/>
                    <a:pt x="3023" y="8332"/>
                    <a:pt x="3225" y="8037"/>
                  </a:cubicBezTo>
                  <a:cubicBezTo>
                    <a:pt x="3443" y="7703"/>
                    <a:pt x="3593" y="7318"/>
                    <a:pt x="3877" y="7051"/>
                  </a:cubicBezTo>
                  <a:cubicBezTo>
                    <a:pt x="4050" y="6889"/>
                    <a:pt x="4302" y="6776"/>
                    <a:pt x="4538" y="6776"/>
                  </a:cubicBezTo>
                  <a:cubicBezTo>
                    <a:pt x="4690" y="6776"/>
                    <a:pt x="4835" y="6823"/>
                    <a:pt x="4946" y="6934"/>
                  </a:cubicBezTo>
                  <a:cubicBezTo>
                    <a:pt x="5080" y="7051"/>
                    <a:pt x="5164" y="7268"/>
                    <a:pt x="5347" y="7285"/>
                  </a:cubicBezTo>
                  <a:cubicBezTo>
                    <a:pt x="5368" y="7289"/>
                    <a:pt x="5387" y="7291"/>
                    <a:pt x="5406" y="7291"/>
                  </a:cubicBezTo>
                  <a:cubicBezTo>
                    <a:pt x="5688" y="7291"/>
                    <a:pt x="5736" y="6830"/>
                    <a:pt x="5798" y="6516"/>
                  </a:cubicBezTo>
                  <a:cubicBezTo>
                    <a:pt x="5966" y="5781"/>
                    <a:pt x="6834" y="5497"/>
                    <a:pt x="7386" y="4979"/>
                  </a:cubicBezTo>
                  <a:cubicBezTo>
                    <a:pt x="8355" y="4060"/>
                    <a:pt x="8154" y="2456"/>
                    <a:pt x="6985" y="1805"/>
                  </a:cubicBezTo>
                  <a:cubicBezTo>
                    <a:pt x="6367" y="1454"/>
                    <a:pt x="5581" y="1454"/>
                    <a:pt x="4963" y="1103"/>
                  </a:cubicBezTo>
                  <a:cubicBezTo>
                    <a:pt x="4328" y="752"/>
                    <a:pt x="3844" y="50"/>
                    <a:pt x="3108" y="0"/>
                  </a:cubicBez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405;p50">
              <a:extLst>
                <a:ext uri="{FF2B5EF4-FFF2-40B4-BE49-F238E27FC236}">
                  <a16:creationId xmlns:a16="http://schemas.microsoft.com/office/drawing/2014/main" id="{91F140AC-6DB6-4926-BDC4-57FB91B5F8E0}"/>
                </a:ext>
              </a:extLst>
            </p:cNvPr>
            <p:cNvSpPr/>
            <p:nvPr/>
          </p:nvSpPr>
          <p:spPr>
            <a:xfrm>
              <a:off x="6219775" y="4386525"/>
              <a:ext cx="244400" cy="107750"/>
            </a:xfrm>
            <a:custGeom>
              <a:avLst/>
              <a:gdLst/>
              <a:ahLst/>
              <a:cxnLst/>
              <a:rect l="l" t="t" r="r" b="b"/>
              <a:pathLst>
                <a:path w="9776" h="4310" extrusionOk="0">
                  <a:moveTo>
                    <a:pt x="17" y="1"/>
                  </a:moveTo>
                  <a:lnTo>
                    <a:pt x="1" y="4128"/>
                  </a:lnTo>
                  <a:lnTo>
                    <a:pt x="318" y="4144"/>
                  </a:lnTo>
                  <a:cubicBezTo>
                    <a:pt x="1237" y="4197"/>
                    <a:pt x="3951" y="4310"/>
                    <a:pt x="6068" y="4310"/>
                  </a:cubicBezTo>
                  <a:cubicBezTo>
                    <a:pt x="7302" y="4310"/>
                    <a:pt x="8333" y="4272"/>
                    <a:pt x="8689" y="4161"/>
                  </a:cubicBezTo>
                  <a:cubicBezTo>
                    <a:pt x="9775" y="3827"/>
                    <a:pt x="5297" y="2824"/>
                    <a:pt x="5297" y="2824"/>
                  </a:cubicBezTo>
                  <a:lnTo>
                    <a:pt x="5281" y="17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406;p50">
              <a:extLst>
                <a:ext uri="{FF2B5EF4-FFF2-40B4-BE49-F238E27FC236}">
                  <a16:creationId xmlns:a16="http://schemas.microsoft.com/office/drawing/2014/main" id="{18B815A0-A74A-4A49-AC2C-239DB96AC7E8}"/>
                </a:ext>
              </a:extLst>
            </p:cNvPr>
            <p:cNvSpPr/>
            <p:nvPr/>
          </p:nvSpPr>
          <p:spPr>
            <a:xfrm>
              <a:off x="6219775" y="4452400"/>
              <a:ext cx="47650" cy="37750"/>
            </a:xfrm>
            <a:custGeom>
              <a:avLst/>
              <a:gdLst/>
              <a:ahLst/>
              <a:cxnLst/>
              <a:rect l="l" t="t" r="r" b="b"/>
              <a:pathLst>
                <a:path w="1906" h="1510" extrusionOk="0">
                  <a:moveTo>
                    <a:pt x="132" y="0"/>
                  </a:moveTo>
                  <a:cubicBezTo>
                    <a:pt x="88" y="0"/>
                    <a:pt x="44" y="2"/>
                    <a:pt x="1" y="5"/>
                  </a:cubicBezTo>
                  <a:lnTo>
                    <a:pt x="1" y="1476"/>
                  </a:lnTo>
                  <a:lnTo>
                    <a:pt x="1906" y="1509"/>
                  </a:lnTo>
                  <a:cubicBezTo>
                    <a:pt x="1822" y="1058"/>
                    <a:pt x="1588" y="657"/>
                    <a:pt x="1237" y="390"/>
                  </a:cubicBezTo>
                  <a:cubicBezTo>
                    <a:pt x="922" y="134"/>
                    <a:pt x="525" y="0"/>
                    <a:pt x="132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407;p50">
              <a:extLst>
                <a:ext uri="{FF2B5EF4-FFF2-40B4-BE49-F238E27FC236}">
                  <a16:creationId xmlns:a16="http://schemas.microsoft.com/office/drawing/2014/main" id="{D36D7525-E23F-4BE3-B6F4-A9FE5F153F7D}"/>
                </a:ext>
              </a:extLst>
            </p:cNvPr>
            <p:cNvSpPr/>
            <p:nvPr/>
          </p:nvSpPr>
          <p:spPr>
            <a:xfrm>
              <a:off x="6219375" y="4471325"/>
              <a:ext cx="226425" cy="22475"/>
            </a:xfrm>
            <a:custGeom>
              <a:avLst/>
              <a:gdLst/>
              <a:ahLst/>
              <a:cxnLst/>
              <a:rect l="l" t="t" r="r" b="b"/>
              <a:pathLst>
                <a:path w="9057" h="899" extrusionOk="0">
                  <a:moveTo>
                    <a:pt x="7502" y="0"/>
                  </a:moveTo>
                  <a:cubicBezTo>
                    <a:pt x="7185" y="17"/>
                    <a:pt x="7034" y="669"/>
                    <a:pt x="7034" y="669"/>
                  </a:cubicBezTo>
                  <a:lnTo>
                    <a:pt x="17" y="602"/>
                  </a:lnTo>
                  <a:lnTo>
                    <a:pt x="0" y="719"/>
                  </a:lnTo>
                  <a:cubicBezTo>
                    <a:pt x="1328" y="836"/>
                    <a:pt x="3496" y="898"/>
                    <a:pt x="5357" y="898"/>
                  </a:cubicBezTo>
                  <a:cubicBezTo>
                    <a:pt x="7218" y="898"/>
                    <a:pt x="8772" y="836"/>
                    <a:pt x="8872" y="702"/>
                  </a:cubicBezTo>
                  <a:cubicBezTo>
                    <a:pt x="9056" y="452"/>
                    <a:pt x="7502" y="0"/>
                    <a:pt x="7502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408;p50">
              <a:extLst>
                <a:ext uri="{FF2B5EF4-FFF2-40B4-BE49-F238E27FC236}">
                  <a16:creationId xmlns:a16="http://schemas.microsoft.com/office/drawing/2014/main" id="{F50A6B44-2519-43A3-9316-15B14676E484}"/>
                </a:ext>
              </a:extLst>
            </p:cNvPr>
            <p:cNvSpPr/>
            <p:nvPr/>
          </p:nvSpPr>
          <p:spPr>
            <a:xfrm>
              <a:off x="6218950" y="4485100"/>
              <a:ext cx="221000" cy="3475"/>
            </a:xfrm>
            <a:custGeom>
              <a:avLst/>
              <a:gdLst/>
              <a:ahLst/>
              <a:cxnLst/>
              <a:rect l="l" t="t" r="r" b="b"/>
              <a:pathLst>
                <a:path w="8840" h="139" extrusionOk="0">
                  <a:moveTo>
                    <a:pt x="84" y="1"/>
                  </a:moveTo>
                  <a:cubicBezTo>
                    <a:pt x="50" y="1"/>
                    <a:pt x="17" y="1"/>
                    <a:pt x="0" y="17"/>
                  </a:cubicBezTo>
                  <a:lnTo>
                    <a:pt x="84" y="17"/>
                  </a:lnTo>
                  <a:cubicBezTo>
                    <a:pt x="167" y="34"/>
                    <a:pt x="251" y="34"/>
                    <a:pt x="335" y="34"/>
                  </a:cubicBezTo>
                  <a:lnTo>
                    <a:pt x="1304" y="84"/>
                  </a:lnTo>
                  <a:cubicBezTo>
                    <a:pt x="2106" y="118"/>
                    <a:pt x="3225" y="134"/>
                    <a:pt x="4462" y="134"/>
                  </a:cubicBezTo>
                  <a:cubicBezTo>
                    <a:pt x="4698" y="138"/>
                    <a:pt x="4930" y="139"/>
                    <a:pt x="5156" y="139"/>
                  </a:cubicBezTo>
                  <a:cubicBezTo>
                    <a:pt x="6114" y="139"/>
                    <a:pt x="6971" y="115"/>
                    <a:pt x="7619" y="101"/>
                  </a:cubicBezTo>
                  <a:cubicBezTo>
                    <a:pt x="8004" y="84"/>
                    <a:pt x="8321" y="68"/>
                    <a:pt x="8572" y="51"/>
                  </a:cubicBezTo>
                  <a:lnTo>
                    <a:pt x="8839" y="34"/>
                  </a:lnTo>
                  <a:lnTo>
                    <a:pt x="8572" y="34"/>
                  </a:lnTo>
                  <a:lnTo>
                    <a:pt x="7619" y="51"/>
                  </a:lnTo>
                  <a:cubicBezTo>
                    <a:pt x="6817" y="68"/>
                    <a:pt x="5698" y="84"/>
                    <a:pt x="4462" y="84"/>
                  </a:cubicBezTo>
                  <a:cubicBezTo>
                    <a:pt x="3225" y="68"/>
                    <a:pt x="2106" y="51"/>
                    <a:pt x="1304" y="34"/>
                  </a:cubicBezTo>
                  <a:cubicBezTo>
                    <a:pt x="919" y="34"/>
                    <a:pt x="602" y="17"/>
                    <a:pt x="351" y="17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409;p50">
              <a:extLst>
                <a:ext uri="{FF2B5EF4-FFF2-40B4-BE49-F238E27FC236}">
                  <a16:creationId xmlns:a16="http://schemas.microsoft.com/office/drawing/2014/main" id="{530F0DEE-7967-4F9E-9C89-227DB4377097}"/>
                </a:ext>
              </a:extLst>
            </p:cNvPr>
            <p:cNvSpPr/>
            <p:nvPr/>
          </p:nvSpPr>
          <p:spPr>
            <a:xfrm>
              <a:off x="6394375" y="4470075"/>
              <a:ext cx="13400" cy="20475"/>
            </a:xfrm>
            <a:custGeom>
              <a:avLst/>
              <a:gdLst/>
              <a:ahLst/>
              <a:cxnLst/>
              <a:rect l="l" t="t" r="r" b="b"/>
              <a:pathLst>
                <a:path w="536" h="819" extrusionOk="0">
                  <a:moveTo>
                    <a:pt x="536" y="0"/>
                  </a:moveTo>
                  <a:lnTo>
                    <a:pt x="536" y="0"/>
                  </a:lnTo>
                  <a:cubicBezTo>
                    <a:pt x="201" y="151"/>
                    <a:pt x="1" y="468"/>
                    <a:pt x="34" y="819"/>
                  </a:cubicBezTo>
                  <a:cubicBezTo>
                    <a:pt x="68" y="669"/>
                    <a:pt x="135" y="518"/>
                    <a:pt x="201" y="368"/>
                  </a:cubicBezTo>
                  <a:cubicBezTo>
                    <a:pt x="302" y="234"/>
                    <a:pt x="402" y="117"/>
                    <a:pt x="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410;p50">
              <a:extLst>
                <a:ext uri="{FF2B5EF4-FFF2-40B4-BE49-F238E27FC236}">
                  <a16:creationId xmlns:a16="http://schemas.microsoft.com/office/drawing/2014/main" id="{E39A5461-EE8E-448B-B732-8B4636EBACFF}"/>
                </a:ext>
              </a:extLst>
            </p:cNvPr>
            <p:cNvSpPr/>
            <p:nvPr/>
          </p:nvSpPr>
          <p:spPr>
            <a:xfrm>
              <a:off x="6353450" y="4457075"/>
              <a:ext cx="7550" cy="10925"/>
            </a:xfrm>
            <a:custGeom>
              <a:avLst/>
              <a:gdLst/>
              <a:ahLst/>
              <a:cxnLst/>
              <a:rect l="l" t="t" r="r" b="b"/>
              <a:pathLst>
                <a:path w="302" h="437" extrusionOk="0">
                  <a:moveTo>
                    <a:pt x="279" y="0"/>
                  </a:moveTo>
                  <a:cubicBezTo>
                    <a:pt x="256" y="0"/>
                    <a:pt x="194" y="80"/>
                    <a:pt x="117" y="203"/>
                  </a:cubicBezTo>
                  <a:cubicBezTo>
                    <a:pt x="51" y="320"/>
                    <a:pt x="1" y="420"/>
                    <a:pt x="17" y="437"/>
                  </a:cubicBezTo>
                  <a:cubicBezTo>
                    <a:pt x="17" y="437"/>
                    <a:pt x="101" y="353"/>
                    <a:pt x="184" y="236"/>
                  </a:cubicBezTo>
                  <a:cubicBezTo>
                    <a:pt x="251" y="103"/>
                    <a:pt x="301" y="2"/>
                    <a:pt x="285" y="2"/>
                  </a:cubicBezTo>
                  <a:cubicBezTo>
                    <a:pt x="283" y="1"/>
                    <a:pt x="281" y="0"/>
                    <a:pt x="2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411;p50">
              <a:extLst>
                <a:ext uri="{FF2B5EF4-FFF2-40B4-BE49-F238E27FC236}">
                  <a16:creationId xmlns:a16="http://schemas.microsoft.com/office/drawing/2014/main" id="{66C85C32-3403-4DCB-8028-C046D2A35C7C}"/>
                </a:ext>
              </a:extLst>
            </p:cNvPr>
            <p:cNvSpPr/>
            <p:nvPr/>
          </p:nvSpPr>
          <p:spPr>
            <a:xfrm>
              <a:off x="6342600" y="4454950"/>
              <a:ext cx="8775" cy="7275"/>
            </a:xfrm>
            <a:custGeom>
              <a:avLst/>
              <a:gdLst/>
              <a:ahLst/>
              <a:cxnLst/>
              <a:rect l="l" t="t" r="r" b="b"/>
              <a:pathLst>
                <a:path w="351" h="291" extrusionOk="0">
                  <a:moveTo>
                    <a:pt x="341" y="1"/>
                  </a:moveTo>
                  <a:cubicBezTo>
                    <a:pt x="313" y="1"/>
                    <a:pt x="240" y="48"/>
                    <a:pt x="167" y="121"/>
                  </a:cubicBezTo>
                  <a:cubicBezTo>
                    <a:pt x="67" y="204"/>
                    <a:pt x="0" y="271"/>
                    <a:pt x="17" y="288"/>
                  </a:cubicBezTo>
                  <a:cubicBezTo>
                    <a:pt x="19" y="290"/>
                    <a:pt x="22" y="291"/>
                    <a:pt x="26" y="291"/>
                  </a:cubicBezTo>
                  <a:cubicBezTo>
                    <a:pt x="55" y="291"/>
                    <a:pt x="128" y="244"/>
                    <a:pt x="201" y="171"/>
                  </a:cubicBezTo>
                  <a:cubicBezTo>
                    <a:pt x="301" y="87"/>
                    <a:pt x="351" y="4"/>
                    <a:pt x="351" y="4"/>
                  </a:cubicBezTo>
                  <a:cubicBezTo>
                    <a:pt x="349" y="2"/>
                    <a:pt x="346" y="1"/>
                    <a:pt x="3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412;p50">
              <a:extLst>
                <a:ext uri="{FF2B5EF4-FFF2-40B4-BE49-F238E27FC236}">
                  <a16:creationId xmlns:a16="http://schemas.microsoft.com/office/drawing/2014/main" id="{20C7E31F-993D-41D8-B893-3A72B6F99414}"/>
                </a:ext>
              </a:extLst>
            </p:cNvPr>
            <p:cNvSpPr/>
            <p:nvPr/>
          </p:nvSpPr>
          <p:spPr>
            <a:xfrm>
              <a:off x="6336325" y="4449025"/>
              <a:ext cx="13800" cy="1850"/>
            </a:xfrm>
            <a:custGeom>
              <a:avLst/>
              <a:gdLst/>
              <a:ahLst/>
              <a:cxnLst/>
              <a:rect l="l" t="t" r="r" b="b"/>
              <a:pathLst>
                <a:path w="552" h="74" extrusionOk="0">
                  <a:moveTo>
                    <a:pt x="248" y="0"/>
                  </a:moveTo>
                  <a:cubicBezTo>
                    <a:pt x="166" y="0"/>
                    <a:pt x="83" y="9"/>
                    <a:pt x="0" y="24"/>
                  </a:cubicBezTo>
                  <a:cubicBezTo>
                    <a:pt x="84" y="57"/>
                    <a:pt x="184" y="74"/>
                    <a:pt x="268" y="74"/>
                  </a:cubicBezTo>
                  <a:cubicBezTo>
                    <a:pt x="368" y="74"/>
                    <a:pt x="468" y="74"/>
                    <a:pt x="552" y="40"/>
                  </a:cubicBezTo>
                  <a:cubicBezTo>
                    <a:pt x="451" y="13"/>
                    <a:pt x="349" y="0"/>
                    <a:pt x="2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413;p50">
              <a:extLst>
                <a:ext uri="{FF2B5EF4-FFF2-40B4-BE49-F238E27FC236}">
                  <a16:creationId xmlns:a16="http://schemas.microsoft.com/office/drawing/2014/main" id="{4E466C0D-3531-480F-93AA-7BFE6CAB11EF}"/>
                </a:ext>
              </a:extLst>
            </p:cNvPr>
            <p:cNvSpPr/>
            <p:nvPr/>
          </p:nvSpPr>
          <p:spPr>
            <a:xfrm>
              <a:off x="6333825" y="4440825"/>
              <a:ext cx="15900" cy="2575"/>
            </a:xfrm>
            <a:custGeom>
              <a:avLst/>
              <a:gdLst/>
              <a:ahLst/>
              <a:cxnLst/>
              <a:rect l="l" t="t" r="r" b="b"/>
              <a:pathLst>
                <a:path w="636" h="103" extrusionOk="0">
                  <a:moveTo>
                    <a:pt x="0" y="1"/>
                  </a:moveTo>
                  <a:cubicBezTo>
                    <a:pt x="117" y="69"/>
                    <a:pt x="240" y="103"/>
                    <a:pt x="365" y="103"/>
                  </a:cubicBezTo>
                  <a:cubicBezTo>
                    <a:pt x="454" y="103"/>
                    <a:pt x="545" y="86"/>
                    <a:pt x="635" y="51"/>
                  </a:cubicBezTo>
                  <a:cubicBezTo>
                    <a:pt x="418" y="51"/>
                    <a:pt x="217" y="34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414;p50">
              <a:extLst>
                <a:ext uri="{FF2B5EF4-FFF2-40B4-BE49-F238E27FC236}">
                  <a16:creationId xmlns:a16="http://schemas.microsoft.com/office/drawing/2014/main" id="{65110100-6BAB-41B8-86D2-4D8BD42DC349}"/>
                </a:ext>
              </a:extLst>
            </p:cNvPr>
            <p:cNvSpPr/>
            <p:nvPr/>
          </p:nvSpPr>
          <p:spPr>
            <a:xfrm>
              <a:off x="6358050" y="4444675"/>
              <a:ext cx="25075" cy="14150"/>
            </a:xfrm>
            <a:custGeom>
              <a:avLst/>
              <a:gdLst/>
              <a:ahLst/>
              <a:cxnLst/>
              <a:rect l="l" t="t" r="r" b="b"/>
              <a:pathLst>
                <a:path w="1003" h="566" extrusionOk="0">
                  <a:moveTo>
                    <a:pt x="668" y="59"/>
                  </a:moveTo>
                  <a:cubicBezTo>
                    <a:pt x="746" y="59"/>
                    <a:pt x="824" y="75"/>
                    <a:pt x="903" y="114"/>
                  </a:cubicBezTo>
                  <a:cubicBezTo>
                    <a:pt x="953" y="147"/>
                    <a:pt x="936" y="214"/>
                    <a:pt x="869" y="248"/>
                  </a:cubicBezTo>
                  <a:cubicBezTo>
                    <a:pt x="819" y="281"/>
                    <a:pt x="752" y="314"/>
                    <a:pt x="685" y="331"/>
                  </a:cubicBezTo>
                  <a:cubicBezTo>
                    <a:pt x="568" y="365"/>
                    <a:pt x="451" y="398"/>
                    <a:pt x="334" y="415"/>
                  </a:cubicBezTo>
                  <a:cubicBezTo>
                    <a:pt x="235" y="440"/>
                    <a:pt x="152" y="452"/>
                    <a:pt x="93" y="458"/>
                  </a:cubicBezTo>
                  <a:lnTo>
                    <a:pt x="93" y="458"/>
                  </a:lnTo>
                  <a:cubicBezTo>
                    <a:pt x="124" y="395"/>
                    <a:pt x="164" y="335"/>
                    <a:pt x="218" y="281"/>
                  </a:cubicBezTo>
                  <a:cubicBezTo>
                    <a:pt x="284" y="181"/>
                    <a:pt x="385" y="114"/>
                    <a:pt x="502" y="81"/>
                  </a:cubicBezTo>
                  <a:cubicBezTo>
                    <a:pt x="557" y="67"/>
                    <a:pt x="612" y="59"/>
                    <a:pt x="668" y="59"/>
                  </a:cubicBezTo>
                  <a:close/>
                  <a:moveTo>
                    <a:pt x="667" y="0"/>
                  </a:moveTo>
                  <a:cubicBezTo>
                    <a:pt x="477" y="0"/>
                    <a:pt x="292" y="89"/>
                    <a:pt x="167" y="248"/>
                  </a:cubicBezTo>
                  <a:cubicBezTo>
                    <a:pt x="118" y="313"/>
                    <a:pt x="85" y="379"/>
                    <a:pt x="68" y="461"/>
                  </a:cubicBezTo>
                  <a:lnTo>
                    <a:pt x="68" y="461"/>
                  </a:lnTo>
                  <a:cubicBezTo>
                    <a:pt x="25" y="465"/>
                    <a:pt x="0" y="465"/>
                    <a:pt x="0" y="465"/>
                  </a:cubicBezTo>
                  <a:cubicBezTo>
                    <a:pt x="21" y="468"/>
                    <a:pt x="43" y="470"/>
                    <a:pt x="64" y="472"/>
                  </a:cubicBezTo>
                  <a:lnTo>
                    <a:pt x="64" y="472"/>
                  </a:lnTo>
                  <a:cubicBezTo>
                    <a:pt x="50" y="503"/>
                    <a:pt x="50" y="534"/>
                    <a:pt x="50" y="565"/>
                  </a:cubicBezTo>
                  <a:cubicBezTo>
                    <a:pt x="61" y="535"/>
                    <a:pt x="72" y="504"/>
                    <a:pt x="86" y="474"/>
                  </a:cubicBezTo>
                  <a:lnTo>
                    <a:pt x="86" y="474"/>
                  </a:lnTo>
                  <a:cubicBezTo>
                    <a:pt x="116" y="476"/>
                    <a:pt x="145" y="477"/>
                    <a:pt x="174" y="477"/>
                  </a:cubicBezTo>
                  <a:cubicBezTo>
                    <a:pt x="230" y="477"/>
                    <a:pt x="284" y="473"/>
                    <a:pt x="334" y="465"/>
                  </a:cubicBezTo>
                  <a:cubicBezTo>
                    <a:pt x="468" y="448"/>
                    <a:pt x="585" y="431"/>
                    <a:pt x="702" y="381"/>
                  </a:cubicBezTo>
                  <a:cubicBezTo>
                    <a:pt x="769" y="365"/>
                    <a:pt x="836" y="348"/>
                    <a:pt x="903" y="298"/>
                  </a:cubicBezTo>
                  <a:cubicBezTo>
                    <a:pt x="953" y="281"/>
                    <a:pt x="986" y="248"/>
                    <a:pt x="986" y="198"/>
                  </a:cubicBezTo>
                  <a:cubicBezTo>
                    <a:pt x="1003" y="147"/>
                    <a:pt x="986" y="97"/>
                    <a:pt x="936" y="64"/>
                  </a:cubicBezTo>
                  <a:cubicBezTo>
                    <a:pt x="849" y="21"/>
                    <a:pt x="758" y="0"/>
                    <a:pt x="6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415;p50">
              <a:extLst>
                <a:ext uri="{FF2B5EF4-FFF2-40B4-BE49-F238E27FC236}">
                  <a16:creationId xmlns:a16="http://schemas.microsoft.com/office/drawing/2014/main" id="{1E4577BD-5608-44FF-9934-8081D3C5CC2B}"/>
                </a:ext>
              </a:extLst>
            </p:cNvPr>
            <p:cNvSpPr/>
            <p:nvPr/>
          </p:nvSpPr>
          <p:spPr>
            <a:xfrm>
              <a:off x="6348850" y="4440400"/>
              <a:ext cx="12975" cy="16325"/>
            </a:xfrm>
            <a:custGeom>
              <a:avLst/>
              <a:gdLst/>
              <a:ahLst/>
              <a:cxnLst/>
              <a:rect l="l" t="t" r="r" b="b"/>
              <a:pathLst>
                <a:path w="519" h="653" extrusionOk="0">
                  <a:moveTo>
                    <a:pt x="134" y="1"/>
                  </a:moveTo>
                  <a:cubicBezTo>
                    <a:pt x="51" y="18"/>
                    <a:pt x="1" y="84"/>
                    <a:pt x="17" y="151"/>
                  </a:cubicBezTo>
                  <a:cubicBezTo>
                    <a:pt x="34" y="218"/>
                    <a:pt x="51" y="268"/>
                    <a:pt x="84" y="302"/>
                  </a:cubicBezTo>
                  <a:cubicBezTo>
                    <a:pt x="118" y="385"/>
                    <a:pt x="185" y="452"/>
                    <a:pt x="235" y="519"/>
                  </a:cubicBezTo>
                  <a:cubicBezTo>
                    <a:pt x="285" y="569"/>
                    <a:pt x="352" y="619"/>
                    <a:pt x="435" y="653"/>
                  </a:cubicBezTo>
                  <a:cubicBezTo>
                    <a:pt x="435" y="636"/>
                    <a:pt x="368" y="586"/>
                    <a:pt x="268" y="485"/>
                  </a:cubicBezTo>
                  <a:cubicBezTo>
                    <a:pt x="218" y="419"/>
                    <a:pt x="168" y="352"/>
                    <a:pt x="134" y="285"/>
                  </a:cubicBezTo>
                  <a:cubicBezTo>
                    <a:pt x="84" y="201"/>
                    <a:pt x="51" y="84"/>
                    <a:pt x="134" y="68"/>
                  </a:cubicBezTo>
                  <a:cubicBezTo>
                    <a:pt x="142" y="66"/>
                    <a:pt x="149" y="66"/>
                    <a:pt x="156" y="66"/>
                  </a:cubicBezTo>
                  <a:cubicBezTo>
                    <a:pt x="232" y="66"/>
                    <a:pt x="307" y="140"/>
                    <a:pt x="368" y="201"/>
                  </a:cubicBezTo>
                  <a:cubicBezTo>
                    <a:pt x="402" y="268"/>
                    <a:pt x="435" y="352"/>
                    <a:pt x="452" y="435"/>
                  </a:cubicBezTo>
                  <a:cubicBezTo>
                    <a:pt x="469" y="502"/>
                    <a:pt x="469" y="586"/>
                    <a:pt x="469" y="653"/>
                  </a:cubicBezTo>
                  <a:cubicBezTo>
                    <a:pt x="502" y="586"/>
                    <a:pt x="519" y="502"/>
                    <a:pt x="502" y="419"/>
                  </a:cubicBezTo>
                  <a:cubicBezTo>
                    <a:pt x="485" y="335"/>
                    <a:pt x="452" y="252"/>
                    <a:pt x="402" y="168"/>
                  </a:cubicBezTo>
                  <a:cubicBezTo>
                    <a:pt x="352" y="68"/>
                    <a:pt x="251" y="1"/>
                    <a:pt x="1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416;p50">
              <a:extLst>
                <a:ext uri="{FF2B5EF4-FFF2-40B4-BE49-F238E27FC236}">
                  <a16:creationId xmlns:a16="http://schemas.microsoft.com/office/drawing/2014/main" id="{28C030C8-7E1B-4E38-95FF-D89F51384E1B}"/>
                </a:ext>
              </a:extLst>
            </p:cNvPr>
            <p:cNvSpPr/>
            <p:nvPr/>
          </p:nvSpPr>
          <p:spPr>
            <a:xfrm>
              <a:off x="6217700" y="4450950"/>
              <a:ext cx="47225" cy="38350"/>
            </a:xfrm>
            <a:custGeom>
              <a:avLst/>
              <a:gdLst/>
              <a:ahLst/>
              <a:cxnLst/>
              <a:rect l="l" t="t" r="r" b="b"/>
              <a:pathLst>
                <a:path w="1889" h="1534" extrusionOk="0">
                  <a:moveTo>
                    <a:pt x="253" y="1"/>
                  </a:moveTo>
                  <a:cubicBezTo>
                    <a:pt x="205" y="1"/>
                    <a:pt x="159" y="5"/>
                    <a:pt x="117" y="13"/>
                  </a:cubicBezTo>
                  <a:cubicBezTo>
                    <a:pt x="84" y="13"/>
                    <a:pt x="34" y="30"/>
                    <a:pt x="0" y="30"/>
                  </a:cubicBezTo>
                  <a:cubicBezTo>
                    <a:pt x="9" y="38"/>
                    <a:pt x="46" y="38"/>
                    <a:pt x="113" y="38"/>
                  </a:cubicBezTo>
                  <a:cubicBezTo>
                    <a:pt x="180" y="38"/>
                    <a:pt x="276" y="38"/>
                    <a:pt x="401" y="47"/>
                  </a:cubicBezTo>
                  <a:cubicBezTo>
                    <a:pt x="1036" y="130"/>
                    <a:pt x="1571" y="548"/>
                    <a:pt x="1771" y="1150"/>
                  </a:cubicBezTo>
                  <a:cubicBezTo>
                    <a:pt x="1855" y="1383"/>
                    <a:pt x="1855" y="1534"/>
                    <a:pt x="1872" y="1534"/>
                  </a:cubicBezTo>
                  <a:cubicBezTo>
                    <a:pt x="1888" y="1500"/>
                    <a:pt x="1888" y="1450"/>
                    <a:pt x="1872" y="1417"/>
                  </a:cubicBezTo>
                  <a:cubicBezTo>
                    <a:pt x="1872" y="1333"/>
                    <a:pt x="1838" y="1233"/>
                    <a:pt x="1821" y="1133"/>
                  </a:cubicBezTo>
                  <a:cubicBezTo>
                    <a:pt x="1621" y="498"/>
                    <a:pt x="1070" y="47"/>
                    <a:pt x="401" y="13"/>
                  </a:cubicBezTo>
                  <a:cubicBezTo>
                    <a:pt x="351" y="5"/>
                    <a:pt x="301" y="1"/>
                    <a:pt x="2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417;p50">
              <a:extLst>
                <a:ext uri="{FF2B5EF4-FFF2-40B4-BE49-F238E27FC236}">
                  <a16:creationId xmlns:a16="http://schemas.microsoft.com/office/drawing/2014/main" id="{0AF89A51-D03F-47FC-B149-1CC04EBED22B}"/>
                </a:ext>
              </a:extLst>
            </p:cNvPr>
            <p:cNvSpPr/>
            <p:nvPr/>
          </p:nvSpPr>
          <p:spPr>
            <a:xfrm>
              <a:off x="6230225" y="4392800"/>
              <a:ext cx="2125" cy="54325"/>
            </a:xfrm>
            <a:custGeom>
              <a:avLst/>
              <a:gdLst/>
              <a:ahLst/>
              <a:cxnLst/>
              <a:rect l="l" t="t" r="r" b="b"/>
              <a:pathLst>
                <a:path w="85" h="2173" extrusionOk="0">
                  <a:moveTo>
                    <a:pt x="51" y="0"/>
                  </a:moveTo>
                  <a:lnTo>
                    <a:pt x="51" y="0"/>
                  </a:lnTo>
                  <a:cubicBezTo>
                    <a:pt x="0" y="735"/>
                    <a:pt x="0" y="1454"/>
                    <a:pt x="17" y="2172"/>
                  </a:cubicBezTo>
                  <a:cubicBezTo>
                    <a:pt x="84" y="1454"/>
                    <a:pt x="84" y="735"/>
                    <a:pt x="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418;p50">
              <a:extLst>
                <a:ext uri="{FF2B5EF4-FFF2-40B4-BE49-F238E27FC236}">
                  <a16:creationId xmlns:a16="http://schemas.microsoft.com/office/drawing/2014/main" id="{BF40D050-4341-4E56-A94C-8CA25FEFFC8B}"/>
                </a:ext>
              </a:extLst>
            </p:cNvPr>
            <p:cNvSpPr/>
            <p:nvPr/>
          </p:nvSpPr>
          <p:spPr>
            <a:xfrm>
              <a:off x="6281175" y="4472825"/>
              <a:ext cx="38475" cy="2125"/>
            </a:xfrm>
            <a:custGeom>
              <a:avLst/>
              <a:gdLst/>
              <a:ahLst/>
              <a:cxnLst/>
              <a:rect l="l" t="t" r="r" b="b"/>
              <a:pathLst>
                <a:path w="1539" h="85" extrusionOk="0">
                  <a:moveTo>
                    <a:pt x="84" y="0"/>
                  </a:moveTo>
                  <a:cubicBezTo>
                    <a:pt x="31" y="0"/>
                    <a:pt x="1" y="2"/>
                    <a:pt x="1" y="7"/>
                  </a:cubicBezTo>
                  <a:cubicBezTo>
                    <a:pt x="272" y="60"/>
                    <a:pt x="542" y="85"/>
                    <a:pt x="811" y="85"/>
                  </a:cubicBezTo>
                  <a:cubicBezTo>
                    <a:pt x="1056" y="85"/>
                    <a:pt x="1299" y="64"/>
                    <a:pt x="1538" y="24"/>
                  </a:cubicBezTo>
                  <a:cubicBezTo>
                    <a:pt x="1538" y="18"/>
                    <a:pt x="1501" y="16"/>
                    <a:pt x="1435" y="16"/>
                  </a:cubicBezTo>
                  <a:cubicBezTo>
                    <a:pt x="1304" y="16"/>
                    <a:pt x="1059" y="24"/>
                    <a:pt x="770" y="24"/>
                  </a:cubicBezTo>
                  <a:cubicBezTo>
                    <a:pt x="474" y="12"/>
                    <a:pt x="212" y="0"/>
                    <a:pt x="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419;p50">
              <a:extLst>
                <a:ext uri="{FF2B5EF4-FFF2-40B4-BE49-F238E27FC236}">
                  <a16:creationId xmlns:a16="http://schemas.microsoft.com/office/drawing/2014/main" id="{5BFF5EC2-D97C-4E7C-9CCA-0CE28B522586}"/>
                </a:ext>
              </a:extLst>
            </p:cNvPr>
            <p:cNvSpPr/>
            <p:nvPr/>
          </p:nvSpPr>
          <p:spPr>
            <a:xfrm>
              <a:off x="6255275" y="4472925"/>
              <a:ext cx="4225" cy="7600"/>
            </a:xfrm>
            <a:custGeom>
              <a:avLst/>
              <a:gdLst/>
              <a:ahLst/>
              <a:cxnLst/>
              <a:rect l="l" t="t" r="r" b="b"/>
              <a:pathLst>
                <a:path w="169" h="304" extrusionOk="0">
                  <a:moveTo>
                    <a:pt x="21" y="0"/>
                  </a:moveTo>
                  <a:cubicBezTo>
                    <a:pt x="19" y="0"/>
                    <a:pt x="18" y="1"/>
                    <a:pt x="18" y="3"/>
                  </a:cubicBezTo>
                  <a:cubicBezTo>
                    <a:pt x="1" y="20"/>
                    <a:pt x="34" y="70"/>
                    <a:pt x="68" y="154"/>
                  </a:cubicBezTo>
                  <a:cubicBezTo>
                    <a:pt x="101" y="237"/>
                    <a:pt x="135" y="304"/>
                    <a:pt x="151" y="304"/>
                  </a:cubicBezTo>
                  <a:cubicBezTo>
                    <a:pt x="168" y="304"/>
                    <a:pt x="168" y="220"/>
                    <a:pt x="135" y="120"/>
                  </a:cubicBezTo>
                  <a:cubicBezTo>
                    <a:pt x="91" y="47"/>
                    <a:pt x="35" y="0"/>
                    <a:pt x="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2420;p50">
              <a:extLst>
                <a:ext uri="{FF2B5EF4-FFF2-40B4-BE49-F238E27FC236}">
                  <a16:creationId xmlns:a16="http://schemas.microsoft.com/office/drawing/2014/main" id="{D336A2B6-EAD6-4790-8E8D-9DA638DA71FA}"/>
                </a:ext>
              </a:extLst>
            </p:cNvPr>
            <p:cNvSpPr/>
            <p:nvPr/>
          </p:nvSpPr>
          <p:spPr>
            <a:xfrm>
              <a:off x="6245675" y="4460775"/>
              <a:ext cx="5450" cy="5225"/>
            </a:xfrm>
            <a:custGeom>
              <a:avLst/>
              <a:gdLst/>
              <a:ahLst/>
              <a:cxnLst/>
              <a:rect l="l" t="t" r="r" b="b"/>
              <a:pathLst>
                <a:path w="218" h="209" extrusionOk="0">
                  <a:moveTo>
                    <a:pt x="13" y="0"/>
                  </a:moveTo>
                  <a:cubicBezTo>
                    <a:pt x="8" y="0"/>
                    <a:pt x="4" y="2"/>
                    <a:pt x="1" y="5"/>
                  </a:cubicBezTo>
                  <a:cubicBezTo>
                    <a:pt x="1" y="21"/>
                    <a:pt x="34" y="71"/>
                    <a:pt x="84" y="122"/>
                  </a:cubicBezTo>
                  <a:cubicBezTo>
                    <a:pt x="128" y="165"/>
                    <a:pt x="171" y="208"/>
                    <a:pt x="193" y="208"/>
                  </a:cubicBezTo>
                  <a:cubicBezTo>
                    <a:pt x="196" y="208"/>
                    <a:pt x="199" y="207"/>
                    <a:pt x="201" y="205"/>
                  </a:cubicBezTo>
                  <a:cubicBezTo>
                    <a:pt x="218" y="188"/>
                    <a:pt x="184" y="138"/>
                    <a:pt x="134" y="71"/>
                  </a:cubicBezTo>
                  <a:cubicBezTo>
                    <a:pt x="79" y="30"/>
                    <a:pt x="36" y="0"/>
                    <a:pt x="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421;p50">
              <a:extLst>
                <a:ext uri="{FF2B5EF4-FFF2-40B4-BE49-F238E27FC236}">
                  <a16:creationId xmlns:a16="http://schemas.microsoft.com/office/drawing/2014/main" id="{7ECE8B31-54D6-4ACF-83AA-4D7B0D65379F}"/>
                </a:ext>
              </a:extLst>
            </p:cNvPr>
            <p:cNvSpPr/>
            <p:nvPr/>
          </p:nvSpPr>
          <p:spPr>
            <a:xfrm>
              <a:off x="6231900" y="4454675"/>
              <a:ext cx="7950" cy="3300"/>
            </a:xfrm>
            <a:custGeom>
              <a:avLst/>
              <a:gdLst/>
              <a:ahLst/>
              <a:cxnLst/>
              <a:rect l="l" t="t" r="r" b="b"/>
              <a:pathLst>
                <a:path w="318" h="132" extrusionOk="0">
                  <a:moveTo>
                    <a:pt x="92" y="0"/>
                  </a:moveTo>
                  <a:cubicBezTo>
                    <a:pt x="40" y="0"/>
                    <a:pt x="0" y="20"/>
                    <a:pt x="0" y="31"/>
                  </a:cubicBezTo>
                  <a:cubicBezTo>
                    <a:pt x="0" y="48"/>
                    <a:pt x="67" y="48"/>
                    <a:pt x="151" y="65"/>
                  </a:cubicBezTo>
                  <a:cubicBezTo>
                    <a:pt x="234" y="98"/>
                    <a:pt x="284" y="132"/>
                    <a:pt x="301" y="132"/>
                  </a:cubicBezTo>
                  <a:cubicBezTo>
                    <a:pt x="318" y="115"/>
                    <a:pt x="268" y="48"/>
                    <a:pt x="167" y="15"/>
                  </a:cubicBezTo>
                  <a:cubicBezTo>
                    <a:pt x="141" y="4"/>
                    <a:pt x="116" y="0"/>
                    <a:pt x="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422;p50">
              <a:extLst>
                <a:ext uri="{FF2B5EF4-FFF2-40B4-BE49-F238E27FC236}">
                  <a16:creationId xmlns:a16="http://schemas.microsoft.com/office/drawing/2014/main" id="{F92DCA6F-590F-45FE-B0A9-988E69A32504}"/>
                </a:ext>
              </a:extLst>
            </p:cNvPr>
            <p:cNvSpPr/>
            <p:nvPr/>
          </p:nvSpPr>
          <p:spPr>
            <a:xfrm>
              <a:off x="6221875" y="4452200"/>
              <a:ext cx="4200" cy="2325"/>
            </a:xfrm>
            <a:custGeom>
              <a:avLst/>
              <a:gdLst/>
              <a:ahLst/>
              <a:cxnLst/>
              <a:rect l="l" t="t" r="r" b="b"/>
              <a:pathLst>
                <a:path w="168" h="93" extrusionOk="0">
                  <a:moveTo>
                    <a:pt x="38" y="1"/>
                  </a:moveTo>
                  <a:cubicBezTo>
                    <a:pt x="21" y="1"/>
                    <a:pt x="9" y="5"/>
                    <a:pt x="0" y="13"/>
                  </a:cubicBezTo>
                  <a:cubicBezTo>
                    <a:pt x="0" y="30"/>
                    <a:pt x="34" y="64"/>
                    <a:pt x="67" y="80"/>
                  </a:cubicBezTo>
                  <a:cubicBezTo>
                    <a:pt x="92" y="89"/>
                    <a:pt x="113" y="93"/>
                    <a:pt x="130" y="93"/>
                  </a:cubicBezTo>
                  <a:cubicBezTo>
                    <a:pt x="147" y="93"/>
                    <a:pt x="159" y="89"/>
                    <a:pt x="167" y="80"/>
                  </a:cubicBezTo>
                  <a:cubicBezTo>
                    <a:pt x="167" y="64"/>
                    <a:pt x="134" y="30"/>
                    <a:pt x="101" y="13"/>
                  </a:cubicBezTo>
                  <a:cubicBezTo>
                    <a:pt x="75" y="5"/>
                    <a:pt x="55" y="1"/>
                    <a:pt x="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2423;p50">
              <a:extLst>
                <a:ext uri="{FF2B5EF4-FFF2-40B4-BE49-F238E27FC236}">
                  <a16:creationId xmlns:a16="http://schemas.microsoft.com/office/drawing/2014/main" id="{43C1519E-2739-48AD-8CE9-1A77FB699A4C}"/>
                </a:ext>
              </a:extLst>
            </p:cNvPr>
            <p:cNvSpPr/>
            <p:nvPr/>
          </p:nvSpPr>
          <p:spPr>
            <a:xfrm>
              <a:off x="5534325" y="2405325"/>
              <a:ext cx="347550" cy="294425"/>
            </a:xfrm>
            <a:custGeom>
              <a:avLst/>
              <a:gdLst/>
              <a:ahLst/>
              <a:cxnLst/>
              <a:rect l="l" t="t" r="r" b="b"/>
              <a:pathLst>
                <a:path w="13902" h="11777" extrusionOk="0">
                  <a:moveTo>
                    <a:pt x="769" y="0"/>
                  </a:moveTo>
                  <a:cubicBezTo>
                    <a:pt x="769" y="0"/>
                    <a:pt x="0" y="9641"/>
                    <a:pt x="2456" y="11195"/>
                  </a:cubicBezTo>
                  <a:cubicBezTo>
                    <a:pt x="3104" y="11610"/>
                    <a:pt x="3931" y="11777"/>
                    <a:pt x="4844" y="11777"/>
                  </a:cubicBezTo>
                  <a:cubicBezTo>
                    <a:pt x="8636" y="11777"/>
                    <a:pt x="13902" y="8889"/>
                    <a:pt x="13902" y="8889"/>
                  </a:cubicBezTo>
                  <a:lnTo>
                    <a:pt x="13718" y="3275"/>
                  </a:lnTo>
                  <a:cubicBezTo>
                    <a:pt x="13718" y="3275"/>
                    <a:pt x="5856" y="6587"/>
                    <a:pt x="5319" y="6587"/>
                  </a:cubicBezTo>
                  <a:cubicBezTo>
                    <a:pt x="5309" y="6587"/>
                    <a:pt x="5301" y="6586"/>
                    <a:pt x="5297" y="6583"/>
                  </a:cubicBezTo>
                  <a:cubicBezTo>
                    <a:pt x="5063" y="6483"/>
                    <a:pt x="4845" y="150"/>
                    <a:pt x="4845" y="150"/>
                  </a:cubicBezTo>
                  <a:lnTo>
                    <a:pt x="7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2424;p50">
              <a:extLst>
                <a:ext uri="{FF2B5EF4-FFF2-40B4-BE49-F238E27FC236}">
                  <a16:creationId xmlns:a16="http://schemas.microsoft.com/office/drawing/2014/main" id="{3D96C106-A5A2-4D7A-B659-58D742D4A280}"/>
                </a:ext>
              </a:extLst>
            </p:cNvPr>
            <p:cNvSpPr/>
            <p:nvPr/>
          </p:nvSpPr>
          <p:spPr>
            <a:xfrm>
              <a:off x="5921950" y="2111250"/>
              <a:ext cx="200100" cy="384325"/>
            </a:xfrm>
            <a:custGeom>
              <a:avLst/>
              <a:gdLst/>
              <a:ahLst/>
              <a:cxnLst/>
              <a:rect l="l" t="t" r="r" b="b"/>
              <a:pathLst>
                <a:path w="8004" h="15373" extrusionOk="0">
                  <a:moveTo>
                    <a:pt x="3877" y="0"/>
                  </a:moveTo>
                  <a:lnTo>
                    <a:pt x="118" y="1838"/>
                  </a:lnTo>
                  <a:cubicBezTo>
                    <a:pt x="118" y="1838"/>
                    <a:pt x="1" y="6550"/>
                    <a:pt x="118" y="8588"/>
                  </a:cubicBezTo>
                  <a:cubicBezTo>
                    <a:pt x="251" y="10644"/>
                    <a:pt x="2306" y="10861"/>
                    <a:pt x="2306" y="10861"/>
                  </a:cubicBezTo>
                  <a:cubicBezTo>
                    <a:pt x="2306" y="10861"/>
                    <a:pt x="2323" y="11746"/>
                    <a:pt x="2323" y="12766"/>
                  </a:cubicBezTo>
                  <a:cubicBezTo>
                    <a:pt x="2340" y="14186"/>
                    <a:pt x="3476" y="15339"/>
                    <a:pt x="4896" y="15372"/>
                  </a:cubicBezTo>
                  <a:cubicBezTo>
                    <a:pt x="4907" y="15372"/>
                    <a:pt x="4917" y="15372"/>
                    <a:pt x="4928" y="15372"/>
                  </a:cubicBezTo>
                  <a:cubicBezTo>
                    <a:pt x="6334" y="15372"/>
                    <a:pt x="7503" y="14275"/>
                    <a:pt x="7570" y="12866"/>
                  </a:cubicBezTo>
                  <a:lnTo>
                    <a:pt x="8004" y="3125"/>
                  </a:lnTo>
                  <a:lnTo>
                    <a:pt x="38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425;p50">
              <a:extLst>
                <a:ext uri="{FF2B5EF4-FFF2-40B4-BE49-F238E27FC236}">
                  <a16:creationId xmlns:a16="http://schemas.microsoft.com/office/drawing/2014/main" id="{96C4BA8C-C449-456F-B68C-B6E5337B93C8}"/>
                </a:ext>
              </a:extLst>
            </p:cNvPr>
            <p:cNvSpPr/>
            <p:nvPr/>
          </p:nvSpPr>
          <p:spPr>
            <a:xfrm>
              <a:off x="5936150" y="2236550"/>
              <a:ext cx="15075" cy="13275"/>
            </a:xfrm>
            <a:custGeom>
              <a:avLst/>
              <a:gdLst/>
              <a:ahLst/>
              <a:cxnLst/>
              <a:rect l="l" t="t" r="r" b="b"/>
              <a:pathLst>
                <a:path w="603" h="531" extrusionOk="0">
                  <a:moveTo>
                    <a:pt x="251" y="1"/>
                  </a:moveTo>
                  <a:cubicBezTo>
                    <a:pt x="118" y="1"/>
                    <a:pt x="1" y="118"/>
                    <a:pt x="1" y="268"/>
                  </a:cubicBezTo>
                  <a:cubicBezTo>
                    <a:pt x="1" y="426"/>
                    <a:pt x="130" y="531"/>
                    <a:pt x="260" y="531"/>
                  </a:cubicBezTo>
                  <a:cubicBezTo>
                    <a:pt x="323" y="531"/>
                    <a:pt x="386" y="506"/>
                    <a:pt x="435" y="452"/>
                  </a:cubicBezTo>
                  <a:cubicBezTo>
                    <a:pt x="602" y="285"/>
                    <a:pt x="485" y="1"/>
                    <a:pt x="2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426;p50">
              <a:extLst>
                <a:ext uri="{FF2B5EF4-FFF2-40B4-BE49-F238E27FC236}">
                  <a16:creationId xmlns:a16="http://schemas.microsoft.com/office/drawing/2014/main" id="{D3FD66E4-5D5A-441C-8D8B-9190FF9C0B25}"/>
                </a:ext>
              </a:extLst>
            </p:cNvPr>
            <p:cNvSpPr/>
            <p:nvPr/>
          </p:nvSpPr>
          <p:spPr>
            <a:xfrm>
              <a:off x="5929475" y="2228000"/>
              <a:ext cx="26325" cy="8275"/>
            </a:xfrm>
            <a:custGeom>
              <a:avLst/>
              <a:gdLst/>
              <a:ahLst/>
              <a:cxnLst/>
              <a:rect l="l" t="t" r="r" b="b"/>
              <a:pathLst>
                <a:path w="1053" h="331" extrusionOk="0">
                  <a:moveTo>
                    <a:pt x="555" y="0"/>
                  </a:moveTo>
                  <a:cubicBezTo>
                    <a:pt x="393" y="0"/>
                    <a:pt x="231" y="56"/>
                    <a:pt x="101" y="159"/>
                  </a:cubicBezTo>
                  <a:cubicBezTo>
                    <a:pt x="17" y="243"/>
                    <a:pt x="0" y="309"/>
                    <a:pt x="17" y="326"/>
                  </a:cubicBezTo>
                  <a:cubicBezTo>
                    <a:pt x="20" y="329"/>
                    <a:pt x="24" y="330"/>
                    <a:pt x="30" y="330"/>
                  </a:cubicBezTo>
                  <a:cubicBezTo>
                    <a:pt x="85" y="330"/>
                    <a:pt x="260" y="191"/>
                    <a:pt x="518" y="176"/>
                  </a:cubicBezTo>
                  <a:cubicBezTo>
                    <a:pt x="535" y="175"/>
                    <a:pt x="552" y="174"/>
                    <a:pt x="568" y="174"/>
                  </a:cubicBezTo>
                  <a:cubicBezTo>
                    <a:pt x="795" y="174"/>
                    <a:pt x="961" y="265"/>
                    <a:pt x="1019" y="265"/>
                  </a:cubicBezTo>
                  <a:cubicBezTo>
                    <a:pt x="1027" y="265"/>
                    <a:pt x="1032" y="263"/>
                    <a:pt x="1036" y="259"/>
                  </a:cubicBezTo>
                  <a:cubicBezTo>
                    <a:pt x="1053" y="243"/>
                    <a:pt x="1020" y="176"/>
                    <a:pt x="919" y="109"/>
                  </a:cubicBezTo>
                  <a:cubicBezTo>
                    <a:pt x="809" y="35"/>
                    <a:pt x="682" y="0"/>
                    <a:pt x="5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2427;p50">
              <a:extLst>
                <a:ext uri="{FF2B5EF4-FFF2-40B4-BE49-F238E27FC236}">
                  <a16:creationId xmlns:a16="http://schemas.microsoft.com/office/drawing/2014/main" id="{DAEF66E0-7189-44AA-AF47-CD6F266BB9E2}"/>
                </a:ext>
              </a:extLst>
            </p:cNvPr>
            <p:cNvSpPr/>
            <p:nvPr/>
          </p:nvSpPr>
          <p:spPr>
            <a:xfrm>
              <a:off x="6011750" y="2236550"/>
              <a:ext cx="15500" cy="13275"/>
            </a:xfrm>
            <a:custGeom>
              <a:avLst/>
              <a:gdLst/>
              <a:ahLst/>
              <a:cxnLst/>
              <a:rect l="l" t="t" r="r" b="b"/>
              <a:pathLst>
                <a:path w="620" h="531" extrusionOk="0">
                  <a:moveTo>
                    <a:pt x="268" y="1"/>
                  </a:moveTo>
                  <a:cubicBezTo>
                    <a:pt x="118" y="1"/>
                    <a:pt x="1" y="118"/>
                    <a:pt x="1" y="268"/>
                  </a:cubicBezTo>
                  <a:cubicBezTo>
                    <a:pt x="1" y="426"/>
                    <a:pt x="130" y="531"/>
                    <a:pt x="266" y="531"/>
                  </a:cubicBezTo>
                  <a:cubicBezTo>
                    <a:pt x="331" y="531"/>
                    <a:pt x="398" y="506"/>
                    <a:pt x="452" y="452"/>
                  </a:cubicBezTo>
                  <a:cubicBezTo>
                    <a:pt x="619" y="285"/>
                    <a:pt x="502" y="1"/>
                    <a:pt x="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2428;p50">
              <a:extLst>
                <a:ext uri="{FF2B5EF4-FFF2-40B4-BE49-F238E27FC236}">
                  <a16:creationId xmlns:a16="http://schemas.microsoft.com/office/drawing/2014/main" id="{6C338ADE-060F-4879-9242-78BADC33C190}"/>
                </a:ext>
              </a:extLst>
            </p:cNvPr>
            <p:cNvSpPr/>
            <p:nvPr/>
          </p:nvSpPr>
          <p:spPr>
            <a:xfrm>
              <a:off x="6007175" y="2228000"/>
              <a:ext cx="26750" cy="8275"/>
            </a:xfrm>
            <a:custGeom>
              <a:avLst/>
              <a:gdLst/>
              <a:ahLst/>
              <a:cxnLst/>
              <a:rect l="l" t="t" r="r" b="b"/>
              <a:pathLst>
                <a:path w="1070" h="331" extrusionOk="0">
                  <a:moveTo>
                    <a:pt x="571" y="0"/>
                  </a:moveTo>
                  <a:cubicBezTo>
                    <a:pt x="410" y="0"/>
                    <a:pt x="248" y="56"/>
                    <a:pt x="117" y="159"/>
                  </a:cubicBezTo>
                  <a:cubicBezTo>
                    <a:pt x="34" y="243"/>
                    <a:pt x="0" y="309"/>
                    <a:pt x="17" y="326"/>
                  </a:cubicBezTo>
                  <a:cubicBezTo>
                    <a:pt x="20" y="329"/>
                    <a:pt x="24" y="330"/>
                    <a:pt x="30" y="330"/>
                  </a:cubicBezTo>
                  <a:cubicBezTo>
                    <a:pt x="87" y="330"/>
                    <a:pt x="276" y="191"/>
                    <a:pt x="535" y="176"/>
                  </a:cubicBezTo>
                  <a:cubicBezTo>
                    <a:pt x="552" y="175"/>
                    <a:pt x="568" y="174"/>
                    <a:pt x="584" y="174"/>
                  </a:cubicBezTo>
                  <a:cubicBezTo>
                    <a:pt x="811" y="174"/>
                    <a:pt x="978" y="265"/>
                    <a:pt x="1035" y="265"/>
                  </a:cubicBezTo>
                  <a:cubicBezTo>
                    <a:pt x="1043" y="265"/>
                    <a:pt x="1049" y="263"/>
                    <a:pt x="1053" y="259"/>
                  </a:cubicBezTo>
                  <a:cubicBezTo>
                    <a:pt x="1069" y="243"/>
                    <a:pt x="1036" y="176"/>
                    <a:pt x="936" y="109"/>
                  </a:cubicBezTo>
                  <a:cubicBezTo>
                    <a:pt x="825" y="35"/>
                    <a:pt x="698" y="0"/>
                    <a:pt x="5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2429;p50">
              <a:extLst>
                <a:ext uri="{FF2B5EF4-FFF2-40B4-BE49-F238E27FC236}">
                  <a16:creationId xmlns:a16="http://schemas.microsoft.com/office/drawing/2014/main" id="{BE4CA612-BDEF-4983-9865-42C56925579A}"/>
                </a:ext>
              </a:extLst>
            </p:cNvPr>
            <p:cNvSpPr/>
            <p:nvPr/>
          </p:nvSpPr>
          <p:spPr>
            <a:xfrm>
              <a:off x="5963300" y="2234050"/>
              <a:ext cx="21325" cy="62675"/>
            </a:xfrm>
            <a:custGeom>
              <a:avLst/>
              <a:gdLst/>
              <a:ahLst/>
              <a:cxnLst/>
              <a:rect l="l" t="t" r="r" b="b"/>
              <a:pathLst>
                <a:path w="853" h="2507" extrusionOk="0">
                  <a:moveTo>
                    <a:pt x="801" y="0"/>
                  </a:moveTo>
                  <a:cubicBezTo>
                    <a:pt x="763" y="0"/>
                    <a:pt x="499" y="662"/>
                    <a:pt x="235" y="1471"/>
                  </a:cubicBezTo>
                  <a:cubicBezTo>
                    <a:pt x="184" y="1671"/>
                    <a:pt x="118" y="1872"/>
                    <a:pt x="51" y="2056"/>
                  </a:cubicBezTo>
                  <a:cubicBezTo>
                    <a:pt x="17" y="2156"/>
                    <a:pt x="1" y="2273"/>
                    <a:pt x="34" y="2373"/>
                  </a:cubicBezTo>
                  <a:cubicBezTo>
                    <a:pt x="51" y="2440"/>
                    <a:pt x="101" y="2473"/>
                    <a:pt x="168" y="2490"/>
                  </a:cubicBezTo>
                  <a:cubicBezTo>
                    <a:pt x="218" y="2507"/>
                    <a:pt x="251" y="2507"/>
                    <a:pt x="301" y="2507"/>
                  </a:cubicBezTo>
                  <a:cubicBezTo>
                    <a:pt x="452" y="2507"/>
                    <a:pt x="619" y="2507"/>
                    <a:pt x="769" y="2457"/>
                  </a:cubicBezTo>
                  <a:cubicBezTo>
                    <a:pt x="619" y="2407"/>
                    <a:pt x="452" y="2373"/>
                    <a:pt x="301" y="2373"/>
                  </a:cubicBezTo>
                  <a:cubicBezTo>
                    <a:pt x="235" y="2373"/>
                    <a:pt x="168" y="2356"/>
                    <a:pt x="168" y="2323"/>
                  </a:cubicBezTo>
                  <a:cubicBezTo>
                    <a:pt x="168" y="2256"/>
                    <a:pt x="184" y="2173"/>
                    <a:pt x="218" y="2106"/>
                  </a:cubicBezTo>
                  <a:cubicBezTo>
                    <a:pt x="268" y="1922"/>
                    <a:pt x="335" y="1722"/>
                    <a:pt x="402" y="1521"/>
                  </a:cubicBezTo>
                  <a:cubicBezTo>
                    <a:pt x="669" y="702"/>
                    <a:pt x="853" y="17"/>
                    <a:pt x="803" y="1"/>
                  </a:cubicBezTo>
                  <a:cubicBezTo>
                    <a:pt x="802" y="0"/>
                    <a:pt x="802" y="0"/>
                    <a:pt x="8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2430;p50">
              <a:extLst>
                <a:ext uri="{FF2B5EF4-FFF2-40B4-BE49-F238E27FC236}">
                  <a16:creationId xmlns:a16="http://schemas.microsoft.com/office/drawing/2014/main" id="{45CD11B7-5423-4587-BA4D-FD41BAC4A76E}"/>
                </a:ext>
              </a:extLst>
            </p:cNvPr>
            <p:cNvSpPr/>
            <p:nvPr/>
          </p:nvSpPr>
          <p:spPr>
            <a:xfrm>
              <a:off x="5971650" y="2301325"/>
              <a:ext cx="38475" cy="20675"/>
            </a:xfrm>
            <a:custGeom>
              <a:avLst/>
              <a:gdLst/>
              <a:ahLst/>
              <a:cxnLst/>
              <a:rect l="l" t="t" r="r" b="b"/>
              <a:pathLst>
                <a:path w="1539" h="827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1382" y="0"/>
                    <a:pt x="499" y="501"/>
                    <a:pt x="1" y="501"/>
                  </a:cubicBezTo>
                  <a:cubicBezTo>
                    <a:pt x="143" y="714"/>
                    <a:pt x="385" y="826"/>
                    <a:pt x="634" y="826"/>
                  </a:cubicBezTo>
                  <a:cubicBezTo>
                    <a:pt x="736" y="826"/>
                    <a:pt x="839" y="807"/>
                    <a:pt x="937" y="768"/>
                  </a:cubicBezTo>
                  <a:cubicBezTo>
                    <a:pt x="1538" y="518"/>
                    <a:pt x="1354" y="33"/>
                    <a:pt x="1354" y="33"/>
                  </a:cubicBezTo>
                  <a:cubicBezTo>
                    <a:pt x="1389" y="10"/>
                    <a:pt x="1404" y="0"/>
                    <a:pt x="1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2431;p50">
              <a:extLst>
                <a:ext uri="{FF2B5EF4-FFF2-40B4-BE49-F238E27FC236}">
                  <a16:creationId xmlns:a16="http://schemas.microsoft.com/office/drawing/2014/main" id="{D21181D4-F23D-4A93-89EF-FB0350ECA42F}"/>
                </a:ext>
              </a:extLst>
            </p:cNvPr>
            <p:cNvSpPr/>
            <p:nvPr/>
          </p:nvSpPr>
          <p:spPr>
            <a:xfrm>
              <a:off x="5977100" y="2359775"/>
              <a:ext cx="67675" cy="35625"/>
            </a:xfrm>
            <a:custGeom>
              <a:avLst/>
              <a:gdLst/>
              <a:ahLst/>
              <a:cxnLst/>
              <a:rect l="l" t="t" r="r" b="b"/>
              <a:pathLst>
                <a:path w="2707" h="1425" extrusionOk="0">
                  <a:moveTo>
                    <a:pt x="2707" y="1"/>
                  </a:moveTo>
                  <a:lnTo>
                    <a:pt x="2707" y="1"/>
                  </a:lnTo>
                  <a:cubicBezTo>
                    <a:pt x="1922" y="552"/>
                    <a:pt x="969" y="870"/>
                    <a:pt x="0" y="920"/>
                  </a:cubicBezTo>
                  <a:lnTo>
                    <a:pt x="50" y="1421"/>
                  </a:lnTo>
                  <a:cubicBezTo>
                    <a:pt x="106" y="1423"/>
                    <a:pt x="160" y="1424"/>
                    <a:pt x="214" y="1424"/>
                  </a:cubicBezTo>
                  <a:cubicBezTo>
                    <a:pt x="2137" y="1424"/>
                    <a:pt x="2707" y="1"/>
                    <a:pt x="2707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2432;p50">
              <a:extLst>
                <a:ext uri="{FF2B5EF4-FFF2-40B4-BE49-F238E27FC236}">
                  <a16:creationId xmlns:a16="http://schemas.microsoft.com/office/drawing/2014/main" id="{3EE92EDB-CD1A-4567-A73A-30909DB374BA}"/>
                </a:ext>
              </a:extLst>
            </p:cNvPr>
            <p:cNvSpPr/>
            <p:nvPr/>
          </p:nvSpPr>
          <p:spPr>
            <a:xfrm>
              <a:off x="5896475" y="2076900"/>
              <a:ext cx="301675" cy="294175"/>
            </a:xfrm>
            <a:custGeom>
              <a:avLst/>
              <a:gdLst/>
              <a:ahLst/>
              <a:cxnLst/>
              <a:rect l="l" t="t" r="r" b="b"/>
              <a:pathLst>
                <a:path w="12067" h="11767" extrusionOk="0">
                  <a:moveTo>
                    <a:pt x="12047" y="6203"/>
                  </a:moveTo>
                  <a:lnTo>
                    <a:pt x="12058" y="6448"/>
                  </a:lnTo>
                  <a:lnTo>
                    <a:pt x="12058" y="6448"/>
                  </a:lnTo>
                  <a:cubicBezTo>
                    <a:pt x="12055" y="6292"/>
                    <a:pt x="12047" y="6203"/>
                    <a:pt x="12047" y="6203"/>
                  </a:cubicBezTo>
                  <a:close/>
                  <a:moveTo>
                    <a:pt x="5395" y="0"/>
                  </a:moveTo>
                  <a:cubicBezTo>
                    <a:pt x="4583" y="0"/>
                    <a:pt x="3470" y="218"/>
                    <a:pt x="2039" y="1708"/>
                  </a:cubicBezTo>
                  <a:cubicBezTo>
                    <a:pt x="0" y="3814"/>
                    <a:pt x="1120" y="6086"/>
                    <a:pt x="1120" y="6086"/>
                  </a:cubicBezTo>
                  <a:lnTo>
                    <a:pt x="1454" y="5769"/>
                  </a:lnTo>
                  <a:lnTo>
                    <a:pt x="4445" y="5000"/>
                  </a:lnTo>
                  <a:cubicBezTo>
                    <a:pt x="4211" y="4198"/>
                    <a:pt x="4562" y="3195"/>
                    <a:pt x="4762" y="2728"/>
                  </a:cubicBezTo>
                  <a:lnTo>
                    <a:pt x="4779" y="2711"/>
                  </a:lnTo>
                  <a:cubicBezTo>
                    <a:pt x="5364" y="5769"/>
                    <a:pt x="8739" y="6086"/>
                    <a:pt x="8739" y="6086"/>
                  </a:cubicBezTo>
                  <a:lnTo>
                    <a:pt x="8472" y="11767"/>
                  </a:lnTo>
                  <a:cubicBezTo>
                    <a:pt x="11819" y="11053"/>
                    <a:pt x="12067" y="7627"/>
                    <a:pt x="12060" y="6537"/>
                  </a:cubicBezTo>
                  <a:lnTo>
                    <a:pt x="12060" y="6537"/>
                  </a:lnTo>
                  <a:cubicBezTo>
                    <a:pt x="12061" y="6549"/>
                    <a:pt x="12063" y="6560"/>
                    <a:pt x="12064" y="6571"/>
                  </a:cubicBezTo>
                  <a:lnTo>
                    <a:pt x="12058" y="6448"/>
                  </a:lnTo>
                  <a:lnTo>
                    <a:pt x="12058" y="6448"/>
                  </a:lnTo>
                  <a:cubicBezTo>
                    <a:pt x="12059" y="6476"/>
                    <a:pt x="12059" y="6505"/>
                    <a:pt x="12060" y="6537"/>
                  </a:cubicBezTo>
                  <a:lnTo>
                    <a:pt x="12060" y="6537"/>
                  </a:lnTo>
                  <a:cubicBezTo>
                    <a:pt x="12008" y="6139"/>
                    <a:pt x="11912" y="5328"/>
                    <a:pt x="11847" y="5100"/>
                  </a:cubicBezTo>
                  <a:cubicBezTo>
                    <a:pt x="10727" y="840"/>
                    <a:pt x="6985" y="38"/>
                    <a:pt x="6249" y="38"/>
                  </a:cubicBezTo>
                  <a:cubicBezTo>
                    <a:pt x="6015" y="38"/>
                    <a:pt x="5731" y="0"/>
                    <a:pt x="5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433;p50">
              <a:extLst>
                <a:ext uri="{FF2B5EF4-FFF2-40B4-BE49-F238E27FC236}">
                  <a16:creationId xmlns:a16="http://schemas.microsoft.com/office/drawing/2014/main" id="{8104C957-EB28-4E91-963C-81CB2EFEAF39}"/>
                </a:ext>
              </a:extLst>
            </p:cNvPr>
            <p:cNvSpPr/>
            <p:nvPr/>
          </p:nvSpPr>
          <p:spPr>
            <a:xfrm>
              <a:off x="6185675" y="2198775"/>
              <a:ext cx="91775" cy="98975"/>
            </a:xfrm>
            <a:custGeom>
              <a:avLst/>
              <a:gdLst/>
              <a:ahLst/>
              <a:cxnLst/>
              <a:rect l="l" t="t" r="r" b="b"/>
              <a:pathLst>
                <a:path w="3671" h="3959" extrusionOk="0">
                  <a:moveTo>
                    <a:pt x="1601" y="0"/>
                  </a:moveTo>
                  <a:cubicBezTo>
                    <a:pt x="1467" y="0"/>
                    <a:pt x="1332" y="14"/>
                    <a:pt x="1198" y="41"/>
                  </a:cubicBezTo>
                  <a:cubicBezTo>
                    <a:pt x="770" y="164"/>
                    <a:pt x="398" y="565"/>
                    <a:pt x="376" y="1004"/>
                  </a:cubicBezTo>
                  <a:lnTo>
                    <a:pt x="376" y="1004"/>
                  </a:lnTo>
                  <a:cubicBezTo>
                    <a:pt x="15" y="1700"/>
                    <a:pt x="0" y="2546"/>
                    <a:pt x="379" y="3266"/>
                  </a:cubicBezTo>
                  <a:cubicBezTo>
                    <a:pt x="529" y="3550"/>
                    <a:pt x="763" y="3784"/>
                    <a:pt x="1064" y="3901"/>
                  </a:cubicBezTo>
                  <a:cubicBezTo>
                    <a:pt x="1179" y="3939"/>
                    <a:pt x="1300" y="3958"/>
                    <a:pt x="1420" y="3958"/>
                  </a:cubicBezTo>
                  <a:cubicBezTo>
                    <a:pt x="1667" y="3958"/>
                    <a:pt x="1915" y="3880"/>
                    <a:pt x="2117" y="3734"/>
                  </a:cubicBezTo>
                  <a:cubicBezTo>
                    <a:pt x="2434" y="3534"/>
                    <a:pt x="2701" y="3266"/>
                    <a:pt x="2919" y="2965"/>
                  </a:cubicBezTo>
                  <a:cubicBezTo>
                    <a:pt x="3286" y="2498"/>
                    <a:pt x="3671" y="1946"/>
                    <a:pt x="3554" y="1345"/>
                  </a:cubicBezTo>
                  <a:cubicBezTo>
                    <a:pt x="3470" y="860"/>
                    <a:pt x="3052" y="493"/>
                    <a:pt x="2618" y="275"/>
                  </a:cubicBezTo>
                  <a:cubicBezTo>
                    <a:pt x="2303" y="94"/>
                    <a:pt x="1954" y="0"/>
                    <a:pt x="16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434;p50">
              <a:extLst>
                <a:ext uri="{FF2B5EF4-FFF2-40B4-BE49-F238E27FC236}">
                  <a16:creationId xmlns:a16="http://schemas.microsoft.com/office/drawing/2014/main" id="{C56DCE4A-5E30-48D0-9F14-48D04EF4C352}"/>
                </a:ext>
              </a:extLst>
            </p:cNvPr>
            <p:cNvSpPr/>
            <p:nvPr/>
          </p:nvSpPr>
          <p:spPr>
            <a:xfrm>
              <a:off x="5901475" y="2104125"/>
              <a:ext cx="109900" cy="115750"/>
            </a:xfrm>
            <a:custGeom>
              <a:avLst/>
              <a:gdLst/>
              <a:ahLst/>
              <a:cxnLst/>
              <a:rect l="l" t="t" r="r" b="b"/>
              <a:pathLst>
                <a:path w="4396" h="4630" extrusionOk="0">
                  <a:moveTo>
                    <a:pt x="4146" y="1"/>
                  </a:moveTo>
                  <a:cubicBezTo>
                    <a:pt x="3968" y="1"/>
                    <a:pt x="3696" y="27"/>
                    <a:pt x="3359" y="118"/>
                  </a:cubicBezTo>
                  <a:cubicBezTo>
                    <a:pt x="1705" y="553"/>
                    <a:pt x="435" y="1906"/>
                    <a:pt x="118" y="3594"/>
                  </a:cubicBezTo>
                  <a:cubicBezTo>
                    <a:pt x="1" y="4228"/>
                    <a:pt x="68" y="4629"/>
                    <a:pt x="118" y="4629"/>
                  </a:cubicBezTo>
                  <a:cubicBezTo>
                    <a:pt x="168" y="4629"/>
                    <a:pt x="185" y="4245"/>
                    <a:pt x="352" y="3660"/>
                  </a:cubicBezTo>
                  <a:cubicBezTo>
                    <a:pt x="786" y="2123"/>
                    <a:pt x="1939" y="887"/>
                    <a:pt x="3443" y="352"/>
                  </a:cubicBezTo>
                  <a:cubicBezTo>
                    <a:pt x="4011" y="135"/>
                    <a:pt x="4395" y="85"/>
                    <a:pt x="4378" y="35"/>
                  </a:cubicBezTo>
                  <a:cubicBezTo>
                    <a:pt x="4378" y="19"/>
                    <a:pt x="4295" y="1"/>
                    <a:pt x="4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435;p50">
              <a:extLst>
                <a:ext uri="{FF2B5EF4-FFF2-40B4-BE49-F238E27FC236}">
                  <a16:creationId xmlns:a16="http://schemas.microsoft.com/office/drawing/2014/main" id="{8F97CCCB-3809-43F4-B274-CE478AF5A6FD}"/>
                </a:ext>
              </a:extLst>
            </p:cNvPr>
            <p:cNvSpPr/>
            <p:nvPr/>
          </p:nvSpPr>
          <p:spPr>
            <a:xfrm>
              <a:off x="6127475" y="2252000"/>
              <a:ext cx="43875" cy="45125"/>
            </a:xfrm>
            <a:custGeom>
              <a:avLst/>
              <a:gdLst/>
              <a:ahLst/>
              <a:cxnLst/>
              <a:rect l="l" t="t" r="r" b="b"/>
              <a:pathLst>
                <a:path w="1755" h="1805" extrusionOk="0">
                  <a:moveTo>
                    <a:pt x="918" y="0"/>
                  </a:moveTo>
                  <a:cubicBezTo>
                    <a:pt x="907" y="0"/>
                    <a:pt x="896" y="1"/>
                    <a:pt x="886" y="1"/>
                  </a:cubicBezTo>
                  <a:cubicBezTo>
                    <a:pt x="535" y="68"/>
                    <a:pt x="251" y="318"/>
                    <a:pt x="151" y="636"/>
                  </a:cubicBezTo>
                  <a:cubicBezTo>
                    <a:pt x="34" y="970"/>
                    <a:pt x="0" y="1304"/>
                    <a:pt x="34" y="1655"/>
                  </a:cubicBezTo>
                  <a:lnTo>
                    <a:pt x="67" y="1689"/>
                  </a:lnTo>
                  <a:cubicBezTo>
                    <a:pt x="238" y="1766"/>
                    <a:pt x="419" y="1804"/>
                    <a:pt x="600" y="1804"/>
                  </a:cubicBezTo>
                  <a:cubicBezTo>
                    <a:pt x="808" y="1804"/>
                    <a:pt x="1015" y="1754"/>
                    <a:pt x="1203" y="1655"/>
                  </a:cubicBezTo>
                  <a:cubicBezTo>
                    <a:pt x="1554" y="1471"/>
                    <a:pt x="1755" y="1087"/>
                    <a:pt x="1704" y="686"/>
                  </a:cubicBezTo>
                  <a:cubicBezTo>
                    <a:pt x="1639" y="296"/>
                    <a:pt x="1305" y="0"/>
                    <a:pt x="9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436;p50">
              <a:extLst>
                <a:ext uri="{FF2B5EF4-FFF2-40B4-BE49-F238E27FC236}">
                  <a16:creationId xmlns:a16="http://schemas.microsoft.com/office/drawing/2014/main" id="{7B40DB70-EAC6-4ED6-BEFE-F170B8D314B6}"/>
                </a:ext>
              </a:extLst>
            </p:cNvPr>
            <p:cNvSpPr/>
            <p:nvPr/>
          </p:nvSpPr>
          <p:spPr>
            <a:xfrm>
              <a:off x="6143350" y="2260275"/>
              <a:ext cx="16725" cy="29325"/>
            </a:xfrm>
            <a:custGeom>
              <a:avLst/>
              <a:gdLst/>
              <a:ahLst/>
              <a:cxnLst/>
              <a:rect l="l" t="t" r="r" b="b"/>
              <a:pathLst>
                <a:path w="669" h="1173" extrusionOk="0">
                  <a:moveTo>
                    <a:pt x="71" y="0"/>
                  </a:moveTo>
                  <a:cubicBezTo>
                    <a:pt x="42" y="0"/>
                    <a:pt x="23" y="8"/>
                    <a:pt x="17" y="21"/>
                  </a:cubicBezTo>
                  <a:cubicBezTo>
                    <a:pt x="17" y="38"/>
                    <a:pt x="100" y="71"/>
                    <a:pt x="201" y="171"/>
                  </a:cubicBezTo>
                  <a:cubicBezTo>
                    <a:pt x="468" y="388"/>
                    <a:pt x="451" y="806"/>
                    <a:pt x="184" y="1023"/>
                  </a:cubicBezTo>
                  <a:cubicBezTo>
                    <a:pt x="84" y="1107"/>
                    <a:pt x="0" y="1140"/>
                    <a:pt x="0" y="1157"/>
                  </a:cubicBezTo>
                  <a:cubicBezTo>
                    <a:pt x="0" y="1165"/>
                    <a:pt x="20" y="1172"/>
                    <a:pt x="56" y="1172"/>
                  </a:cubicBezTo>
                  <a:cubicBezTo>
                    <a:pt x="100" y="1172"/>
                    <a:pt x="168" y="1161"/>
                    <a:pt x="251" y="1124"/>
                  </a:cubicBezTo>
                  <a:cubicBezTo>
                    <a:pt x="652" y="890"/>
                    <a:pt x="668" y="305"/>
                    <a:pt x="267" y="71"/>
                  </a:cubicBezTo>
                  <a:cubicBezTo>
                    <a:pt x="186" y="20"/>
                    <a:pt x="116" y="0"/>
                    <a:pt x="71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437;p50">
              <a:extLst>
                <a:ext uri="{FF2B5EF4-FFF2-40B4-BE49-F238E27FC236}">
                  <a16:creationId xmlns:a16="http://schemas.microsoft.com/office/drawing/2014/main" id="{4A90BFB6-C7DF-4FF3-840E-FA81199086E1}"/>
                </a:ext>
              </a:extLst>
            </p:cNvPr>
            <p:cNvSpPr/>
            <p:nvPr/>
          </p:nvSpPr>
          <p:spPr>
            <a:xfrm>
              <a:off x="5986275" y="2197950"/>
              <a:ext cx="91925" cy="83925"/>
            </a:xfrm>
            <a:custGeom>
              <a:avLst/>
              <a:gdLst/>
              <a:ahLst/>
              <a:cxnLst/>
              <a:rect l="l" t="t" r="r" b="b"/>
              <a:pathLst>
                <a:path w="3677" h="3357" extrusionOk="0">
                  <a:moveTo>
                    <a:pt x="1647" y="1"/>
                  </a:moveTo>
                  <a:cubicBezTo>
                    <a:pt x="1276" y="1"/>
                    <a:pt x="910" y="123"/>
                    <a:pt x="619" y="358"/>
                  </a:cubicBezTo>
                  <a:cubicBezTo>
                    <a:pt x="318" y="592"/>
                    <a:pt x="118" y="910"/>
                    <a:pt x="34" y="1277"/>
                  </a:cubicBezTo>
                  <a:cubicBezTo>
                    <a:pt x="17" y="1378"/>
                    <a:pt x="1" y="1478"/>
                    <a:pt x="1" y="1578"/>
                  </a:cubicBezTo>
                  <a:cubicBezTo>
                    <a:pt x="1" y="1645"/>
                    <a:pt x="17" y="1678"/>
                    <a:pt x="17" y="1678"/>
                  </a:cubicBezTo>
                  <a:cubicBezTo>
                    <a:pt x="34" y="1678"/>
                    <a:pt x="34" y="1528"/>
                    <a:pt x="101" y="1294"/>
                  </a:cubicBezTo>
                  <a:cubicBezTo>
                    <a:pt x="201" y="960"/>
                    <a:pt x="402" y="659"/>
                    <a:pt x="686" y="459"/>
                  </a:cubicBezTo>
                  <a:cubicBezTo>
                    <a:pt x="967" y="248"/>
                    <a:pt x="1283" y="152"/>
                    <a:pt x="1591" y="152"/>
                  </a:cubicBezTo>
                  <a:cubicBezTo>
                    <a:pt x="2382" y="152"/>
                    <a:pt x="3125" y="777"/>
                    <a:pt x="3125" y="1678"/>
                  </a:cubicBezTo>
                  <a:cubicBezTo>
                    <a:pt x="3125" y="2580"/>
                    <a:pt x="2382" y="3204"/>
                    <a:pt x="1591" y="3204"/>
                  </a:cubicBezTo>
                  <a:cubicBezTo>
                    <a:pt x="1283" y="3204"/>
                    <a:pt x="967" y="3109"/>
                    <a:pt x="686" y="2898"/>
                  </a:cubicBezTo>
                  <a:cubicBezTo>
                    <a:pt x="402" y="2698"/>
                    <a:pt x="201" y="2397"/>
                    <a:pt x="101" y="2063"/>
                  </a:cubicBezTo>
                  <a:cubicBezTo>
                    <a:pt x="34" y="1829"/>
                    <a:pt x="34" y="1678"/>
                    <a:pt x="17" y="1678"/>
                  </a:cubicBezTo>
                  <a:cubicBezTo>
                    <a:pt x="17" y="1678"/>
                    <a:pt x="1" y="1712"/>
                    <a:pt x="1" y="1779"/>
                  </a:cubicBezTo>
                  <a:cubicBezTo>
                    <a:pt x="1" y="1879"/>
                    <a:pt x="17" y="1979"/>
                    <a:pt x="34" y="2079"/>
                  </a:cubicBezTo>
                  <a:cubicBezTo>
                    <a:pt x="118" y="2447"/>
                    <a:pt x="318" y="2765"/>
                    <a:pt x="619" y="2998"/>
                  </a:cubicBezTo>
                  <a:cubicBezTo>
                    <a:pt x="910" y="3234"/>
                    <a:pt x="1276" y="3356"/>
                    <a:pt x="1647" y="3356"/>
                  </a:cubicBezTo>
                  <a:cubicBezTo>
                    <a:pt x="1829" y="3356"/>
                    <a:pt x="2013" y="3326"/>
                    <a:pt x="2189" y="3266"/>
                  </a:cubicBezTo>
                  <a:cubicBezTo>
                    <a:pt x="3677" y="2731"/>
                    <a:pt x="3677" y="626"/>
                    <a:pt x="2189" y="91"/>
                  </a:cubicBezTo>
                  <a:cubicBezTo>
                    <a:pt x="2013" y="31"/>
                    <a:pt x="1829" y="1"/>
                    <a:pt x="16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438;p50">
              <a:extLst>
                <a:ext uri="{FF2B5EF4-FFF2-40B4-BE49-F238E27FC236}">
                  <a16:creationId xmlns:a16="http://schemas.microsoft.com/office/drawing/2014/main" id="{7ABF733F-5FEE-49A4-B0AC-F53D5A0CE8DD}"/>
                </a:ext>
              </a:extLst>
            </p:cNvPr>
            <p:cNvSpPr/>
            <p:nvPr/>
          </p:nvSpPr>
          <p:spPr>
            <a:xfrm>
              <a:off x="5893975" y="2197950"/>
              <a:ext cx="91900" cy="83925"/>
            </a:xfrm>
            <a:custGeom>
              <a:avLst/>
              <a:gdLst/>
              <a:ahLst/>
              <a:cxnLst/>
              <a:rect l="l" t="t" r="r" b="b"/>
              <a:pathLst>
                <a:path w="3676" h="3357" extrusionOk="0">
                  <a:moveTo>
                    <a:pt x="1646" y="1"/>
                  </a:moveTo>
                  <a:cubicBezTo>
                    <a:pt x="1275" y="1"/>
                    <a:pt x="909" y="123"/>
                    <a:pt x="618" y="358"/>
                  </a:cubicBezTo>
                  <a:cubicBezTo>
                    <a:pt x="318" y="592"/>
                    <a:pt x="117" y="910"/>
                    <a:pt x="33" y="1277"/>
                  </a:cubicBezTo>
                  <a:cubicBezTo>
                    <a:pt x="17" y="1378"/>
                    <a:pt x="0" y="1478"/>
                    <a:pt x="0" y="1578"/>
                  </a:cubicBezTo>
                  <a:cubicBezTo>
                    <a:pt x="0" y="1645"/>
                    <a:pt x="17" y="1678"/>
                    <a:pt x="17" y="1678"/>
                  </a:cubicBezTo>
                  <a:cubicBezTo>
                    <a:pt x="33" y="1678"/>
                    <a:pt x="33" y="1528"/>
                    <a:pt x="100" y="1294"/>
                  </a:cubicBezTo>
                  <a:cubicBezTo>
                    <a:pt x="201" y="960"/>
                    <a:pt x="401" y="659"/>
                    <a:pt x="685" y="459"/>
                  </a:cubicBezTo>
                  <a:cubicBezTo>
                    <a:pt x="967" y="248"/>
                    <a:pt x="1282" y="152"/>
                    <a:pt x="1591" y="152"/>
                  </a:cubicBezTo>
                  <a:cubicBezTo>
                    <a:pt x="2381" y="152"/>
                    <a:pt x="3125" y="777"/>
                    <a:pt x="3125" y="1678"/>
                  </a:cubicBezTo>
                  <a:cubicBezTo>
                    <a:pt x="3125" y="2580"/>
                    <a:pt x="2381" y="3204"/>
                    <a:pt x="1591" y="3204"/>
                  </a:cubicBezTo>
                  <a:cubicBezTo>
                    <a:pt x="1282" y="3204"/>
                    <a:pt x="967" y="3109"/>
                    <a:pt x="685" y="2898"/>
                  </a:cubicBezTo>
                  <a:cubicBezTo>
                    <a:pt x="401" y="2698"/>
                    <a:pt x="201" y="2397"/>
                    <a:pt x="100" y="2063"/>
                  </a:cubicBezTo>
                  <a:cubicBezTo>
                    <a:pt x="33" y="1829"/>
                    <a:pt x="33" y="1678"/>
                    <a:pt x="17" y="1678"/>
                  </a:cubicBezTo>
                  <a:cubicBezTo>
                    <a:pt x="17" y="1678"/>
                    <a:pt x="0" y="1712"/>
                    <a:pt x="0" y="1779"/>
                  </a:cubicBezTo>
                  <a:cubicBezTo>
                    <a:pt x="0" y="1879"/>
                    <a:pt x="17" y="1979"/>
                    <a:pt x="33" y="2079"/>
                  </a:cubicBezTo>
                  <a:cubicBezTo>
                    <a:pt x="117" y="2447"/>
                    <a:pt x="318" y="2765"/>
                    <a:pt x="618" y="2998"/>
                  </a:cubicBezTo>
                  <a:cubicBezTo>
                    <a:pt x="909" y="3234"/>
                    <a:pt x="1275" y="3356"/>
                    <a:pt x="1646" y="3356"/>
                  </a:cubicBezTo>
                  <a:cubicBezTo>
                    <a:pt x="1829" y="3356"/>
                    <a:pt x="2012" y="3326"/>
                    <a:pt x="2189" y="3266"/>
                  </a:cubicBezTo>
                  <a:cubicBezTo>
                    <a:pt x="3676" y="2731"/>
                    <a:pt x="3676" y="626"/>
                    <a:pt x="2189" y="91"/>
                  </a:cubicBezTo>
                  <a:cubicBezTo>
                    <a:pt x="2012" y="31"/>
                    <a:pt x="1829" y="1"/>
                    <a:pt x="1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439;p50">
              <a:extLst>
                <a:ext uri="{FF2B5EF4-FFF2-40B4-BE49-F238E27FC236}">
                  <a16:creationId xmlns:a16="http://schemas.microsoft.com/office/drawing/2014/main" id="{B5DCBFBD-0D25-437A-96FE-EAD9742E197B}"/>
                </a:ext>
              </a:extLst>
            </p:cNvPr>
            <p:cNvSpPr/>
            <p:nvPr/>
          </p:nvSpPr>
          <p:spPr>
            <a:xfrm>
              <a:off x="5974575" y="2239075"/>
              <a:ext cx="14650" cy="4200"/>
            </a:xfrm>
            <a:custGeom>
              <a:avLst/>
              <a:gdLst/>
              <a:ahLst/>
              <a:cxnLst/>
              <a:rect l="l" t="t" r="r" b="b"/>
              <a:pathLst>
                <a:path w="586" h="168" extrusionOk="0">
                  <a:moveTo>
                    <a:pt x="285" y="0"/>
                  </a:moveTo>
                  <a:cubicBezTo>
                    <a:pt x="134" y="0"/>
                    <a:pt x="1" y="33"/>
                    <a:pt x="1" y="84"/>
                  </a:cubicBezTo>
                  <a:cubicBezTo>
                    <a:pt x="1" y="134"/>
                    <a:pt x="134" y="167"/>
                    <a:pt x="285" y="167"/>
                  </a:cubicBezTo>
                  <a:cubicBezTo>
                    <a:pt x="452" y="167"/>
                    <a:pt x="586" y="134"/>
                    <a:pt x="586" y="84"/>
                  </a:cubicBezTo>
                  <a:cubicBezTo>
                    <a:pt x="586" y="33"/>
                    <a:pt x="452" y="0"/>
                    <a:pt x="2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440;p50">
              <a:extLst>
                <a:ext uri="{FF2B5EF4-FFF2-40B4-BE49-F238E27FC236}">
                  <a16:creationId xmlns:a16="http://schemas.microsoft.com/office/drawing/2014/main" id="{9AF571AA-F929-4A00-BFAB-42594736FF0E}"/>
                </a:ext>
              </a:extLst>
            </p:cNvPr>
            <p:cNvSpPr/>
            <p:nvPr/>
          </p:nvSpPr>
          <p:spPr>
            <a:xfrm>
              <a:off x="6065225" y="2247900"/>
              <a:ext cx="71450" cy="14775"/>
            </a:xfrm>
            <a:custGeom>
              <a:avLst/>
              <a:gdLst/>
              <a:ahLst/>
              <a:cxnLst/>
              <a:rect l="l" t="t" r="r" b="b"/>
              <a:pathLst>
                <a:path w="2858" h="591" extrusionOk="0">
                  <a:moveTo>
                    <a:pt x="79" y="0"/>
                  </a:moveTo>
                  <a:cubicBezTo>
                    <a:pt x="31" y="0"/>
                    <a:pt x="4" y="5"/>
                    <a:pt x="1" y="15"/>
                  </a:cubicBezTo>
                  <a:cubicBezTo>
                    <a:pt x="1" y="65"/>
                    <a:pt x="619" y="232"/>
                    <a:pt x="1404" y="382"/>
                  </a:cubicBezTo>
                  <a:cubicBezTo>
                    <a:pt x="2074" y="510"/>
                    <a:pt x="2646" y="590"/>
                    <a:pt x="2800" y="590"/>
                  </a:cubicBezTo>
                  <a:cubicBezTo>
                    <a:pt x="2827" y="590"/>
                    <a:pt x="2841" y="588"/>
                    <a:pt x="2841" y="583"/>
                  </a:cubicBezTo>
                  <a:cubicBezTo>
                    <a:pt x="2858" y="533"/>
                    <a:pt x="2223" y="366"/>
                    <a:pt x="1438" y="215"/>
                  </a:cubicBezTo>
                  <a:cubicBezTo>
                    <a:pt x="819" y="81"/>
                    <a:pt x="275" y="0"/>
                    <a:pt x="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2441;p50">
              <a:extLst>
                <a:ext uri="{FF2B5EF4-FFF2-40B4-BE49-F238E27FC236}">
                  <a16:creationId xmlns:a16="http://schemas.microsoft.com/office/drawing/2014/main" id="{E8F6D9F6-8550-4E1B-A092-BA6376120D8D}"/>
                </a:ext>
              </a:extLst>
            </p:cNvPr>
            <p:cNvSpPr/>
            <p:nvPr/>
          </p:nvSpPr>
          <p:spPr>
            <a:xfrm>
              <a:off x="5833825" y="3063200"/>
              <a:ext cx="564350" cy="1370125"/>
            </a:xfrm>
            <a:custGeom>
              <a:avLst/>
              <a:gdLst/>
              <a:ahLst/>
              <a:cxnLst/>
              <a:rect l="l" t="t" r="r" b="b"/>
              <a:pathLst>
                <a:path w="22574" h="54805" extrusionOk="0">
                  <a:moveTo>
                    <a:pt x="16007" y="1"/>
                  </a:moveTo>
                  <a:lnTo>
                    <a:pt x="0" y="602"/>
                  </a:lnTo>
                  <a:lnTo>
                    <a:pt x="2556" y="54621"/>
                  </a:lnTo>
                  <a:lnTo>
                    <a:pt x="10760" y="54805"/>
                  </a:lnTo>
                  <a:lnTo>
                    <a:pt x="8638" y="8105"/>
                  </a:lnTo>
                  <a:lnTo>
                    <a:pt x="14186" y="54604"/>
                  </a:lnTo>
                  <a:lnTo>
                    <a:pt x="22573" y="54805"/>
                  </a:lnTo>
                  <a:lnTo>
                    <a:pt x="160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2442;p50">
              <a:extLst>
                <a:ext uri="{FF2B5EF4-FFF2-40B4-BE49-F238E27FC236}">
                  <a16:creationId xmlns:a16="http://schemas.microsoft.com/office/drawing/2014/main" id="{80E1A37C-2EB0-4BAA-BE76-EAA52CC5336C}"/>
                </a:ext>
              </a:extLst>
            </p:cNvPr>
            <p:cNvSpPr/>
            <p:nvPr/>
          </p:nvSpPr>
          <p:spPr>
            <a:xfrm>
              <a:off x="5931975" y="3082425"/>
              <a:ext cx="63925" cy="1348400"/>
            </a:xfrm>
            <a:custGeom>
              <a:avLst/>
              <a:gdLst/>
              <a:ahLst/>
              <a:cxnLst/>
              <a:rect l="l" t="t" r="r" b="b"/>
              <a:pathLst>
                <a:path w="2557" h="53936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1"/>
                    <a:pt x="502" y="12081"/>
                    <a:pt x="1187" y="26968"/>
                  </a:cubicBezTo>
                  <a:cubicBezTo>
                    <a:pt x="1872" y="41872"/>
                    <a:pt x="2457" y="53936"/>
                    <a:pt x="2507" y="53936"/>
                  </a:cubicBezTo>
                  <a:cubicBezTo>
                    <a:pt x="2557" y="53936"/>
                    <a:pt x="2039" y="41855"/>
                    <a:pt x="1354" y="26968"/>
                  </a:cubicBezTo>
                  <a:cubicBezTo>
                    <a:pt x="686" y="12064"/>
                    <a:pt x="84" y="1"/>
                    <a:pt x="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2443;p50">
              <a:extLst>
                <a:ext uri="{FF2B5EF4-FFF2-40B4-BE49-F238E27FC236}">
                  <a16:creationId xmlns:a16="http://schemas.microsoft.com/office/drawing/2014/main" id="{CAD3FD4C-3475-4B24-8381-BFA9AC64D1BE}"/>
                </a:ext>
              </a:extLst>
            </p:cNvPr>
            <p:cNvSpPr/>
            <p:nvPr/>
          </p:nvSpPr>
          <p:spPr>
            <a:xfrm>
              <a:off x="6139175" y="3110000"/>
              <a:ext cx="162500" cy="1309975"/>
            </a:xfrm>
            <a:custGeom>
              <a:avLst/>
              <a:gdLst/>
              <a:ahLst/>
              <a:cxnLst/>
              <a:rect l="l" t="t" r="r" b="b"/>
              <a:pathLst>
                <a:path w="6500" h="52399" extrusionOk="0">
                  <a:moveTo>
                    <a:pt x="50" y="0"/>
                  </a:moveTo>
                  <a:cubicBezTo>
                    <a:pt x="0" y="0"/>
                    <a:pt x="1387" y="11746"/>
                    <a:pt x="3158" y="26216"/>
                  </a:cubicBezTo>
                  <a:cubicBezTo>
                    <a:pt x="4928" y="40675"/>
                    <a:pt x="6397" y="52398"/>
                    <a:pt x="6449" y="52398"/>
                  </a:cubicBezTo>
                  <a:cubicBezTo>
                    <a:pt x="6449" y="52398"/>
                    <a:pt x="6449" y="52398"/>
                    <a:pt x="6450" y="52398"/>
                  </a:cubicBezTo>
                  <a:cubicBezTo>
                    <a:pt x="6500" y="52398"/>
                    <a:pt x="5113" y="40669"/>
                    <a:pt x="3342" y="26199"/>
                  </a:cubicBezTo>
                  <a:cubicBezTo>
                    <a:pt x="1571" y="11713"/>
                    <a:pt x="100" y="0"/>
                    <a:pt x="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2444;p50">
              <a:extLst>
                <a:ext uri="{FF2B5EF4-FFF2-40B4-BE49-F238E27FC236}">
                  <a16:creationId xmlns:a16="http://schemas.microsoft.com/office/drawing/2014/main" id="{A7AF773B-94CE-4E4E-BCEF-B8F0D6DB71EC}"/>
                </a:ext>
              </a:extLst>
            </p:cNvPr>
            <p:cNvSpPr/>
            <p:nvPr/>
          </p:nvSpPr>
          <p:spPr>
            <a:xfrm>
              <a:off x="5683025" y="2421600"/>
              <a:ext cx="708450" cy="660850"/>
            </a:xfrm>
            <a:custGeom>
              <a:avLst/>
              <a:gdLst/>
              <a:ahLst/>
              <a:cxnLst/>
              <a:rect l="l" t="t" r="r" b="b"/>
              <a:pathLst>
                <a:path w="28338" h="26434" extrusionOk="0">
                  <a:moveTo>
                    <a:pt x="11663" y="1"/>
                  </a:moveTo>
                  <a:lnTo>
                    <a:pt x="11663" y="519"/>
                  </a:lnTo>
                  <a:cubicBezTo>
                    <a:pt x="10293" y="702"/>
                    <a:pt x="8956" y="1103"/>
                    <a:pt x="7720" y="1705"/>
                  </a:cubicBezTo>
                  <a:lnTo>
                    <a:pt x="0" y="4829"/>
                  </a:lnTo>
                  <a:lnTo>
                    <a:pt x="2473" y="11647"/>
                  </a:lnTo>
                  <a:lnTo>
                    <a:pt x="7703" y="9892"/>
                  </a:lnTo>
                  <a:lnTo>
                    <a:pt x="7703" y="9892"/>
                  </a:lnTo>
                  <a:cubicBezTo>
                    <a:pt x="7669" y="9976"/>
                    <a:pt x="7636" y="10076"/>
                    <a:pt x="7603" y="10176"/>
                  </a:cubicBezTo>
                  <a:cubicBezTo>
                    <a:pt x="7402" y="10945"/>
                    <a:pt x="7469" y="11780"/>
                    <a:pt x="7803" y="12499"/>
                  </a:cubicBezTo>
                  <a:cubicBezTo>
                    <a:pt x="7970" y="12850"/>
                    <a:pt x="8187" y="13167"/>
                    <a:pt x="8455" y="13434"/>
                  </a:cubicBezTo>
                  <a:lnTo>
                    <a:pt x="8355" y="18931"/>
                  </a:lnTo>
                  <a:lnTo>
                    <a:pt x="6032" y="26266"/>
                  </a:lnTo>
                  <a:lnTo>
                    <a:pt x="22039" y="26434"/>
                  </a:lnTo>
                  <a:lnTo>
                    <a:pt x="22039" y="26434"/>
                  </a:lnTo>
                  <a:lnTo>
                    <a:pt x="20218" y="18514"/>
                  </a:lnTo>
                  <a:lnTo>
                    <a:pt x="21053" y="10677"/>
                  </a:lnTo>
                  <a:lnTo>
                    <a:pt x="24127" y="13685"/>
                  </a:lnTo>
                  <a:lnTo>
                    <a:pt x="28338" y="8422"/>
                  </a:lnTo>
                  <a:lnTo>
                    <a:pt x="23175" y="3225"/>
                  </a:lnTo>
                  <a:cubicBezTo>
                    <a:pt x="22189" y="2189"/>
                    <a:pt x="20953" y="1387"/>
                    <a:pt x="19599" y="920"/>
                  </a:cubicBezTo>
                  <a:cubicBezTo>
                    <a:pt x="18948" y="669"/>
                    <a:pt x="18263" y="535"/>
                    <a:pt x="17561" y="502"/>
                  </a:cubicBezTo>
                  <a:lnTo>
                    <a:pt x="17561" y="84"/>
                  </a:lnTo>
                  <a:lnTo>
                    <a:pt x="15289" y="134"/>
                  </a:lnTo>
                  <a:cubicBezTo>
                    <a:pt x="15289" y="134"/>
                    <a:pt x="15188" y="485"/>
                    <a:pt x="15055" y="886"/>
                  </a:cubicBezTo>
                  <a:cubicBezTo>
                    <a:pt x="14938" y="1204"/>
                    <a:pt x="14871" y="1872"/>
                    <a:pt x="14737" y="1872"/>
                  </a:cubicBezTo>
                  <a:cubicBezTo>
                    <a:pt x="14570" y="1872"/>
                    <a:pt x="14353" y="1204"/>
                    <a:pt x="14136" y="886"/>
                  </a:cubicBezTo>
                  <a:cubicBezTo>
                    <a:pt x="13935" y="469"/>
                    <a:pt x="13751" y="101"/>
                    <a:pt x="13751" y="101"/>
                  </a:cubicBezTo>
                  <a:lnTo>
                    <a:pt x="116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2445;p50">
              <a:extLst>
                <a:ext uri="{FF2B5EF4-FFF2-40B4-BE49-F238E27FC236}">
                  <a16:creationId xmlns:a16="http://schemas.microsoft.com/office/drawing/2014/main" id="{35887FE1-96C5-436E-A463-1606858F87CB}"/>
                </a:ext>
              </a:extLst>
            </p:cNvPr>
            <p:cNvSpPr/>
            <p:nvPr/>
          </p:nvSpPr>
          <p:spPr>
            <a:xfrm>
              <a:off x="5972075" y="2426200"/>
              <a:ext cx="53500" cy="36950"/>
            </a:xfrm>
            <a:custGeom>
              <a:avLst/>
              <a:gdLst/>
              <a:ahLst/>
              <a:cxnLst/>
              <a:rect l="l" t="t" r="r" b="b"/>
              <a:pathLst>
                <a:path w="2140" h="1478" extrusionOk="0">
                  <a:moveTo>
                    <a:pt x="2139" y="0"/>
                  </a:moveTo>
                  <a:lnTo>
                    <a:pt x="2139" y="0"/>
                  </a:lnTo>
                  <a:cubicBezTo>
                    <a:pt x="2039" y="134"/>
                    <a:pt x="1955" y="285"/>
                    <a:pt x="1905" y="435"/>
                  </a:cubicBezTo>
                  <a:cubicBezTo>
                    <a:pt x="1839" y="602"/>
                    <a:pt x="1772" y="769"/>
                    <a:pt x="1705" y="936"/>
                  </a:cubicBezTo>
                  <a:cubicBezTo>
                    <a:pt x="1648" y="1077"/>
                    <a:pt x="1592" y="1313"/>
                    <a:pt x="1506" y="1313"/>
                  </a:cubicBezTo>
                  <a:cubicBezTo>
                    <a:pt x="1490" y="1313"/>
                    <a:pt x="1472" y="1305"/>
                    <a:pt x="1454" y="1287"/>
                  </a:cubicBezTo>
                  <a:cubicBezTo>
                    <a:pt x="729" y="814"/>
                    <a:pt x="108" y="431"/>
                    <a:pt x="26" y="431"/>
                  </a:cubicBezTo>
                  <a:cubicBezTo>
                    <a:pt x="21" y="431"/>
                    <a:pt x="18" y="432"/>
                    <a:pt x="17" y="435"/>
                  </a:cubicBezTo>
                  <a:cubicBezTo>
                    <a:pt x="1" y="468"/>
                    <a:pt x="585" y="919"/>
                    <a:pt x="1371" y="1437"/>
                  </a:cubicBezTo>
                  <a:cubicBezTo>
                    <a:pt x="1407" y="1465"/>
                    <a:pt x="1454" y="1477"/>
                    <a:pt x="1500" y="1477"/>
                  </a:cubicBezTo>
                  <a:cubicBezTo>
                    <a:pt x="1538" y="1477"/>
                    <a:pt x="1575" y="1469"/>
                    <a:pt x="1605" y="1454"/>
                  </a:cubicBezTo>
                  <a:cubicBezTo>
                    <a:pt x="1671" y="1421"/>
                    <a:pt x="1722" y="1354"/>
                    <a:pt x="1755" y="1287"/>
                  </a:cubicBezTo>
                  <a:cubicBezTo>
                    <a:pt x="1805" y="1170"/>
                    <a:pt x="1822" y="1087"/>
                    <a:pt x="1855" y="986"/>
                  </a:cubicBezTo>
                  <a:cubicBezTo>
                    <a:pt x="1922" y="819"/>
                    <a:pt x="1972" y="652"/>
                    <a:pt x="2022" y="485"/>
                  </a:cubicBezTo>
                  <a:cubicBezTo>
                    <a:pt x="2089" y="318"/>
                    <a:pt x="2123" y="168"/>
                    <a:pt x="21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2446;p50">
              <a:extLst>
                <a:ext uri="{FF2B5EF4-FFF2-40B4-BE49-F238E27FC236}">
                  <a16:creationId xmlns:a16="http://schemas.microsoft.com/office/drawing/2014/main" id="{4AFAE9C6-99FF-4F13-A3C3-39B19D07053A}"/>
                </a:ext>
              </a:extLst>
            </p:cNvPr>
            <p:cNvSpPr/>
            <p:nvPr/>
          </p:nvSpPr>
          <p:spPr>
            <a:xfrm>
              <a:off x="6066900" y="2432025"/>
              <a:ext cx="61000" cy="43075"/>
            </a:xfrm>
            <a:custGeom>
              <a:avLst/>
              <a:gdLst/>
              <a:ahLst/>
              <a:cxnLst/>
              <a:rect l="l" t="t" r="r" b="b"/>
              <a:pathLst>
                <a:path w="2440" h="1723" extrusionOk="0">
                  <a:moveTo>
                    <a:pt x="37" y="0"/>
                  </a:moveTo>
                  <a:cubicBezTo>
                    <a:pt x="36" y="0"/>
                    <a:pt x="35" y="1"/>
                    <a:pt x="34" y="1"/>
                  </a:cubicBezTo>
                  <a:cubicBezTo>
                    <a:pt x="0" y="1"/>
                    <a:pt x="201" y="787"/>
                    <a:pt x="786" y="1639"/>
                  </a:cubicBezTo>
                  <a:lnTo>
                    <a:pt x="836" y="1722"/>
                  </a:lnTo>
                  <a:lnTo>
                    <a:pt x="903" y="1672"/>
                  </a:lnTo>
                  <a:cubicBezTo>
                    <a:pt x="953" y="1639"/>
                    <a:pt x="986" y="1605"/>
                    <a:pt x="1020" y="1589"/>
                  </a:cubicBezTo>
                  <a:cubicBezTo>
                    <a:pt x="1922" y="954"/>
                    <a:pt x="2440" y="219"/>
                    <a:pt x="2390" y="185"/>
                  </a:cubicBezTo>
                  <a:cubicBezTo>
                    <a:pt x="2389" y="184"/>
                    <a:pt x="2388" y="184"/>
                    <a:pt x="2386" y="184"/>
                  </a:cubicBezTo>
                  <a:cubicBezTo>
                    <a:pt x="2329" y="184"/>
                    <a:pt x="1767" y="835"/>
                    <a:pt x="919" y="1438"/>
                  </a:cubicBezTo>
                  <a:lnTo>
                    <a:pt x="878" y="1468"/>
                  </a:lnTo>
                  <a:lnTo>
                    <a:pt x="878" y="1468"/>
                  </a:lnTo>
                  <a:cubicBezTo>
                    <a:pt x="360" y="686"/>
                    <a:pt x="94" y="0"/>
                    <a:pt x="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2447;p50">
              <a:extLst>
                <a:ext uri="{FF2B5EF4-FFF2-40B4-BE49-F238E27FC236}">
                  <a16:creationId xmlns:a16="http://schemas.microsoft.com/office/drawing/2014/main" id="{F7FD0F0D-194C-4CB7-B82E-02E29CE30283}"/>
                </a:ext>
              </a:extLst>
            </p:cNvPr>
            <p:cNvSpPr/>
            <p:nvPr/>
          </p:nvSpPr>
          <p:spPr>
            <a:xfrm>
              <a:off x="6033475" y="2468400"/>
              <a:ext cx="19250" cy="612375"/>
            </a:xfrm>
            <a:custGeom>
              <a:avLst/>
              <a:gdLst/>
              <a:ahLst/>
              <a:cxnLst/>
              <a:rect l="l" t="t" r="r" b="b"/>
              <a:pathLst>
                <a:path w="770" h="24495" extrusionOk="0">
                  <a:moveTo>
                    <a:pt x="719" y="0"/>
                  </a:moveTo>
                  <a:cubicBezTo>
                    <a:pt x="702" y="84"/>
                    <a:pt x="702" y="167"/>
                    <a:pt x="702" y="251"/>
                  </a:cubicBezTo>
                  <a:cubicBezTo>
                    <a:pt x="702" y="434"/>
                    <a:pt x="686" y="668"/>
                    <a:pt x="686" y="969"/>
                  </a:cubicBezTo>
                  <a:cubicBezTo>
                    <a:pt x="669" y="1604"/>
                    <a:pt x="652" y="2490"/>
                    <a:pt x="619" y="3592"/>
                  </a:cubicBezTo>
                  <a:cubicBezTo>
                    <a:pt x="535" y="5815"/>
                    <a:pt x="418" y="8872"/>
                    <a:pt x="301" y="12247"/>
                  </a:cubicBezTo>
                  <a:cubicBezTo>
                    <a:pt x="168" y="15622"/>
                    <a:pt x="68" y="18680"/>
                    <a:pt x="17" y="20902"/>
                  </a:cubicBezTo>
                  <a:cubicBezTo>
                    <a:pt x="1" y="22005"/>
                    <a:pt x="1" y="22907"/>
                    <a:pt x="1" y="23526"/>
                  </a:cubicBezTo>
                  <a:cubicBezTo>
                    <a:pt x="17" y="23826"/>
                    <a:pt x="17" y="24060"/>
                    <a:pt x="34" y="24244"/>
                  </a:cubicBezTo>
                  <a:cubicBezTo>
                    <a:pt x="34" y="24328"/>
                    <a:pt x="34" y="24411"/>
                    <a:pt x="51" y="24495"/>
                  </a:cubicBezTo>
                  <a:cubicBezTo>
                    <a:pt x="68" y="24411"/>
                    <a:pt x="68" y="24328"/>
                    <a:pt x="68" y="24244"/>
                  </a:cubicBezTo>
                  <a:cubicBezTo>
                    <a:pt x="68" y="24060"/>
                    <a:pt x="68" y="23826"/>
                    <a:pt x="84" y="23526"/>
                  </a:cubicBezTo>
                  <a:cubicBezTo>
                    <a:pt x="84" y="22891"/>
                    <a:pt x="118" y="22005"/>
                    <a:pt x="151" y="20902"/>
                  </a:cubicBezTo>
                  <a:cubicBezTo>
                    <a:pt x="235" y="18680"/>
                    <a:pt x="335" y="15622"/>
                    <a:pt x="469" y="12247"/>
                  </a:cubicBezTo>
                  <a:cubicBezTo>
                    <a:pt x="602" y="8872"/>
                    <a:pt x="702" y="5798"/>
                    <a:pt x="753" y="3592"/>
                  </a:cubicBezTo>
                  <a:cubicBezTo>
                    <a:pt x="769" y="2473"/>
                    <a:pt x="769" y="1587"/>
                    <a:pt x="753" y="969"/>
                  </a:cubicBezTo>
                  <a:cubicBezTo>
                    <a:pt x="753" y="668"/>
                    <a:pt x="736" y="434"/>
                    <a:pt x="736" y="251"/>
                  </a:cubicBezTo>
                  <a:cubicBezTo>
                    <a:pt x="736" y="167"/>
                    <a:pt x="736" y="84"/>
                    <a:pt x="7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2448;p50">
              <a:extLst>
                <a:ext uri="{FF2B5EF4-FFF2-40B4-BE49-F238E27FC236}">
                  <a16:creationId xmlns:a16="http://schemas.microsoft.com/office/drawing/2014/main" id="{FBCBD591-C046-412D-BEA1-4D113FDA5BB7}"/>
                </a:ext>
              </a:extLst>
            </p:cNvPr>
            <p:cNvSpPr/>
            <p:nvPr/>
          </p:nvSpPr>
          <p:spPr>
            <a:xfrm>
              <a:off x="6073175" y="2568800"/>
              <a:ext cx="20475" cy="18650"/>
            </a:xfrm>
            <a:custGeom>
              <a:avLst/>
              <a:gdLst/>
              <a:ahLst/>
              <a:cxnLst/>
              <a:rect l="l" t="t" r="r" b="b"/>
              <a:pathLst>
                <a:path w="819" h="746" extrusionOk="0">
                  <a:moveTo>
                    <a:pt x="496" y="0"/>
                  </a:moveTo>
                  <a:cubicBezTo>
                    <a:pt x="474" y="0"/>
                    <a:pt x="463" y="5"/>
                    <a:pt x="468" y="11"/>
                  </a:cubicBezTo>
                  <a:cubicBezTo>
                    <a:pt x="451" y="44"/>
                    <a:pt x="551" y="61"/>
                    <a:pt x="618" y="195"/>
                  </a:cubicBezTo>
                  <a:cubicBezTo>
                    <a:pt x="652" y="261"/>
                    <a:pt x="668" y="345"/>
                    <a:pt x="635" y="412"/>
                  </a:cubicBezTo>
                  <a:cubicBezTo>
                    <a:pt x="586" y="509"/>
                    <a:pt x="492" y="561"/>
                    <a:pt x="399" y="561"/>
                  </a:cubicBezTo>
                  <a:cubicBezTo>
                    <a:pt x="332" y="561"/>
                    <a:pt x="266" y="534"/>
                    <a:pt x="217" y="479"/>
                  </a:cubicBezTo>
                  <a:cubicBezTo>
                    <a:pt x="167" y="412"/>
                    <a:pt x="150" y="345"/>
                    <a:pt x="167" y="261"/>
                  </a:cubicBezTo>
                  <a:cubicBezTo>
                    <a:pt x="184" y="128"/>
                    <a:pt x="267" y="61"/>
                    <a:pt x="267" y="44"/>
                  </a:cubicBezTo>
                  <a:cubicBezTo>
                    <a:pt x="267" y="41"/>
                    <a:pt x="262" y="39"/>
                    <a:pt x="254" y="39"/>
                  </a:cubicBezTo>
                  <a:cubicBezTo>
                    <a:pt x="215" y="39"/>
                    <a:pt x="105" y="78"/>
                    <a:pt x="50" y="228"/>
                  </a:cubicBezTo>
                  <a:cubicBezTo>
                    <a:pt x="0" y="345"/>
                    <a:pt x="17" y="462"/>
                    <a:pt x="84" y="579"/>
                  </a:cubicBezTo>
                  <a:cubicBezTo>
                    <a:pt x="161" y="692"/>
                    <a:pt x="281" y="745"/>
                    <a:pt x="400" y="745"/>
                  </a:cubicBezTo>
                  <a:cubicBezTo>
                    <a:pt x="564" y="745"/>
                    <a:pt x="727" y="645"/>
                    <a:pt x="785" y="462"/>
                  </a:cubicBezTo>
                  <a:cubicBezTo>
                    <a:pt x="819" y="345"/>
                    <a:pt x="802" y="228"/>
                    <a:pt x="719" y="128"/>
                  </a:cubicBezTo>
                  <a:cubicBezTo>
                    <a:pt x="639" y="25"/>
                    <a:pt x="543" y="0"/>
                    <a:pt x="4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2449;p50">
              <a:extLst>
                <a:ext uri="{FF2B5EF4-FFF2-40B4-BE49-F238E27FC236}">
                  <a16:creationId xmlns:a16="http://schemas.microsoft.com/office/drawing/2014/main" id="{DBDBD3C3-0399-47C9-9EC4-7CFC7FF9DB28}"/>
                </a:ext>
              </a:extLst>
            </p:cNvPr>
            <p:cNvSpPr/>
            <p:nvPr/>
          </p:nvSpPr>
          <p:spPr>
            <a:xfrm>
              <a:off x="6076925" y="2707050"/>
              <a:ext cx="17150" cy="16375"/>
            </a:xfrm>
            <a:custGeom>
              <a:avLst/>
              <a:gdLst/>
              <a:ahLst/>
              <a:cxnLst/>
              <a:rect l="l" t="t" r="r" b="b"/>
              <a:pathLst>
                <a:path w="686" h="655" extrusionOk="0">
                  <a:moveTo>
                    <a:pt x="403" y="0"/>
                  </a:moveTo>
                  <a:cubicBezTo>
                    <a:pt x="381" y="0"/>
                    <a:pt x="368" y="6"/>
                    <a:pt x="368" y="11"/>
                  </a:cubicBezTo>
                  <a:cubicBezTo>
                    <a:pt x="368" y="45"/>
                    <a:pt x="452" y="78"/>
                    <a:pt x="502" y="178"/>
                  </a:cubicBezTo>
                  <a:cubicBezTo>
                    <a:pt x="569" y="295"/>
                    <a:pt x="502" y="462"/>
                    <a:pt x="368" y="479"/>
                  </a:cubicBezTo>
                  <a:cubicBezTo>
                    <a:pt x="354" y="483"/>
                    <a:pt x="340" y="484"/>
                    <a:pt x="326" y="484"/>
                  </a:cubicBezTo>
                  <a:cubicBezTo>
                    <a:pt x="212" y="484"/>
                    <a:pt x="123" y="365"/>
                    <a:pt x="168" y="245"/>
                  </a:cubicBezTo>
                  <a:cubicBezTo>
                    <a:pt x="201" y="128"/>
                    <a:pt x="284" y="112"/>
                    <a:pt x="284" y="78"/>
                  </a:cubicBezTo>
                  <a:cubicBezTo>
                    <a:pt x="284" y="73"/>
                    <a:pt x="271" y="68"/>
                    <a:pt x="250" y="68"/>
                  </a:cubicBezTo>
                  <a:cubicBezTo>
                    <a:pt x="203" y="68"/>
                    <a:pt x="119" y="92"/>
                    <a:pt x="51" y="195"/>
                  </a:cubicBezTo>
                  <a:cubicBezTo>
                    <a:pt x="0" y="295"/>
                    <a:pt x="0" y="396"/>
                    <a:pt x="51" y="496"/>
                  </a:cubicBezTo>
                  <a:cubicBezTo>
                    <a:pt x="106" y="592"/>
                    <a:pt x="207" y="655"/>
                    <a:pt x="315" y="655"/>
                  </a:cubicBezTo>
                  <a:cubicBezTo>
                    <a:pt x="338" y="655"/>
                    <a:pt x="361" y="652"/>
                    <a:pt x="385" y="646"/>
                  </a:cubicBezTo>
                  <a:cubicBezTo>
                    <a:pt x="535" y="630"/>
                    <a:pt x="635" y="529"/>
                    <a:pt x="669" y="396"/>
                  </a:cubicBezTo>
                  <a:cubicBezTo>
                    <a:pt x="685" y="295"/>
                    <a:pt x="669" y="195"/>
                    <a:pt x="602" y="112"/>
                  </a:cubicBezTo>
                  <a:cubicBezTo>
                    <a:pt x="524" y="22"/>
                    <a:pt x="446" y="0"/>
                    <a:pt x="4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2450;p50">
              <a:extLst>
                <a:ext uri="{FF2B5EF4-FFF2-40B4-BE49-F238E27FC236}">
                  <a16:creationId xmlns:a16="http://schemas.microsoft.com/office/drawing/2014/main" id="{107608E5-1C7F-4043-A0B6-8344E1BEE673}"/>
                </a:ext>
              </a:extLst>
            </p:cNvPr>
            <p:cNvSpPr/>
            <p:nvPr/>
          </p:nvSpPr>
          <p:spPr>
            <a:xfrm>
              <a:off x="5709750" y="2533975"/>
              <a:ext cx="66850" cy="166275"/>
            </a:xfrm>
            <a:custGeom>
              <a:avLst/>
              <a:gdLst/>
              <a:ahLst/>
              <a:cxnLst/>
              <a:rect l="l" t="t" r="r" b="b"/>
              <a:pathLst>
                <a:path w="2674" h="6651" extrusionOk="0">
                  <a:moveTo>
                    <a:pt x="1" y="0"/>
                  </a:moveTo>
                  <a:lnTo>
                    <a:pt x="1" y="0"/>
                  </a:lnTo>
                  <a:cubicBezTo>
                    <a:pt x="101" y="334"/>
                    <a:pt x="218" y="669"/>
                    <a:pt x="385" y="969"/>
                  </a:cubicBezTo>
                  <a:cubicBezTo>
                    <a:pt x="652" y="1621"/>
                    <a:pt x="986" y="2423"/>
                    <a:pt x="1354" y="3325"/>
                  </a:cubicBezTo>
                  <a:cubicBezTo>
                    <a:pt x="1705" y="4211"/>
                    <a:pt x="2022" y="5030"/>
                    <a:pt x="2273" y="5681"/>
                  </a:cubicBezTo>
                  <a:cubicBezTo>
                    <a:pt x="2390" y="6015"/>
                    <a:pt x="2524" y="6333"/>
                    <a:pt x="2674" y="6650"/>
                  </a:cubicBezTo>
                  <a:cubicBezTo>
                    <a:pt x="2607" y="6299"/>
                    <a:pt x="2524" y="5965"/>
                    <a:pt x="2390" y="5631"/>
                  </a:cubicBezTo>
                  <a:cubicBezTo>
                    <a:pt x="2189" y="5013"/>
                    <a:pt x="1872" y="4177"/>
                    <a:pt x="1504" y="3258"/>
                  </a:cubicBezTo>
                  <a:cubicBezTo>
                    <a:pt x="1137" y="2339"/>
                    <a:pt x="769" y="1521"/>
                    <a:pt x="485" y="919"/>
                  </a:cubicBezTo>
                  <a:cubicBezTo>
                    <a:pt x="351" y="602"/>
                    <a:pt x="184" y="284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2451;p50">
              <a:extLst>
                <a:ext uri="{FF2B5EF4-FFF2-40B4-BE49-F238E27FC236}">
                  <a16:creationId xmlns:a16="http://schemas.microsoft.com/office/drawing/2014/main" id="{07247B8E-A553-42D2-8134-2CEE99EC5459}"/>
                </a:ext>
              </a:extLst>
            </p:cNvPr>
            <p:cNvSpPr/>
            <p:nvPr/>
          </p:nvSpPr>
          <p:spPr>
            <a:xfrm>
              <a:off x="6254875" y="2614575"/>
              <a:ext cx="121150" cy="123700"/>
            </a:xfrm>
            <a:custGeom>
              <a:avLst/>
              <a:gdLst/>
              <a:ahLst/>
              <a:cxnLst/>
              <a:rect l="l" t="t" r="r" b="b"/>
              <a:pathLst>
                <a:path w="4846" h="4948" extrusionOk="0">
                  <a:moveTo>
                    <a:pt x="4810" y="0"/>
                  </a:moveTo>
                  <a:cubicBezTo>
                    <a:pt x="4745" y="0"/>
                    <a:pt x="3656" y="1058"/>
                    <a:pt x="2356" y="2407"/>
                  </a:cubicBezTo>
                  <a:cubicBezTo>
                    <a:pt x="1036" y="3777"/>
                    <a:pt x="0" y="4913"/>
                    <a:pt x="34" y="4947"/>
                  </a:cubicBezTo>
                  <a:cubicBezTo>
                    <a:pt x="34" y="4947"/>
                    <a:pt x="35" y="4947"/>
                    <a:pt x="36" y="4947"/>
                  </a:cubicBezTo>
                  <a:cubicBezTo>
                    <a:pt x="100" y="4947"/>
                    <a:pt x="1190" y="3874"/>
                    <a:pt x="2490" y="2524"/>
                  </a:cubicBezTo>
                  <a:cubicBezTo>
                    <a:pt x="3810" y="1171"/>
                    <a:pt x="4846" y="34"/>
                    <a:pt x="4812" y="1"/>
                  </a:cubicBezTo>
                  <a:cubicBezTo>
                    <a:pt x="4812" y="0"/>
                    <a:pt x="4811" y="0"/>
                    <a:pt x="48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2452;p50">
              <a:extLst>
                <a:ext uri="{FF2B5EF4-FFF2-40B4-BE49-F238E27FC236}">
                  <a16:creationId xmlns:a16="http://schemas.microsoft.com/office/drawing/2014/main" id="{E006777C-3A57-4787-9C94-EDE9B45EC465}"/>
                </a:ext>
              </a:extLst>
            </p:cNvPr>
            <p:cNvSpPr/>
            <p:nvPr/>
          </p:nvSpPr>
          <p:spPr>
            <a:xfrm>
              <a:off x="5978350" y="2767050"/>
              <a:ext cx="431525" cy="335525"/>
            </a:xfrm>
            <a:custGeom>
              <a:avLst/>
              <a:gdLst/>
              <a:ahLst/>
              <a:cxnLst/>
              <a:rect l="l" t="t" r="r" b="b"/>
              <a:pathLst>
                <a:path w="17261" h="13421" extrusionOk="0">
                  <a:moveTo>
                    <a:pt x="14954" y="1"/>
                  </a:moveTo>
                  <a:lnTo>
                    <a:pt x="4344" y="2189"/>
                  </a:lnTo>
                  <a:cubicBezTo>
                    <a:pt x="1704" y="2724"/>
                    <a:pt x="0" y="5314"/>
                    <a:pt x="552" y="7954"/>
                  </a:cubicBezTo>
                  <a:lnTo>
                    <a:pt x="886" y="9524"/>
                  </a:lnTo>
                  <a:cubicBezTo>
                    <a:pt x="1353" y="11829"/>
                    <a:pt x="3386" y="13421"/>
                    <a:pt x="5651" y="13421"/>
                  </a:cubicBezTo>
                  <a:cubicBezTo>
                    <a:pt x="5981" y="13421"/>
                    <a:pt x="6315" y="13387"/>
                    <a:pt x="6650" y="13317"/>
                  </a:cubicBezTo>
                  <a:lnTo>
                    <a:pt x="17260" y="11128"/>
                  </a:lnTo>
                  <a:lnTo>
                    <a:pt x="149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2453;p50">
              <a:extLst>
                <a:ext uri="{FF2B5EF4-FFF2-40B4-BE49-F238E27FC236}">
                  <a16:creationId xmlns:a16="http://schemas.microsoft.com/office/drawing/2014/main" id="{E46E534F-3B6C-4F22-BFA1-03ADD6A371A3}"/>
                </a:ext>
              </a:extLst>
            </p:cNvPr>
            <p:cNvSpPr/>
            <p:nvPr/>
          </p:nvSpPr>
          <p:spPr>
            <a:xfrm>
              <a:off x="6137500" y="2696575"/>
              <a:ext cx="430250" cy="113950"/>
            </a:xfrm>
            <a:custGeom>
              <a:avLst/>
              <a:gdLst/>
              <a:ahLst/>
              <a:cxnLst/>
              <a:rect l="l" t="t" r="r" b="b"/>
              <a:pathLst>
                <a:path w="17210" h="4558" extrusionOk="0">
                  <a:moveTo>
                    <a:pt x="15944" y="0"/>
                  </a:moveTo>
                  <a:cubicBezTo>
                    <a:pt x="15855" y="0"/>
                    <a:pt x="15764" y="10"/>
                    <a:pt x="15673" y="29"/>
                  </a:cubicBezTo>
                  <a:lnTo>
                    <a:pt x="1136" y="3037"/>
                  </a:lnTo>
                  <a:cubicBezTo>
                    <a:pt x="435" y="3170"/>
                    <a:pt x="0" y="3856"/>
                    <a:pt x="134" y="4557"/>
                  </a:cubicBezTo>
                  <a:lnTo>
                    <a:pt x="17210" y="1032"/>
                  </a:lnTo>
                  <a:cubicBezTo>
                    <a:pt x="17079" y="421"/>
                    <a:pt x="16544" y="0"/>
                    <a:pt x="159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2454;p50">
              <a:extLst>
                <a:ext uri="{FF2B5EF4-FFF2-40B4-BE49-F238E27FC236}">
                  <a16:creationId xmlns:a16="http://schemas.microsoft.com/office/drawing/2014/main" id="{181B3EDA-61F7-488D-8519-F049B6040465}"/>
                </a:ext>
              </a:extLst>
            </p:cNvPr>
            <p:cNvSpPr/>
            <p:nvPr/>
          </p:nvSpPr>
          <p:spPr>
            <a:xfrm>
              <a:off x="6199725" y="2765375"/>
              <a:ext cx="158350" cy="33025"/>
            </a:xfrm>
            <a:custGeom>
              <a:avLst/>
              <a:gdLst/>
              <a:ahLst/>
              <a:cxnLst/>
              <a:rect l="l" t="t" r="r" b="b"/>
              <a:pathLst>
                <a:path w="6334" h="1321" extrusionOk="0">
                  <a:moveTo>
                    <a:pt x="6333" y="1"/>
                  </a:moveTo>
                  <a:cubicBezTo>
                    <a:pt x="6016" y="17"/>
                    <a:pt x="5698" y="68"/>
                    <a:pt x="5398" y="134"/>
                  </a:cubicBezTo>
                  <a:cubicBezTo>
                    <a:pt x="4813" y="235"/>
                    <a:pt x="4028" y="402"/>
                    <a:pt x="3159" y="569"/>
                  </a:cubicBezTo>
                  <a:cubicBezTo>
                    <a:pt x="2273" y="753"/>
                    <a:pt x="1488" y="936"/>
                    <a:pt x="920" y="1070"/>
                  </a:cubicBezTo>
                  <a:cubicBezTo>
                    <a:pt x="602" y="1120"/>
                    <a:pt x="302" y="1204"/>
                    <a:pt x="1" y="1321"/>
                  </a:cubicBezTo>
                  <a:cubicBezTo>
                    <a:pt x="318" y="1304"/>
                    <a:pt x="636" y="1254"/>
                    <a:pt x="953" y="1187"/>
                  </a:cubicBezTo>
                  <a:cubicBezTo>
                    <a:pt x="1521" y="1087"/>
                    <a:pt x="2323" y="920"/>
                    <a:pt x="3192" y="753"/>
                  </a:cubicBezTo>
                  <a:cubicBezTo>
                    <a:pt x="4061" y="569"/>
                    <a:pt x="4846" y="385"/>
                    <a:pt x="5414" y="251"/>
                  </a:cubicBezTo>
                  <a:cubicBezTo>
                    <a:pt x="5732" y="201"/>
                    <a:pt x="6033" y="118"/>
                    <a:pt x="6333" y="1"/>
                  </a:cubicBez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2455;p50">
              <a:extLst>
                <a:ext uri="{FF2B5EF4-FFF2-40B4-BE49-F238E27FC236}">
                  <a16:creationId xmlns:a16="http://schemas.microsoft.com/office/drawing/2014/main" id="{CA6A19DD-F6F4-4F59-A796-5D2EB454EA1A}"/>
                </a:ext>
              </a:extLst>
            </p:cNvPr>
            <p:cNvSpPr/>
            <p:nvPr/>
          </p:nvSpPr>
          <p:spPr>
            <a:xfrm>
              <a:off x="6196400" y="2855600"/>
              <a:ext cx="177950" cy="232275"/>
            </a:xfrm>
            <a:custGeom>
              <a:avLst/>
              <a:gdLst/>
              <a:ahLst/>
              <a:cxnLst/>
              <a:rect l="l" t="t" r="r" b="b"/>
              <a:pathLst>
                <a:path w="7118" h="9291" extrusionOk="0">
                  <a:moveTo>
                    <a:pt x="7001" y="1"/>
                  </a:moveTo>
                  <a:cubicBezTo>
                    <a:pt x="4996" y="1622"/>
                    <a:pt x="3158" y="3409"/>
                    <a:pt x="1504" y="5364"/>
                  </a:cubicBezTo>
                  <a:cubicBezTo>
                    <a:pt x="1036" y="5932"/>
                    <a:pt x="551" y="6500"/>
                    <a:pt x="284" y="7185"/>
                  </a:cubicBezTo>
                  <a:cubicBezTo>
                    <a:pt x="33" y="7871"/>
                    <a:pt x="0" y="8673"/>
                    <a:pt x="384" y="9291"/>
                  </a:cubicBezTo>
                  <a:lnTo>
                    <a:pt x="4812" y="8305"/>
                  </a:lnTo>
                  <a:lnTo>
                    <a:pt x="7118" y="786"/>
                  </a:lnTo>
                  <a:cubicBezTo>
                    <a:pt x="7068" y="519"/>
                    <a:pt x="7034" y="268"/>
                    <a:pt x="7001" y="1"/>
                  </a:cubicBez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2456;p50">
              <a:extLst>
                <a:ext uri="{FF2B5EF4-FFF2-40B4-BE49-F238E27FC236}">
                  <a16:creationId xmlns:a16="http://schemas.microsoft.com/office/drawing/2014/main" id="{A7B5241E-4771-415B-8886-F1939509D536}"/>
                </a:ext>
              </a:extLst>
            </p:cNvPr>
            <p:cNvSpPr/>
            <p:nvPr/>
          </p:nvSpPr>
          <p:spPr>
            <a:xfrm>
              <a:off x="6218950" y="2645925"/>
              <a:ext cx="308300" cy="539050"/>
            </a:xfrm>
            <a:custGeom>
              <a:avLst/>
              <a:gdLst/>
              <a:ahLst/>
              <a:cxnLst/>
              <a:rect l="l" t="t" r="r" b="b"/>
              <a:pathLst>
                <a:path w="12332" h="21562" extrusionOk="0">
                  <a:moveTo>
                    <a:pt x="6350" y="0"/>
                  </a:moveTo>
                  <a:lnTo>
                    <a:pt x="2974" y="4194"/>
                  </a:lnTo>
                  <a:cubicBezTo>
                    <a:pt x="3125" y="4294"/>
                    <a:pt x="6617" y="8455"/>
                    <a:pt x="6617" y="8455"/>
                  </a:cubicBezTo>
                  <a:lnTo>
                    <a:pt x="1270" y="15105"/>
                  </a:lnTo>
                  <a:cubicBezTo>
                    <a:pt x="451" y="16141"/>
                    <a:pt x="0" y="17578"/>
                    <a:pt x="435" y="18831"/>
                  </a:cubicBezTo>
                  <a:lnTo>
                    <a:pt x="1153" y="20318"/>
                  </a:lnTo>
                  <a:cubicBezTo>
                    <a:pt x="1520" y="21101"/>
                    <a:pt x="2309" y="21561"/>
                    <a:pt x="3131" y="21561"/>
                  </a:cubicBezTo>
                  <a:cubicBezTo>
                    <a:pt x="3432" y="21561"/>
                    <a:pt x="3737" y="21500"/>
                    <a:pt x="4027" y="21370"/>
                  </a:cubicBezTo>
                  <a:lnTo>
                    <a:pt x="5297" y="20802"/>
                  </a:lnTo>
                  <a:cubicBezTo>
                    <a:pt x="5614" y="20652"/>
                    <a:pt x="5681" y="20234"/>
                    <a:pt x="5414" y="20017"/>
                  </a:cubicBezTo>
                  <a:lnTo>
                    <a:pt x="5113" y="19733"/>
                  </a:lnTo>
                  <a:cubicBezTo>
                    <a:pt x="4913" y="19561"/>
                    <a:pt x="4663" y="19475"/>
                    <a:pt x="4406" y="19475"/>
                  </a:cubicBezTo>
                  <a:cubicBezTo>
                    <a:pt x="4364" y="19475"/>
                    <a:pt x="4321" y="19477"/>
                    <a:pt x="4278" y="19482"/>
                  </a:cubicBezTo>
                  <a:lnTo>
                    <a:pt x="2640" y="19633"/>
                  </a:lnTo>
                  <a:lnTo>
                    <a:pt x="2573" y="19332"/>
                  </a:lnTo>
                  <a:lnTo>
                    <a:pt x="10644" y="11579"/>
                  </a:lnTo>
                  <a:cubicBezTo>
                    <a:pt x="12331" y="9658"/>
                    <a:pt x="12315" y="6767"/>
                    <a:pt x="10610" y="4846"/>
                  </a:cubicBezTo>
                  <a:lnTo>
                    <a:pt x="63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2457;p50">
              <a:extLst>
                <a:ext uri="{FF2B5EF4-FFF2-40B4-BE49-F238E27FC236}">
                  <a16:creationId xmlns:a16="http://schemas.microsoft.com/office/drawing/2014/main" id="{744ADF37-002C-44C1-B74B-535706BC0573}"/>
                </a:ext>
              </a:extLst>
            </p:cNvPr>
            <p:cNvSpPr/>
            <p:nvPr/>
          </p:nvSpPr>
          <p:spPr>
            <a:xfrm>
              <a:off x="6282850" y="3129200"/>
              <a:ext cx="75225" cy="35125"/>
            </a:xfrm>
            <a:custGeom>
              <a:avLst/>
              <a:gdLst/>
              <a:ahLst/>
              <a:cxnLst/>
              <a:rect l="l" t="t" r="r" b="b"/>
              <a:pathLst>
                <a:path w="3009" h="1405" extrusionOk="0">
                  <a:moveTo>
                    <a:pt x="17" y="1"/>
                  </a:moveTo>
                  <a:cubicBezTo>
                    <a:pt x="1" y="201"/>
                    <a:pt x="34" y="385"/>
                    <a:pt x="134" y="552"/>
                  </a:cubicBezTo>
                  <a:cubicBezTo>
                    <a:pt x="218" y="736"/>
                    <a:pt x="352" y="903"/>
                    <a:pt x="485" y="1054"/>
                  </a:cubicBezTo>
                  <a:cubicBezTo>
                    <a:pt x="669" y="1254"/>
                    <a:pt x="920" y="1371"/>
                    <a:pt x="1187" y="1404"/>
                  </a:cubicBezTo>
                  <a:cubicBezTo>
                    <a:pt x="1638" y="1371"/>
                    <a:pt x="2073" y="1271"/>
                    <a:pt x="2490" y="1087"/>
                  </a:cubicBezTo>
                  <a:cubicBezTo>
                    <a:pt x="2674" y="1037"/>
                    <a:pt x="2841" y="970"/>
                    <a:pt x="3008" y="903"/>
                  </a:cubicBezTo>
                  <a:cubicBezTo>
                    <a:pt x="2965" y="899"/>
                    <a:pt x="2921" y="897"/>
                    <a:pt x="2876" y="897"/>
                  </a:cubicBezTo>
                  <a:cubicBezTo>
                    <a:pt x="2732" y="897"/>
                    <a:pt x="2585" y="919"/>
                    <a:pt x="2457" y="970"/>
                  </a:cubicBezTo>
                  <a:cubicBezTo>
                    <a:pt x="2137" y="1050"/>
                    <a:pt x="1710" y="1222"/>
                    <a:pt x="1249" y="1222"/>
                  </a:cubicBezTo>
                  <a:cubicBezTo>
                    <a:pt x="1229" y="1222"/>
                    <a:pt x="1208" y="1221"/>
                    <a:pt x="1187" y="1221"/>
                  </a:cubicBezTo>
                  <a:cubicBezTo>
                    <a:pt x="970" y="1204"/>
                    <a:pt x="753" y="1104"/>
                    <a:pt x="602" y="937"/>
                  </a:cubicBezTo>
                  <a:cubicBezTo>
                    <a:pt x="469" y="803"/>
                    <a:pt x="335" y="669"/>
                    <a:pt x="251" y="502"/>
                  </a:cubicBezTo>
                  <a:cubicBezTo>
                    <a:pt x="68" y="218"/>
                    <a:pt x="51" y="1"/>
                    <a:pt x="17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2458;p50">
              <a:extLst>
                <a:ext uri="{FF2B5EF4-FFF2-40B4-BE49-F238E27FC236}">
                  <a16:creationId xmlns:a16="http://schemas.microsoft.com/office/drawing/2014/main" id="{9EE16B6A-5052-4069-BF65-BC0BE2B7A81E}"/>
                </a:ext>
              </a:extLst>
            </p:cNvPr>
            <p:cNvSpPr/>
            <p:nvPr/>
          </p:nvSpPr>
          <p:spPr>
            <a:xfrm>
              <a:off x="6285375" y="3138975"/>
              <a:ext cx="61425" cy="12575"/>
            </a:xfrm>
            <a:custGeom>
              <a:avLst/>
              <a:gdLst/>
              <a:ahLst/>
              <a:cxnLst/>
              <a:rect l="l" t="t" r="r" b="b"/>
              <a:pathLst>
                <a:path w="2457" h="503" extrusionOk="0">
                  <a:moveTo>
                    <a:pt x="2416" y="0"/>
                  </a:moveTo>
                  <a:cubicBezTo>
                    <a:pt x="2274" y="0"/>
                    <a:pt x="1773" y="121"/>
                    <a:pt x="1186" y="278"/>
                  </a:cubicBezTo>
                  <a:cubicBezTo>
                    <a:pt x="1064" y="314"/>
                    <a:pt x="941" y="332"/>
                    <a:pt x="818" y="332"/>
                  </a:cubicBezTo>
                  <a:cubicBezTo>
                    <a:pt x="657" y="332"/>
                    <a:pt x="495" y="302"/>
                    <a:pt x="334" y="245"/>
                  </a:cubicBezTo>
                  <a:cubicBezTo>
                    <a:pt x="147" y="182"/>
                    <a:pt x="47" y="76"/>
                    <a:pt x="21" y="76"/>
                  </a:cubicBezTo>
                  <a:cubicBezTo>
                    <a:pt x="19" y="76"/>
                    <a:pt x="18" y="77"/>
                    <a:pt x="17" y="78"/>
                  </a:cubicBezTo>
                  <a:cubicBezTo>
                    <a:pt x="0" y="78"/>
                    <a:pt x="67" y="245"/>
                    <a:pt x="284" y="362"/>
                  </a:cubicBezTo>
                  <a:cubicBezTo>
                    <a:pt x="459" y="454"/>
                    <a:pt x="653" y="503"/>
                    <a:pt x="850" y="503"/>
                  </a:cubicBezTo>
                  <a:cubicBezTo>
                    <a:pt x="973" y="503"/>
                    <a:pt x="1098" y="484"/>
                    <a:pt x="1220" y="445"/>
                  </a:cubicBezTo>
                  <a:cubicBezTo>
                    <a:pt x="1921" y="262"/>
                    <a:pt x="2456" y="61"/>
                    <a:pt x="2456" y="11"/>
                  </a:cubicBezTo>
                  <a:cubicBezTo>
                    <a:pt x="2454" y="4"/>
                    <a:pt x="2440" y="0"/>
                    <a:pt x="2416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 descr="Chart, treemap chart&#10;&#10;Description automatically generated">
            <a:extLst>
              <a:ext uri="{FF2B5EF4-FFF2-40B4-BE49-F238E27FC236}">
                <a16:creationId xmlns:a16="http://schemas.microsoft.com/office/drawing/2014/main" id="{944D688E-E91F-4BAF-8011-65F974AA5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48" y="2105709"/>
            <a:ext cx="3079437" cy="24794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905C93-4ED9-4074-A2C0-C3AC78797E05}"/>
              </a:ext>
            </a:extLst>
          </p:cNvPr>
          <p:cNvSpPr txBox="1"/>
          <p:nvPr/>
        </p:nvSpPr>
        <p:spPr>
          <a:xfrm>
            <a:off x="328613" y="1827835"/>
            <a:ext cx="6277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600" dirty="0">
                <a:latin typeface="Josefin Sans"/>
                <a:ea typeface="Josefin Sans"/>
                <a:cs typeface="Josefin Sans"/>
                <a:sym typeface="Josefin Sans"/>
              </a:rPr>
              <a:t>Confusion Matrix</a:t>
            </a:r>
            <a:endParaRPr lang="en-US" sz="1600" dirty="0"/>
          </a:p>
        </p:txBody>
      </p:sp>
      <p:pic>
        <p:nvPicPr>
          <p:cNvPr id="2689" name="Picture 2688" descr="Chart, line chart&#10;&#10;Description automatically generated">
            <a:extLst>
              <a:ext uri="{FF2B5EF4-FFF2-40B4-BE49-F238E27FC236}">
                <a16:creationId xmlns:a16="http://schemas.microsoft.com/office/drawing/2014/main" id="{A1C6A8D1-B28A-4E55-9589-F8735E7DE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6970" y="1985997"/>
            <a:ext cx="3425732" cy="246004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1" name="Google Shape;2711;p53"/>
          <p:cNvSpPr txBox="1">
            <a:spLocks noGrp="1"/>
          </p:cNvSpPr>
          <p:nvPr>
            <p:ph type="title"/>
          </p:nvPr>
        </p:nvSpPr>
        <p:spPr>
          <a:xfrm>
            <a:off x="720000" y="539999"/>
            <a:ext cx="7704000" cy="4101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 from current model</a:t>
            </a:r>
            <a:endParaRPr dirty="0"/>
          </a:p>
        </p:txBody>
      </p:sp>
      <p:sp>
        <p:nvSpPr>
          <p:cNvPr id="2712" name="Google Shape;2712;p53"/>
          <p:cNvSpPr txBox="1"/>
          <p:nvPr/>
        </p:nvSpPr>
        <p:spPr>
          <a:xfrm>
            <a:off x="2320600" y="1406424"/>
            <a:ext cx="6640200" cy="2479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Char char="●"/>
            </a:pPr>
            <a:r>
              <a:rPr lang="en" sz="1600" u="sng" dirty="0">
                <a:latin typeface="Josefin Sans"/>
                <a:ea typeface="Josefin Sans"/>
                <a:cs typeface="Josefin Sans"/>
                <a:sym typeface="Josefin Sans"/>
              </a:rPr>
              <a:t>Precision:</a:t>
            </a:r>
            <a:r>
              <a:rPr lang="en" sz="1600" dirty="0">
                <a:latin typeface="Josefin Sans"/>
                <a:ea typeface="Josefin Sans"/>
                <a:cs typeface="Josefin Sans"/>
                <a:sym typeface="Josefin Sans"/>
              </a:rPr>
              <a:t> What proportion of positively predicted records were truly positive.</a:t>
            </a:r>
            <a:endParaRPr sz="1600" dirty="0">
              <a:latin typeface="Josefin Sans"/>
              <a:ea typeface="Josefin Sans"/>
              <a:cs typeface="Josefin Sans"/>
              <a:sym typeface="Josefin Sans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Char char="●"/>
            </a:pPr>
            <a:r>
              <a:rPr lang="en" sz="1600" u="sng" dirty="0">
                <a:latin typeface="Josefin Sans"/>
                <a:ea typeface="Josefin Sans"/>
                <a:cs typeface="Josefin Sans"/>
                <a:sym typeface="Josefin Sans"/>
              </a:rPr>
              <a:t>Recall:</a:t>
            </a:r>
            <a:r>
              <a:rPr lang="en" sz="1600" dirty="0">
                <a:latin typeface="Josefin Sans"/>
                <a:ea typeface="Josefin Sans"/>
                <a:cs typeface="Josefin Sans"/>
                <a:sym typeface="Josefin Sans"/>
              </a:rPr>
              <a:t> What proportion of true positive records in the data were correctly classified.</a:t>
            </a: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Char char="●"/>
            </a:pPr>
            <a:r>
              <a:rPr lang="en" sz="1600" u="sng" dirty="0">
                <a:latin typeface="Josefin Sans"/>
                <a:ea typeface="Josefin Sans"/>
                <a:cs typeface="Josefin Sans"/>
                <a:sym typeface="Josefin Sans"/>
              </a:rPr>
              <a:t>F1:</a:t>
            </a:r>
            <a:r>
              <a:rPr lang="en" sz="1600" dirty="0">
                <a:latin typeface="Josefin Sans"/>
                <a:ea typeface="Josefin Sans"/>
                <a:cs typeface="Josefin Sans"/>
                <a:sym typeface="Josefin Sans"/>
              </a:rPr>
              <a:t> A weighted average of precision and recall.</a:t>
            </a:r>
            <a:endParaRPr sz="1600" dirty="0">
              <a:latin typeface="Josefin Sans"/>
              <a:ea typeface="Josefin Sans"/>
              <a:cs typeface="Josefin Sans"/>
              <a:sym typeface="Josefin Sans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Char char="●"/>
            </a:pPr>
            <a:r>
              <a:rPr lang="en" sz="1600" u="sng" dirty="0">
                <a:latin typeface="Josefin Sans"/>
                <a:ea typeface="Josefin Sans"/>
                <a:cs typeface="Josefin Sans"/>
                <a:sym typeface="Josefin Sans"/>
              </a:rPr>
              <a:t>Lift:</a:t>
            </a:r>
            <a:r>
              <a:rPr lang="en" sz="1600" dirty="0">
                <a:latin typeface="Josefin Sans"/>
                <a:ea typeface="Josefin Sans"/>
                <a:cs typeface="Josefin Sans"/>
                <a:sym typeface="Josefin Sans"/>
              </a:rPr>
              <a:t> The degree to which predictions are better than randomly generated predictions.</a:t>
            </a:r>
            <a:endParaRPr sz="1600" dirty="0"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713" name="Google Shape;2713;p53"/>
          <p:cNvSpPr/>
          <p:nvPr/>
        </p:nvSpPr>
        <p:spPr>
          <a:xfrm>
            <a:off x="602800" y="1328905"/>
            <a:ext cx="1617300" cy="2264400"/>
          </a:xfrm>
          <a:prstGeom prst="rect">
            <a:avLst/>
          </a:prstGeom>
          <a:solidFill>
            <a:srgbClr val="A2FFE8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u="sng" dirty="0"/>
              <a:t>Metrics</a:t>
            </a:r>
            <a:r>
              <a:rPr lang="en" sz="1600" b="1" u="sng" dirty="0"/>
              <a:t>:</a:t>
            </a:r>
            <a:br>
              <a:rPr lang="en" sz="1600" b="1" dirty="0"/>
            </a:br>
            <a:br>
              <a:rPr lang="en" sz="1600" dirty="0"/>
            </a:br>
            <a:r>
              <a:rPr lang="en" sz="1600" dirty="0"/>
              <a:t>Precision: 9.8%</a:t>
            </a:r>
            <a:br>
              <a:rPr lang="en" sz="1600" dirty="0"/>
            </a:br>
            <a:r>
              <a:rPr lang="en" sz="1600" b="1" dirty="0"/>
              <a:t>Recall: 85.3%</a:t>
            </a:r>
            <a:br>
              <a:rPr lang="en" sz="1600" dirty="0"/>
            </a:br>
            <a:r>
              <a:rPr lang="en" sz="1600" dirty="0"/>
              <a:t>F1: 0.176</a:t>
            </a:r>
            <a:br>
              <a:rPr lang="en" sz="1600" dirty="0"/>
            </a:br>
            <a:r>
              <a:rPr lang="en" sz="1600" dirty="0"/>
              <a:t>Lift: 0.873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4061148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2" name="Google Shape;3322;p61"/>
          <p:cNvSpPr txBox="1">
            <a:spLocks noGrp="1"/>
          </p:cNvSpPr>
          <p:nvPr>
            <p:ph type="title"/>
          </p:nvPr>
        </p:nvSpPr>
        <p:spPr>
          <a:xfrm>
            <a:off x="2865300" y="2263950"/>
            <a:ext cx="3968881" cy="6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05.  Improvements</a:t>
            </a:r>
            <a:endParaRPr sz="3600" dirty="0"/>
          </a:p>
        </p:txBody>
      </p:sp>
      <p:grpSp>
        <p:nvGrpSpPr>
          <p:cNvPr id="3323" name="Google Shape;3323;p61"/>
          <p:cNvGrpSpPr/>
          <p:nvPr/>
        </p:nvGrpSpPr>
        <p:grpSpPr>
          <a:xfrm>
            <a:off x="809899" y="2037947"/>
            <a:ext cx="1239282" cy="2634281"/>
            <a:chOff x="809899" y="2037947"/>
            <a:chExt cx="1239282" cy="2634281"/>
          </a:xfrm>
        </p:grpSpPr>
        <p:sp>
          <p:nvSpPr>
            <p:cNvPr id="3324" name="Google Shape;3324;p61"/>
            <p:cNvSpPr/>
            <p:nvPr/>
          </p:nvSpPr>
          <p:spPr>
            <a:xfrm>
              <a:off x="957852" y="3292724"/>
              <a:ext cx="584273" cy="1345435"/>
            </a:xfrm>
            <a:custGeom>
              <a:avLst/>
              <a:gdLst/>
              <a:ahLst/>
              <a:cxnLst/>
              <a:rect l="l" t="t" r="r" b="b"/>
              <a:pathLst>
                <a:path w="18213" h="41940" extrusionOk="0">
                  <a:moveTo>
                    <a:pt x="10978" y="1"/>
                  </a:moveTo>
                  <a:cubicBezTo>
                    <a:pt x="10710" y="419"/>
                    <a:pt x="0" y="40753"/>
                    <a:pt x="0" y="40753"/>
                  </a:cubicBezTo>
                  <a:lnTo>
                    <a:pt x="3776" y="41939"/>
                  </a:lnTo>
                  <a:lnTo>
                    <a:pt x="18213" y="3576"/>
                  </a:lnTo>
                  <a:lnTo>
                    <a:pt x="109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61"/>
            <p:cNvSpPr/>
            <p:nvPr/>
          </p:nvSpPr>
          <p:spPr>
            <a:xfrm>
              <a:off x="936936" y="4573261"/>
              <a:ext cx="154946" cy="96497"/>
            </a:xfrm>
            <a:custGeom>
              <a:avLst/>
              <a:gdLst/>
              <a:ahLst/>
              <a:cxnLst/>
              <a:rect l="l" t="t" r="r" b="b"/>
              <a:pathLst>
                <a:path w="4830" h="3008" extrusionOk="0">
                  <a:moveTo>
                    <a:pt x="686" y="0"/>
                  </a:moveTo>
                  <a:lnTo>
                    <a:pt x="1" y="3008"/>
                  </a:lnTo>
                  <a:lnTo>
                    <a:pt x="4629" y="3008"/>
                  </a:lnTo>
                  <a:lnTo>
                    <a:pt x="4829" y="1053"/>
                  </a:lnTo>
                  <a:lnTo>
                    <a:pt x="6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61"/>
            <p:cNvSpPr/>
            <p:nvPr/>
          </p:nvSpPr>
          <p:spPr>
            <a:xfrm>
              <a:off x="936936" y="4652050"/>
              <a:ext cx="149589" cy="17708"/>
            </a:xfrm>
            <a:custGeom>
              <a:avLst/>
              <a:gdLst/>
              <a:ahLst/>
              <a:cxnLst/>
              <a:rect l="l" t="t" r="r" b="b"/>
              <a:pathLst>
                <a:path w="4663" h="552" extrusionOk="0">
                  <a:moveTo>
                    <a:pt x="84" y="0"/>
                  </a:moveTo>
                  <a:lnTo>
                    <a:pt x="1" y="502"/>
                  </a:lnTo>
                  <a:lnTo>
                    <a:pt x="1" y="552"/>
                  </a:lnTo>
                  <a:lnTo>
                    <a:pt x="4629" y="552"/>
                  </a:lnTo>
                  <a:lnTo>
                    <a:pt x="4662" y="11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chemeClr val="lt1">
                <a:alpha val="272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61"/>
            <p:cNvSpPr/>
            <p:nvPr/>
          </p:nvSpPr>
          <p:spPr>
            <a:xfrm>
              <a:off x="1095058" y="2900385"/>
              <a:ext cx="272872" cy="352752"/>
            </a:xfrm>
            <a:custGeom>
              <a:avLst/>
              <a:gdLst/>
              <a:ahLst/>
              <a:cxnLst/>
              <a:rect l="l" t="t" r="r" b="b"/>
              <a:pathLst>
                <a:path w="8506" h="10996" extrusionOk="0">
                  <a:moveTo>
                    <a:pt x="3008" y="0"/>
                  </a:moveTo>
                  <a:cubicBezTo>
                    <a:pt x="3008" y="151"/>
                    <a:pt x="1" y="4612"/>
                    <a:pt x="418" y="5497"/>
                  </a:cubicBezTo>
                  <a:cubicBezTo>
                    <a:pt x="986" y="6734"/>
                    <a:pt x="4896" y="9207"/>
                    <a:pt x="6500" y="10176"/>
                  </a:cubicBezTo>
                  <a:cubicBezTo>
                    <a:pt x="6066" y="10242"/>
                    <a:pt x="5631" y="10326"/>
                    <a:pt x="5214" y="10443"/>
                  </a:cubicBezTo>
                  <a:cubicBezTo>
                    <a:pt x="4796" y="10577"/>
                    <a:pt x="6133" y="10928"/>
                    <a:pt x="6450" y="10994"/>
                  </a:cubicBezTo>
                  <a:cubicBezTo>
                    <a:pt x="6455" y="10995"/>
                    <a:pt x="6459" y="10995"/>
                    <a:pt x="6464" y="10995"/>
                  </a:cubicBezTo>
                  <a:cubicBezTo>
                    <a:pt x="6588" y="10995"/>
                    <a:pt x="6845" y="10800"/>
                    <a:pt x="7102" y="10543"/>
                  </a:cubicBezTo>
                  <a:lnTo>
                    <a:pt x="7185" y="10593"/>
                  </a:lnTo>
                  <a:lnTo>
                    <a:pt x="7269" y="10393"/>
                  </a:lnTo>
                  <a:cubicBezTo>
                    <a:pt x="7570" y="10092"/>
                    <a:pt x="7837" y="9775"/>
                    <a:pt x="8088" y="9424"/>
                  </a:cubicBezTo>
                  <a:cubicBezTo>
                    <a:pt x="8154" y="9324"/>
                    <a:pt x="8154" y="8856"/>
                    <a:pt x="8121" y="8354"/>
                  </a:cubicBezTo>
                  <a:lnTo>
                    <a:pt x="8505" y="7469"/>
                  </a:lnTo>
                  <a:lnTo>
                    <a:pt x="8037" y="7085"/>
                  </a:lnTo>
                  <a:cubicBezTo>
                    <a:pt x="8037" y="7051"/>
                    <a:pt x="8037" y="7034"/>
                    <a:pt x="8037" y="7034"/>
                  </a:cubicBezTo>
                  <a:lnTo>
                    <a:pt x="8004" y="7068"/>
                  </a:lnTo>
                  <a:lnTo>
                    <a:pt x="4896" y="4562"/>
                  </a:lnTo>
                  <a:lnTo>
                    <a:pt x="6233" y="2356"/>
                  </a:lnTo>
                  <a:lnTo>
                    <a:pt x="3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61"/>
            <p:cNvSpPr/>
            <p:nvPr/>
          </p:nvSpPr>
          <p:spPr>
            <a:xfrm>
              <a:off x="1677182" y="2846234"/>
              <a:ext cx="288399" cy="371615"/>
            </a:xfrm>
            <a:custGeom>
              <a:avLst/>
              <a:gdLst/>
              <a:ahLst/>
              <a:cxnLst/>
              <a:rect l="l" t="t" r="r" b="b"/>
              <a:pathLst>
                <a:path w="8990" h="11584" extrusionOk="0">
                  <a:moveTo>
                    <a:pt x="3609" y="1"/>
                  </a:moveTo>
                  <a:lnTo>
                    <a:pt x="618" y="2574"/>
                  </a:lnTo>
                  <a:lnTo>
                    <a:pt x="4060" y="5381"/>
                  </a:lnTo>
                  <a:lnTo>
                    <a:pt x="501" y="7653"/>
                  </a:lnTo>
                  <a:lnTo>
                    <a:pt x="485" y="7636"/>
                  </a:lnTo>
                  <a:cubicBezTo>
                    <a:pt x="485" y="7636"/>
                    <a:pt x="468" y="7653"/>
                    <a:pt x="468" y="7687"/>
                  </a:cubicBezTo>
                  <a:lnTo>
                    <a:pt x="0" y="8054"/>
                  </a:lnTo>
                  <a:lnTo>
                    <a:pt x="384" y="8956"/>
                  </a:lnTo>
                  <a:cubicBezTo>
                    <a:pt x="351" y="9458"/>
                    <a:pt x="351" y="9925"/>
                    <a:pt x="418" y="10026"/>
                  </a:cubicBezTo>
                  <a:cubicBezTo>
                    <a:pt x="668" y="10360"/>
                    <a:pt x="953" y="10677"/>
                    <a:pt x="1237" y="10978"/>
                  </a:cubicBezTo>
                  <a:lnTo>
                    <a:pt x="1320" y="11195"/>
                  </a:lnTo>
                  <a:lnTo>
                    <a:pt x="1404" y="11145"/>
                  </a:lnTo>
                  <a:cubicBezTo>
                    <a:pt x="1651" y="11393"/>
                    <a:pt x="1899" y="11583"/>
                    <a:pt x="2027" y="11583"/>
                  </a:cubicBezTo>
                  <a:cubicBezTo>
                    <a:pt x="2037" y="11583"/>
                    <a:pt x="2047" y="11582"/>
                    <a:pt x="2055" y="11580"/>
                  </a:cubicBezTo>
                  <a:cubicBezTo>
                    <a:pt x="2373" y="11513"/>
                    <a:pt x="3709" y="11162"/>
                    <a:pt x="3308" y="11028"/>
                  </a:cubicBezTo>
                  <a:cubicBezTo>
                    <a:pt x="2874" y="10911"/>
                    <a:pt x="2440" y="10828"/>
                    <a:pt x="2005" y="10778"/>
                  </a:cubicBezTo>
                  <a:cubicBezTo>
                    <a:pt x="3609" y="9792"/>
                    <a:pt x="7603" y="7352"/>
                    <a:pt x="8104" y="6083"/>
                  </a:cubicBezTo>
                  <a:cubicBezTo>
                    <a:pt x="8989" y="3760"/>
                    <a:pt x="5898" y="1638"/>
                    <a:pt x="36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61"/>
            <p:cNvSpPr/>
            <p:nvPr/>
          </p:nvSpPr>
          <p:spPr>
            <a:xfrm>
              <a:off x="1429011" y="2342899"/>
              <a:ext cx="214968" cy="423135"/>
            </a:xfrm>
            <a:custGeom>
              <a:avLst/>
              <a:gdLst/>
              <a:ahLst/>
              <a:cxnLst/>
              <a:rect l="l" t="t" r="r" b="b"/>
              <a:pathLst>
                <a:path w="6701" h="13190" extrusionOk="0">
                  <a:moveTo>
                    <a:pt x="3818" y="1"/>
                  </a:moveTo>
                  <a:cubicBezTo>
                    <a:pt x="2578" y="1"/>
                    <a:pt x="1344" y="365"/>
                    <a:pt x="284" y="1087"/>
                  </a:cubicBezTo>
                  <a:lnTo>
                    <a:pt x="0" y="1271"/>
                  </a:lnTo>
                  <a:lnTo>
                    <a:pt x="100" y="10996"/>
                  </a:lnTo>
                  <a:cubicBezTo>
                    <a:pt x="117" y="12148"/>
                    <a:pt x="1003" y="13084"/>
                    <a:pt x="2155" y="13184"/>
                  </a:cubicBezTo>
                  <a:cubicBezTo>
                    <a:pt x="2207" y="13188"/>
                    <a:pt x="2258" y="13189"/>
                    <a:pt x="2308" y="13189"/>
                  </a:cubicBezTo>
                  <a:cubicBezTo>
                    <a:pt x="3494" y="13189"/>
                    <a:pt x="4480" y="12264"/>
                    <a:pt x="4528" y="11062"/>
                  </a:cubicBezTo>
                  <a:cubicBezTo>
                    <a:pt x="4578" y="9843"/>
                    <a:pt x="4612" y="8640"/>
                    <a:pt x="4612" y="8640"/>
                  </a:cubicBezTo>
                  <a:cubicBezTo>
                    <a:pt x="4612" y="8640"/>
                    <a:pt x="6450" y="8456"/>
                    <a:pt x="6567" y="6651"/>
                  </a:cubicBezTo>
                  <a:cubicBezTo>
                    <a:pt x="6700" y="4847"/>
                    <a:pt x="6650" y="670"/>
                    <a:pt x="6650" y="670"/>
                  </a:cubicBezTo>
                  <a:cubicBezTo>
                    <a:pt x="5756" y="223"/>
                    <a:pt x="4785" y="1"/>
                    <a:pt x="38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61"/>
            <p:cNvSpPr/>
            <p:nvPr/>
          </p:nvSpPr>
          <p:spPr>
            <a:xfrm>
              <a:off x="1388269" y="2287625"/>
              <a:ext cx="355382" cy="363948"/>
            </a:xfrm>
            <a:custGeom>
              <a:avLst/>
              <a:gdLst/>
              <a:ahLst/>
              <a:cxnLst/>
              <a:rect l="l" t="t" r="r" b="b"/>
              <a:pathLst>
                <a:path w="11078" h="11345" extrusionOk="0">
                  <a:moveTo>
                    <a:pt x="4144" y="0"/>
                  </a:moveTo>
                  <a:cubicBezTo>
                    <a:pt x="3876" y="0"/>
                    <a:pt x="3609" y="17"/>
                    <a:pt x="3342" y="54"/>
                  </a:cubicBezTo>
                  <a:cubicBezTo>
                    <a:pt x="3317" y="53"/>
                    <a:pt x="3293" y="52"/>
                    <a:pt x="3268" y="52"/>
                  </a:cubicBezTo>
                  <a:cubicBezTo>
                    <a:pt x="2194" y="52"/>
                    <a:pt x="1225" y="758"/>
                    <a:pt x="735" y="1624"/>
                  </a:cubicBezTo>
                  <a:cubicBezTo>
                    <a:pt x="217" y="2510"/>
                    <a:pt x="100" y="3529"/>
                    <a:pt x="67" y="4531"/>
                  </a:cubicBezTo>
                  <a:cubicBezTo>
                    <a:pt x="0" y="6486"/>
                    <a:pt x="50" y="8441"/>
                    <a:pt x="201" y="10396"/>
                  </a:cubicBezTo>
                  <a:cubicBezTo>
                    <a:pt x="184" y="10546"/>
                    <a:pt x="234" y="10697"/>
                    <a:pt x="318" y="10814"/>
                  </a:cubicBezTo>
                  <a:cubicBezTo>
                    <a:pt x="451" y="10931"/>
                    <a:pt x="618" y="10981"/>
                    <a:pt x="802" y="10998"/>
                  </a:cubicBezTo>
                  <a:cubicBezTo>
                    <a:pt x="2504" y="11227"/>
                    <a:pt x="4214" y="11344"/>
                    <a:pt x="5925" y="11344"/>
                  </a:cubicBezTo>
                  <a:cubicBezTo>
                    <a:pt x="7573" y="11344"/>
                    <a:pt x="9221" y="11236"/>
                    <a:pt x="10861" y="11014"/>
                  </a:cubicBezTo>
                  <a:cubicBezTo>
                    <a:pt x="11078" y="10613"/>
                    <a:pt x="10777" y="10129"/>
                    <a:pt x="10426" y="9828"/>
                  </a:cubicBezTo>
                  <a:cubicBezTo>
                    <a:pt x="10059" y="9527"/>
                    <a:pt x="9624" y="9243"/>
                    <a:pt x="9491" y="8809"/>
                  </a:cubicBezTo>
                  <a:cubicBezTo>
                    <a:pt x="9290" y="8140"/>
                    <a:pt x="9959" y="7422"/>
                    <a:pt x="9708" y="6754"/>
                  </a:cubicBezTo>
                  <a:cubicBezTo>
                    <a:pt x="9507" y="6269"/>
                    <a:pt x="8856" y="6018"/>
                    <a:pt x="8622" y="5534"/>
                  </a:cubicBezTo>
                  <a:cubicBezTo>
                    <a:pt x="8238" y="4732"/>
                    <a:pt x="9240" y="3746"/>
                    <a:pt x="8789" y="2961"/>
                  </a:cubicBezTo>
                  <a:cubicBezTo>
                    <a:pt x="8572" y="2543"/>
                    <a:pt x="8020" y="2359"/>
                    <a:pt x="7686" y="2025"/>
                  </a:cubicBezTo>
                  <a:cubicBezTo>
                    <a:pt x="7385" y="1708"/>
                    <a:pt x="7268" y="1307"/>
                    <a:pt x="7001" y="973"/>
                  </a:cubicBezTo>
                  <a:cubicBezTo>
                    <a:pt x="6600" y="455"/>
                    <a:pt x="5898" y="171"/>
                    <a:pt x="5197" y="87"/>
                  </a:cubicBezTo>
                  <a:cubicBezTo>
                    <a:pt x="4846" y="30"/>
                    <a:pt x="4495" y="0"/>
                    <a:pt x="4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61"/>
            <p:cNvSpPr/>
            <p:nvPr/>
          </p:nvSpPr>
          <p:spPr>
            <a:xfrm>
              <a:off x="1299279" y="2355795"/>
              <a:ext cx="197292" cy="288399"/>
            </a:xfrm>
            <a:custGeom>
              <a:avLst/>
              <a:gdLst/>
              <a:ahLst/>
              <a:cxnLst/>
              <a:rect l="l" t="t" r="r" b="b"/>
              <a:pathLst>
                <a:path w="6150" h="8990" extrusionOk="0">
                  <a:moveTo>
                    <a:pt x="3543" y="0"/>
                  </a:moveTo>
                  <a:cubicBezTo>
                    <a:pt x="3075" y="218"/>
                    <a:pt x="2874" y="786"/>
                    <a:pt x="2791" y="1287"/>
                  </a:cubicBezTo>
                  <a:cubicBezTo>
                    <a:pt x="2724" y="1805"/>
                    <a:pt x="2741" y="2356"/>
                    <a:pt x="2540" y="2824"/>
                  </a:cubicBezTo>
                  <a:cubicBezTo>
                    <a:pt x="2306" y="3325"/>
                    <a:pt x="1822" y="3710"/>
                    <a:pt x="1705" y="4244"/>
                  </a:cubicBezTo>
                  <a:cubicBezTo>
                    <a:pt x="1538" y="4946"/>
                    <a:pt x="2006" y="5782"/>
                    <a:pt x="1588" y="6366"/>
                  </a:cubicBezTo>
                  <a:cubicBezTo>
                    <a:pt x="1321" y="6751"/>
                    <a:pt x="786" y="6834"/>
                    <a:pt x="452" y="7168"/>
                  </a:cubicBezTo>
                  <a:cubicBezTo>
                    <a:pt x="1" y="7619"/>
                    <a:pt x="34" y="8355"/>
                    <a:pt x="118" y="8990"/>
                  </a:cubicBezTo>
                  <a:lnTo>
                    <a:pt x="6149" y="8939"/>
                  </a:lnTo>
                  <a:lnTo>
                    <a:pt x="35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61"/>
            <p:cNvSpPr/>
            <p:nvPr/>
          </p:nvSpPr>
          <p:spPr>
            <a:xfrm>
              <a:off x="1422563" y="2247814"/>
              <a:ext cx="102399" cy="91396"/>
            </a:xfrm>
            <a:custGeom>
              <a:avLst/>
              <a:gdLst/>
              <a:ahLst/>
              <a:cxnLst/>
              <a:rect l="l" t="t" r="r" b="b"/>
              <a:pathLst>
                <a:path w="3192" h="2849" extrusionOk="0">
                  <a:moveTo>
                    <a:pt x="1727" y="1"/>
                  </a:moveTo>
                  <a:cubicBezTo>
                    <a:pt x="1072" y="1"/>
                    <a:pt x="478" y="374"/>
                    <a:pt x="184" y="977"/>
                  </a:cubicBezTo>
                  <a:cubicBezTo>
                    <a:pt x="34" y="1261"/>
                    <a:pt x="1" y="1595"/>
                    <a:pt x="84" y="1896"/>
                  </a:cubicBezTo>
                  <a:cubicBezTo>
                    <a:pt x="201" y="2214"/>
                    <a:pt x="418" y="2464"/>
                    <a:pt x="702" y="2598"/>
                  </a:cubicBezTo>
                  <a:cubicBezTo>
                    <a:pt x="995" y="2765"/>
                    <a:pt x="1321" y="2848"/>
                    <a:pt x="1646" y="2848"/>
                  </a:cubicBezTo>
                  <a:cubicBezTo>
                    <a:pt x="1972" y="2848"/>
                    <a:pt x="2298" y="2765"/>
                    <a:pt x="2590" y="2598"/>
                  </a:cubicBezTo>
                  <a:lnTo>
                    <a:pt x="2590" y="2598"/>
                  </a:lnTo>
                  <a:lnTo>
                    <a:pt x="2311" y="2650"/>
                  </a:lnTo>
                  <a:lnTo>
                    <a:pt x="2311" y="2650"/>
                  </a:lnTo>
                  <a:cubicBezTo>
                    <a:pt x="2827" y="2463"/>
                    <a:pt x="3192" y="1979"/>
                    <a:pt x="3192" y="1412"/>
                  </a:cubicBezTo>
                  <a:cubicBezTo>
                    <a:pt x="3158" y="693"/>
                    <a:pt x="2607" y="108"/>
                    <a:pt x="1889" y="8"/>
                  </a:cubicBezTo>
                  <a:cubicBezTo>
                    <a:pt x="1835" y="3"/>
                    <a:pt x="1781" y="1"/>
                    <a:pt x="17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61"/>
            <p:cNvSpPr/>
            <p:nvPr/>
          </p:nvSpPr>
          <p:spPr>
            <a:xfrm>
              <a:off x="1443992" y="2297891"/>
              <a:ext cx="77762" cy="45874"/>
            </a:xfrm>
            <a:custGeom>
              <a:avLst/>
              <a:gdLst/>
              <a:ahLst/>
              <a:cxnLst/>
              <a:rect l="l" t="t" r="r" b="b"/>
              <a:pathLst>
                <a:path w="2424" h="1430" extrusionOk="0">
                  <a:moveTo>
                    <a:pt x="2390" y="1"/>
                  </a:moveTo>
                  <a:cubicBezTo>
                    <a:pt x="2374" y="1"/>
                    <a:pt x="2357" y="168"/>
                    <a:pt x="2223" y="419"/>
                  </a:cubicBezTo>
                  <a:cubicBezTo>
                    <a:pt x="1964" y="978"/>
                    <a:pt x="1414" y="1304"/>
                    <a:pt x="830" y="1304"/>
                  </a:cubicBezTo>
                  <a:cubicBezTo>
                    <a:pt x="699" y="1304"/>
                    <a:pt x="567" y="1288"/>
                    <a:pt x="435" y="1254"/>
                  </a:cubicBezTo>
                  <a:cubicBezTo>
                    <a:pt x="204" y="1182"/>
                    <a:pt x="60" y="1097"/>
                    <a:pt x="15" y="1097"/>
                  </a:cubicBezTo>
                  <a:cubicBezTo>
                    <a:pt x="8" y="1097"/>
                    <a:pt x="3" y="1099"/>
                    <a:pt x="1" y="1104"/>
                  </a:cubicBezTo>
                  <a:cubicBezTo>
                    <a:pt x="101" y="1221"/>
                    <a:pt x="252" y="1304"/>
                    <a:pt x="402" y="1338"/>
                  </a:cubicBezTo>
                  <a:cubicBezTo>
                    <a:pt x="570" y="1400"/>
                    <a:pt x="743" y="1429"/>
                    <a:pt x="912" y="1429"/>
                  </a:cubicBezTo>
                  <a:cubicBezTo>
                    <a:pt x="1517" y="1429"/>
                    <a:pt x="2089" y="1056"/>
                    <a:pt x="2323" y="469"/>
                  </a:cubicBezTo>
                  <a:cubicBezTo>
                    <a:pt x="2390" y="318"/>
                    <a:pt x="2424" y="151"/>
                    <a:pt x="24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61"/>
            <p:cNvSpPr/>
            <p:nvPr/>
          </p:nvSpPr>
          <p:spPr>
            <a:xfrm>
              <a:off x="1180808" y="2674189"/>
              <a:ext cx="660399" cy="726837"/>
            </a:xfrm>
            <a:custGeom>
              <a:avLst/>
              <a:gdLst/>
              <a:ahLst/>
              <a:cxnLst/>
              <a:rect l="l" t="t" r="r" b="b"/>
              <a:pathLst>
                <a:path w="20586" h="22657" extrusionOk="0">
                  <a:moveTo>
                    <a:pt x="7186" y="0"/>
                  </a:moveTo>
                  <a:cubicBezTo>
                    <a:pt x="5966" y="17"/>
                    <a:pt x="4796" y="451"/>
                    <a:pt x="3861" y="1220"/>
                  </a:cubicBezTo>
                  <a:cubicBezTo>
                    <a:pt x="3593" y="1437"/>
                    <a:pt x="1455" y="4278"/>
                    <a:pt x="1" y="7101"/>
                  </a:cubicBezTo>
                  <a:lnTo>
                    <a:pt x="4496" y="10343"/>
                  </a:lnTo>
                  <a:lnTo>
                    <a:pt x="5231" y="9040"/>
                  </a:lnTo>
                  <a:lnTo>
                    <a:pt x="5231" y="9123"/>
                  </a:lnTo>
                  <a:cubicBezTo>
                    <a:pt x="5298" y="9574"/>
                    <a:pt x="5448" y="10326"/>
                    <a:pt x="5548" y="10777"/>
                  </a:cubicBezTo>
                  <a:cubicBezTo>
                    <a:pt x="5899" y="12214"/>
                    <a:pt x="6083" y="14085"/>
                    <a:pt x="5348" y="15339"/>
                  </a:cubicBezTo>
                  <a:cubicBezTo>
                    <a:pt x="3727" y="18079"/>
                    <a:pt x="3526" y="22239"/>
                    <a:pt x="3526" y="22239"/>
                  </a:cubicBezTo>
                  <a:lnTo>
                    <a:pt x="17862" y="22657"/>
                  </a:lnTo>
                  <a:cubicBezTo>
                    <a:pt x="18046" y="20669"/>
                    <a:pt x="17729" y="18664"/>
                    <a:pt x="16927" y="16826"/>
                  </a:cubicBezTo>
                  <a:cubicBezTo>
                    <a:pt x="16927" y="16826"/>
                    <a:pt x="14955" y="11980"/>
                    <a:pt x="14972" y="11897"/>
                  </a:cubicBezTo>
                  <a:lnTo>
                    <a:pt x="14872" y="10059"/>
                  </a:lnTo>
                  <a:lnTo>
                    <a:pt x="15356" y="7686"/>
                  </a:lnTo>
                  <a:lnTo>
                    <a:pt x="16860" y="9290"/>
                  </a:lnTo>
                  <a:lnTo>
                    <a:pt x="20586" y="5514"/>
                  </a:lnTo>
                  <a:cubicBezTo>
                    <a:pt x="19266" y="4545"/>
                    <a:pt x="18013" y="3225"/>
                    <a:pt x="16877" y="2139"/>
                  </a:cubicBezTo>
                  <a:cubicBezTo>
                    <a:pt x="15540" y="852"/>
                    <a:pt x="14320" y="284"/>
                    <a:pt x="13635" y="234"/>
                  </a:cubicBezTo>
                  <a:cubicBezTo>
                    <a:pt x="13368" y="134"/>
                    <a:pt x="13067" y="84"/>
                    <a:pt x="12766" y="50"/>
                  </a:cubicBezTo>
                  <a:lnTo>
                    <a:pt x="71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61"/>
            <p:cNvSpPr/>
            <p:nvPr/>
          </p:nvSpPr>
          <p:spPr>
            <a:xfrm>
              <a:off x="1226393" y="2679547"/>
              <a:ext cx="222475" cy="191903"/>
            </a:xfrm>
            <a:custGeom>
              <a:avLst/>
              <a:gdLst/>
              <a:ahLst/>
              <a:cxnLst/>
              <a:rect l="l" t="t" r="r" b="b"/>
              <a:pathLst>
                <a:path w="6935" h="5982" extrusionOk="0">
                  <a:moveTo>
                    <a:pt x="6132" y="0"/>
                  </a:moveTo>
                  <a:cubicBezTo>
                    <a:pt x="6132" y="17"/>
                    <a:pt x="6233" y="134"/>
                    <a:pt x="6400" y="368"/>
                  </a:cubicBezTo>
                  <a:cubicBezTo>
                    <a:pt x="6617" y="719"/>
                    <a:pt x="6750" y="1103"/>
                    <a:pt x="6801" y="1521"/>
                  </a:cubicBezTo>
                  <a:cubicBezTo>
                    <a:pt x="6834" y="1788"/>
                    <a:pt x="6801" y="2072"/>
                    <a:pt x="6717" y="2340"/>
                  </a:cubicBezTo>
                  <a:cubicBezTo>
                    <a:pt x="6634" y="2640"/>
                    <a:pt x="6466" y="2924"/>
                    <a:pt x="6249" y="3142"/>
                  </a:cubicBezTo>
                  <a:cubicBezTo>
                    <a:pt x="5999" y="3409"/>
                    <a:pt x="5698" y="3576"/>
                    <a:pt x="5347" y="3643"/>
                  </a:cubicBezTo>
                  <a:cubicBezTo>
                    <a:pt x="5204" y="3677"/>
                    <a:pt x="5052" y="3683"/>
                    <a:pt x="4895" y="3683"/>
                  </a:cubicBezTo>
                  <a:cubicBezTo>
                    <a:pt x="4805" y="3683"/>
                    <a:pt x="4713" y="3681"/>
                    <a:pt x="4620" y="3681"/>
                  </a:cubicBezTo>
                  <a:cubicBezTo>
                    <a:pt x="4480" y="3681"/>
                    <a:pt x="4337" y="3686"/>
                    <a:pt x="4194" y="3710"/>
                  </a:cubicBezTo>
                  <a:cubicBezTo>
                    <a:pt x="3977" y="3726"/>
                    <a:pt x="3776" y="3827"/>
                    <a:pt x="3626" y="3960"/>
                  </a:cubicBezTo>
                  <a:cubicBezTo>
                    <a:pt x="3476" y="4094"/>
                    <a:pt x="3342" y="4244"/>
                    <a:pt x="3258" y="4428"/>
                  </a:cubicBezTo>
                  <a:cubicBezTo>
                    <a:pt x="3075" y="4779"/>
                    <a:pt x="2974" y="5130"/>
                    <a:pt x="2791" y="5397"/>
                  </a:cubicBezTo>
                  <a:cubicBezTo>
                    <a:pt x="2707" y="5548"/>
                    <a:pt x="2590" y="5664"/>
                    <a:pt x="2473" y="5748"/>
                  </a:cubicBezTo>
                  <a:cubicBezTo>
                    <a:pt x="2339" y="5815"/>
                    <a:pt x="2189" y="5865"/>
                    <a:pt x="2039" y="5865"/>
                  </a:cubicBezTo>
                  <a:cubicBezTo>
                    <a:pt x="1771" y="5848"/>
                    <a:pt x="1487" y="5781"/>
                    <a:pt x="1253" y="5648"/>
                  </a:cubicBezTo>
                  <a:cubicBezTo>
                    <a:pt x="886" y="5464"/>
                    <a:pt x="552" y="5213"/>
                    <a:pt x="284" y="4913"/>
                  </a:cubicBezTo>
                  <a:cubicBezTo>
                    <a:pt x="94" y="4706"/>
                    <a:pt x="9" y="4560"/>
                    <a:pt x="1" y="4560"/>
                  </a:cubicBezTo>
                  <a:cubicBezTo>
                    <a:pt x="0" y="4560"/>
                    <a:pt x="0" y="4561"/>
                    <a:pt x="0" y="4562"/>
                  </a:cubicBezTo>
                  <a:cubicBezTo>
                    <a:pt x="0" y="4595"/>
                    <a:pt x="17" y="4629"/>
                    <a:pt x="50" y="4662"/>
                  </a:cubicBezTo>
                  <a:cubicBezTo>
                    <a:pt x="100" y="4762"/>
                    <a:pt x="167" y="4862"/>
                    <a:pt x="234" y="4946"/>
                  </a:cubicBezTo>
                  <a:cubicBezTo>
                    <a:pt x="501" y="5263"/>
                    <a:pt x="836" y="5531"/>
                    <a:pt x="1203" y="5731"/>
                  </a:cubicBezTo>
                  <a:cubicBezTo>
                    <a:pt x="1454" y="5882"/>
                    <a:pt x="1755" y="5965"/>
                    <a:pt x="2039" y="5982"/>
                  </a:cubicBezTo>
                  <a:cubicBezTo>
                    <a:pt x="2206" y="5982"/>
                    <a:pt x="2373" y="5932"/>
                    <a:pt x="2523" y="5848"/>
                  </a:cubicBezTo>
                  <a:cubicBezTo>
                    <a:pt x="2674" y="5765"/>
                    <a:pt x="2807" y="5631"/>
                    <a:pt x="2908" y="5481"/>
                  </a:cubicBezTo>
                  <a:cubicBezTo>
                    <a:pt x="3108" y="5180"/>
                    <a:pt x="3208" y="4829"/>
                    <a:pt x="3375" y="4495"/>
                  </a:cubicBezTo>
                  <a:cubicBezTo>
                    <a:pt x="3459" y="4328"/>
                    <a:pt x="3576" y="4177"/>
                    <a:pt x="3710" y="4060"/>
                  </a:cubicBezTo>
                  <a:cubicBezTo>
                    <a:pt x="3860" y="3944"/>
                    <a:pt x="4027" y="3877"/>
                    <a:pt x="4211" y="3843"/>
                  </a:cubicBezTo>
                  <a:cubicBezTo>
                    <a:pt x="4355" y="3824"/>
                    <a:pt x="4499" y="3822"/>
                    <a:pt x="4644" y="3822"/>
                  </a:cubicBezTo>
                  <a:cubicBezTo>
                    <a:pt x="4692" y="3822"/>
                    <a:pt x="4741" y="3822"/>
                    <a:pt x="4789" y="3822"/>
                  </a:cubicBezTo>
                  <a:cubicBezTo>
                    <a:pt x="4984" y="3822"/>
                    <a:pt x="5180" y="3818"/>
                    <a:pt x="5380" y="3776"/>
                  </a:cubicBezTo>
                  <a:cubicBezTo>
                    <a:pt x="5748" y="3710"/>
                    <a:pt x="6082" y="3509"/>
                    <a:pt x="6349" y="3242"/>
                  </a:cubicBezTo>
                  <a:cubicBezTo>
                    <a:pt x="6583" y="2991"/>
                    <a:pt x="6750" y="2690"/>
                    <a:pt x="6834" y="2373"/>
                  </a:cubicBezTo>
                  <a:cubicBezTo>
                    <a:pt x="6918" y="2089"/>
                    <a:pt x="6934" y="1788"/>
                    <a:pt x="6901" y="1504"/>
                  </a:cubicBezTo>
                  <a:cubicBezTo>
                    <a:pt x="6834" y="1086"/>
                    <a:pt x="6684" y="685"/>
                    <a:pt x="6433" y="351"/>
                  </a:cubicBezTo>
                  <a:cubicBezTo>
                    <a:pt x="6383" y="251"/>
                    <a:pt x="6299" y="167"/>
                    <a:pt x="6233" y="84"/>
                  </a:cubicBezTo>
                  <a:cubicBezTo>
                    <a:pt x="6166" y="17"/>
                    <a:pt x="6149" y="0"/>
                    <a:pt x="6132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61"/>
            <p:cNvSpPr/>
            <p:nvPr/>
          </p:nvSpPr>
          <p:spPr>
            <a:xfrm>
              <a:off x="1412393" y="2877865"/>
              <a:ext cx="69164" cy="68298"/>
            </a:xfrm>
            <a:custGeom>
              <a:avLst/>
              <a:gdLst/>
              <a:ahLst/>
              <a:cxnLst/>
              <a:rect l="l" t="t" r="r" b="b"/>
              <a:pathLst>
                <a:path w="2156" h="2129" extrusionOk="0">
                  <a:moveTo>
                    <a:pt x="1069" y="0"/>
                  </a:moveTo>
                  <a:cubicBezTo>
                    <a:pt x="986" y="0"/>
                    <a:pt x="902" y="17"/>
                    <a:pt x="819" y="67"/>
                  </a:cubicBezTo>
                  <a:cubicBezTo>
                    <a:pt x="819" y="67"/>
                    <a:pt x="863" y="60"/>
                    <a:pt x="938" y="60"/>
                  </a:cubicBezTo>
                  <a:cubicBezTo>
                    <a:pt x="975" y="60"/>
                    <a:pt x="1019" y="62"/>
                    <a:pt x="1069" y="67"/>
                  </a:cubicBezTo>
                  <a:cubicBezTo>
                    <a:pt x="1287" y="84"/>
                    <a:pt x="1487" y="168"/>
                    <a:pt x="1654" y="301"/>
                  </a:cubicBezTo>
                  <a:cubicBezTo>
                    <a:pt x="1905" y="502"/>
                    <a:pt x="2039" y="819"/>
                    <a:pt x="2005" y="1137"/>
                  </a:cubicBezTo>
                  <a:cubicBezTo>
                    <a:pt x="1954" y="1667"/>
                    <a:pt x="1512" y="1979"/>
                    <a:pt x="1064" y="1979"/>
                  </a:cubicBezTo>
                  <a:cubicBezTo>
                    <a:pt x="778" y="1979"/>
                    <a:pt x="490" y="1851"/>
                    <a:pt x="301" y="1571"/>
                  </a:cubicBezTo>
                  <a:cubicBezTo>
                    <a:pt x="100" y="1320"/>
                    <a:pt x="67" y="970"/>
                    <a:pt x="201" y="685"/>
                  </a:cubicBezTo>
                  <a:cubicBezTo>
                    <a:pt x="267" y="485"/>
                    <a:pt x="418" y="301"/>
                    <a:pt x="602" y="184"/>
                  </a:cubicBezTo>
                  <a:cubicBezTo>
                    <a:pt x="719" y="101"/>
                    <a:pt x="802" y="84"/>
                    <a:pt x="802" y="67"/>
                  </a:cubicBezTo>
                  <a:cubicBezTo>
                    <a:pt x="719" y="67"/>
                    <a:pt x="635" y="101"/>
                    <a:pt x="568" y="134"/>
                  </a:cubicBezTo>
                  <a:cubicBezTo>
                    <a:pt x="368" y="251"/>
                    <a:pt x="201" y="435"/>
                    <a:pt x="100" y="635"/>
                  </a:cubicBezTo>
                  <a:cubicBezTo>
                    <a:pt x="34" y="786"/>
                    <a:pt x="0" y="953"/>
                    <a:pt x="0" y="1120"/>
                  </a:cubicBezTo>
                  <a:cubicBezTo>
                    <a:pt x="17" y="1304"/>
                    <a:pt x="84" y="1487"/>
                    <a:pt x="184" y="1655"/>
                  </a:cubicBezTo>
                  <a:cubicBezTo>
                    <a:pt x="405" y="1980"/>
                    <a:pt x="738" y="2128"/>
                    <a:pt x="1066" y="2128"/>
                  </a:cubicBezTo>
                  <a:cubicBezTo>
                    <a:pt x="1580" y="2128"/>
                    <a:pt x="2081" y="1765"/>
                    <a:pt x="2122" y="1153"/>
                  </a:cubicBezTo>
                  <a:cubicBezTo>
                    <a:pt x="2155" y="953"/>
                    <a:pt x="2122" y="769"/>
                    <a:pt x="2039" y="585"/>
                  </a:cubicBezTo>
                  <a:cubicBezTo>
                    <a:pt x="1955" y="452"/>
                    <a:pt x="1855" y="318"/>
                    <a:pt x="1721" y="218"/>
                  </a:cubicBezTo>
                  <a:cubicBezTo>
                    <a:pt x="1537" y="84"/>
                    <a:pt x="1303" y="0"/>
                    <a:pt x="106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61"/>
            <p:cNvSpPr/>
            <p:nvPr/>
          </p:nvSpPr>
          <p:spPr>
            <a:xfrm>
              <a:off x="1525475" y="2681696"/>
              <a:ext cx="237488" cy="133036"/>
            </a:xfrm>
            <a:custGeom>
              <a:avLst/>
              <a:gdLst/>
              <a:ahLst/>
              <a:cxnLst/>
              <a:rect l="l" t="t" r="r" b="b"/>
              <a:pathLst>
                <a:path w="7403" h="4147" extrusionOk="0">
                  <a:moveTo>
                    <a:pt x="318" y="0"/>
                  </a:moveTo>
                  <a:cubicBezTo>
                    <a:pt x="318" y="0"/>
                    <a:pt x="301" y="34"/>
                    <a:pt x="251" y="84"/>
                  </a:cubicBezTo>
                  <a:cubicBezTo>
                    <a:pt x="201" y="167"/>
                    <a:pt x="168" y="251"/>
                    <a:pt x="134" y="351"/>
                  </a:cubicBezTo>
                  <a:cubicBezTo>
                    <a:pt x="1" y="702"/>
                    <a:pt x="1" y="1069"/>
                    <a:pt x="134" y="1420"/>
                  </a:cubicBezTo>
                  <a:cubicBezTo>
                    <a:pt x="335" y="1938"/>
                    <a:pt x="803" y="2306"/>
                    <a:pt x="1354" y="2406"/>
                  </a:cubicBezTo>
                  <a:cubicBezTo>
                    <a:pt x="1433" y="2410"/>
                    <a:pt x="1513" y="2412"/>
                    <a:pt x="1592" y="2412"/>
                  </a:cubicBezTo>
                  <a:cubicBezTo>
                    <a:pt x="1829" y="2412"/>
                    <a:pt x="2064" y="2394"/>
                    <a:pt x="2290" y="2356"/>
                  </a:cubicBezTo>
                  <a:cubicBezTo>
                    <a:pt x="2343" y="2344"/>
                    <a:pt x="2398" y="2339"/>
                    <a:pt x="2454" y="2339"/>
                  </a:cubicBezTo>
                  <a:cubicBezTo>
                    <a:pt x="2556" y="2339"/>
                    <a:pt x="2660" y="2357"/>
                    <a:pt x="2758" y="2389"/>
                  </a:cubicBezTo>
                  <a:cubicBezTo>
                    <a:pt x="2891" y="2456"/>
                    <a:pt x="3025" y="2557"/>
                    <a:pt x="3125" y="2674"/>
                  </a:cubicBezTo>
                  <a:cubicBezTo>
                    <a:pt x="3326" y="2924"/>
                    <a:pt x="3459" y="3242"/>
                    <a:pt x="3676" y="3509"/>
                  </a:cubicBezTo>
                  <a:cubicBezTo>
                    <a:pt x="3894" y="3743"/>
                    <a:pt x="4161" y="3927"/>
                    <a:pt x="4478" y="4027"/>
                  </a:cubicBezTo>
                  <a:cubicBezTo>
                    <a:pt x="4731" y="4108"/>
                    <a:pt x="4991" y="4146"/>
                    <a:pt x="5251" y="4146"/>
                  </a:cubicBezTo>
                  <a:cubicBezTo>
                    <a:pt x="5525" y="4146"/>
                    <a:pt x="5800" y="4104"/>
                    <a:pt x="6066" y="4027"/>
                  </a:cubicBezTo>
                  <a:cubicBezTo>
                    <a:pt x="6400" y="3927"/>
                    <a:pt x="6734" y="3793"/>
                    <a:pt x="7052" y="3626"/>
                  </a:cubicBezTo>
                  <a:cubicBezTo>
                    <a:pt x="7169" y="3576"/>
                    <a:pt x="7286" y="3509"/>
                    <a:pt x="7402" y="3425"/>
                  </a:cubicBezTo>
                  <a:lnTo>
                    <a:pt x="7402" y="3425"/>
                  </a:lnTo>
                  <a:cubicBezTo>
                    <a:pt x="7269" y="3476"/>
                    <a:pt x="7152" y="3509"/>
                    <a:pt x="7035" y="3576"/>
                  </a:cubicBezTo>
                  <a:cubicBezTo>
                    <a:pt x="6717" y="3709"/>
                    <a:pt x="6383" y="3826"/>
                    <a:pt x="6032" y="3927"/>
                  </a:cubicBezTo>
                  <a:cubicBezTo>
                    <a:pt x="5804" y="3998"/>
                    <a:pt x="5563" y="4031"/>
                    <a:pt x="5321" y="4031"/>
                  </a:cubicBezTo>
                  <a:cubicBezTo>
                    <a:pt x="5050" y="4031"/>
                    <a:pt x="4776" y="3989"/>
                    <a:pt x="4512" y="3910"/>
                  </a:cubicBezTo>
                  <a:cubicBezTo>
                    <a:pt x="4228" y="3810"/>
                    <a:pt x="3977" y="3643"/>
                    <a:pt x="3793" y="3409"/>
                  </a:cubicBezTo>
                  <a:cubicBezTo>
                    <a:pt x="3593" y="3175"/>
                    <a:pt x="3459" y="2857"/>
                    <a:pt x="3225" y="2590"/>
                  </a:cubicBezTo>
                  <a:cubicBezTo>
                    <a:pt x="3125" y="2440"/>
                    <a:pt x="2975" y="2323"/>
                    <a:pt x="2808" y="2256"/>
                  </a:cubicBezTo>
                  <a:cubicBezTo>
                    <a:pt x="2682" y="2218"/>
                    <a:pt x="2548" y="2199"/>
                    <a:pt x="2418" y="2199"/>
                  </a:cubicBezTo>
                  <a:cubicBezTo>
                    <a:pt x="2374" y="2199"/>
                    <a:pt x="2331" y="2201"/>
                    <a:pt x="2290" y="2206"/>
                  </a:cubicBezTo>
                  <a:cubicBezTo>
                    <a:pt x="2060" y="2257"/>
                    <a:pt x="1820" y="2279"/>
                    <a:pt x="1586" y="2279"/>
                  </a:cubicBezTo>
                  <a:cubicBezTo>
                    <a:pt x="1514" y="2279"/>
                    <a:pt x="1442" y="2276"/>
                    <a:pt x="1371" y="2273"/>
                  </a:cubicBezTo>
                  <a:cubicBezTo>
                    <a:pt x="869" y="2189"/>
                    <a:pt x="435" y="1855"/>
                    <a:pt x="235" y="1387"/>
                  </a:cubicBezTo>
                  <a:cubicBezTo>
                    <a:pt x="101" y="1053"/>
                    <a:pt x="84" y="702"/>
                    <a:pt x="184" y="368"/>
                  </a:cubicBezTo>
                  <a:cubicBezTo>
                    <a:pt x="251" y="134"/>
                    <a:pt x="335" y="17"/>
                    <a:pt x="318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61"/>
            <p:cNvSpPr/>
            <p:nvPr/>
          </p:nvSpPr>
          <p:spPr>
            <a:xfrm>
              <a:off x="1502955" y="2888323"/>
              <a:ext cx="196233" cy="283876"/>
            </a:xfrm>
            <a:custGeom>
              <a:avLst/>
              <a:gdLst/>
              <a:ahLst/>
              <a:cxnLst/>
              <a:rect l="l" t="t" r="r" b="b"/>
              <a:pathLst>
                <a:path w="6117" h="8849" extrusionOk="0">
                  <a:moveTo>
                    <a:pt x="3385" y="0"/>
                  </a:moveTo>
                  <a:cubicBezTo>
                    <a:pt x="3326" y="0"/>
                    <a:pt x="3267" y="3"/>
                    <a:pt x="3209" y="9"/>
                  </a:cubicBezTo>
                  <a:cubicBezTo>
                    <a:pt x="2774" y="59"/>
                    <a:pt x="2373" y="293"/>
                    <a:pt x="2123" y="644"/>
                  </a:cubicBezTo>
                  <a:cubicBezTo>
                    <a:pt x="1989" y="861"/>
                    <a:pt x="1922" y="1095"/>
                    <a:pt x="1922" y="1345"/>
                  </a:cubicBezTo>
                  <a:cubicBezTo>
                    <a:pt x="1939" y="1596"/>
                    <a:pt x="1956" y="1847"/>
                    <a:pt x="1989" y="2097"/>
                  </a:cubicBezTo>
                  <a:cubicBezTo>
                    <a:pt x="2039" y="2331"/>
                    <a:pt x="2023" y="2598"/>
                    <a:pt x="1956" y="2832"/>
                  </a:cubicBezTo>
                  <a:cubicBezTo>
                    <a:pt x="1855" y="3066"/>
                    <a:pt x="1705" y="3283"/>
                    <a:pt x="1488" y="3451"/>
                  </a:cubicBezTo>
                  <a:cubicBezTo>
                    <a:pt x="1287" y="3618"/>
                    <a:pt x="1053" y="3768"/>
                    <a:pt x="820" y="3935"/>
                  </a:cubicBezTo>
                  <a:cubicBezTo>
                    <a:pt x="569" y="4119"/>
                    <a:pt x="368" y="4353"/>
                    <a:pt x="235" y="4620"/>
                  </a:cubicBezTo>
                  <a:cubicBezTo>
                    <a:pt x="1" y="5188"/>
                    <a:pt x="151" y="5840"/>
                    <a:pt x="602" y="6258"/>
                  </a:cubicBezTo>
                  <a:cubicBezTo>
                    <a:pt x="836" y="6441"/>
                    <a:pt x="1087" y="6542"/>
                    <a:pt x="1371" y="6592"/>
                  </a:cubicBezTo>
                  <a:cubicBezTo>
                    <a:pt x="1622" y="6608"/>
                    <a:pt x="1872" y="6692"/>
                    <a:pt x="2089" y="6792"/>
                  </a:cubicBezTo>
                  <a:cubicBezTo>
                    <a:pt x="2524" y="7060"/>
                    <a:pt x="2708" y="7527"/>
                    <a:pt x="2958" y="7895"/>
                  </a:cubicBezTo>
                  <a:cubicBezTo>
                    <a:pt x="3175" y="8279"/>
                    <a:pt x="3510" y="8563"/>
                    <a:pt x="3911" y="8730"/>
                  </a:cubicBezTo>
                  <a:cubicBezTo>
                    <a:pt x="4130" y="8807"/>
                    <a:pt x="4364" y="8848"/>
                    <a:pt x="4593" y="8848"/>
                  </a:cubicBezTo>
                  <a:cubicBezTo>
                    <a:pt x="4713" y="8848"/>
                    <a:pt x="4832" y="8837"/>
                    <a:pt x="4947" y="8814"/>
                  </a:cubicBezTo>
                  <a:cubicBezTo>
                    <a:pt x="5214" y="8747"/>
                    <a:pt x="5465" y="8630"/>
                    <a:pt x="5665" y="8480"/>
                  </a:cubicBezTo>
                  <a:cubicBezTo>
                    <a:pt x="5799" y="8380"/>
                    <a:pt x="5916" y="8263"/>
                    <a:pt x="6016" y="8129"/>
                  </a:cubicBezTo>
                  <a:cubicBezTo>
                    <a:pt x="6049" y="8096"/>
                    <a:pt x="6066" y="8062"/>
                    <a:pt x="6099" y="8012"/>
                  </a:cubicBezTo>
                  <a:cubicBezTo>
                    <a:pt x="6116" y="7995"/>
                    <a:pt x="6116" y="7979"/>
                    <a:pt x="6116" y="7979"/>
                  </a:cubicBezTo>
                  <a:lnTo>
                    <a:pt x="6116" y="7979"/>
                  </a:lnTo>
                  <a:cubicBezTo>
                    <a:pt x="5983" y="8146"/>
                    <a:pt x="5815" y="8296"/>
                    <a:pt x="5632" y="8430"/>
                  </a:cubicBezTo>
                  <a:cubicBezTo>
                    <a:pt x="5431" y="8580"/>
                    <a:pt x="5197" y="8680"/>
                    <a:pt x="4947" y="8730"/>
                  </a:cubicBezTo>
                  <a:cubicBezTo>
                    <a:pt x="4835" y="8753"/>
                    <a:pt x="4722" y="8764"/>
                    <a:pt x="4609" y="8764"/>
                  </a:cubicBezTo>
                  <a:cubicBezTo>
                    <a:pt x="4382" y="8764"/>
                    <a:pt x="4156" y="8719"/>
                    <a:pt x="3944" y="8630"/>
                  </a:cubicBezTo>
                  <a:cubicBezTo>
                    <a:pt x="3576" y="8480"/>
                    <a:pt x="3259" y="8196"/>
                    <a:pt x="3042" y="7845"/>
                  </a:cubicBezTo>
                  <a:cubicBezTo>
                    <a:pt x="2925" y="7644"/>
                    <a:pt x="2825" y="7444"/>
                    <a:pt x="2691" y="7243"/>
                  </a:cubicBezTo>
                  <a:cubicBezTo>
                    <a:pt x="2557" y="7009"/>
                    <a:pt x="2373" y="6826"/>
                    <a:pt x="2156" y="6692"/>
                  </a:cubicBezTo>
                  <a:cubicBezTo>
                    <a:pt x="1688" y="6408"/>
                    <a:pt x="1087" y="6525"/>
                    <a:pt x="703" y="6157"/>
                  </a:cubicBezTo>
                  <a:cubicBezTo>
                    <a:pt x="285" y="5773"/>
                    <a:pt x="151" y="5188"/>
                    <a:pt x="352" y="4670"/>
                  </a:cubicBezTo>
                  <a:cubicBezTo>
                    <a:pt x="485" y="4420"/>
                    <a:pt x="669" y="4219"/>
                    <a:pt x="903" y="4052"/>
                  </a:cubicBezTo>
                  <a:cubicBezTo>
                    <a:pt x="1120" y="3885"/>
                    <a:pt x="1371" y="3735"/>
                    <a:pt x="1588" y="3551"/>
                  </a:cubicBezTo>
                  <a:cubicBezTo>
                    <a:pt x="1805" y="3367"/>
                    <a:pt x="1972" y="3150"/>
                    <a:pt x="2089" y="2882"/>
                  </a:cubicBezTo>
                  <a:cubicBezTo>
                    <a:pt x="2156" y="2615"/>
                    <a:pt x="2173" y="2348"/>
                    <a:pt x="2123" y="2080"/>
                  </a:cubicBezTo>
                  <a:cubicBezTo>
                    <a:pt x="2089" y="1830"/>
                    <a:pt x="2056" y="1596"/>
                    <a:pt x="2056" y="1345"/>
                  </a:cubicBezTo>
                  <a:cubicBezTo>
                    <a:pt x="2056" y="1128"/>
                    <a:pt x="2106" y="911"/>
                    <a:pt x="2223" y="710"/>
                  </a:cubicBezTo>
                  <a:cubicBezTo>
                    <a:pt x="2457" y="376"/>
                    <a:pt x="2825" y="159"/>
                    <a:pt x="3226" y="109"/>
                  </a:cubicBezTo>
                  <a:cubicBezTo>
                    <a:pt x="3291" y="102"/>
                    <a:pt x="3357" y="99"/>
                    <a:pt x="3424" y="99"/>
                  </a:cubicBezTo>
                  <a:cubicBezTo>
                    <a:pt x="3695" y="99"/>
                    <a:pt x="3970" y="155"/>
                    <a:pt x="4211" y="276"/>
                  </a:cubicBezTo>
                  <a:cubicBezTo>
                    <a:pt x="4429" y="393"/>
                    <a:pt x="4646" y="543"/>
                    <a:pt x="4846" y="710"/>
                  </a:cubicBezTo>
                  <a:cubicBezTo>
                    <a:pt x="5164" y="994"/>
                    <a:pt x="5297" y="1195"/>
                    <a:pt x="5297" y="1195"/>
                  </a:cubicBezTo>
                  <a:cubicBezTo>
                    <a:pt x="5281" y="1128"/>
                    <a:pt x="5247" y="1095"/>
                    <a:pt x="5214" y="1045"/>
                  </a:cubicBezTo>
                  <a:cubicBezTo>
                    <a:pt x="5114" y="911"/>
                    <a:pt x="4997" y="794"/>
                    <a:pt x="4880" y="677"/>
                  </a:cubicBezTo>
                  <a:cubicBezTo>
                    <a:pt x="4696" y="493"/>
                    <a:pt x="4479" y="326"/>
                    <a:pt x="4245" y="209"/>
                  </a:cubicBezTo>
                  <a:cubicBezTo>
                    <a:pt x="3980" y="70"/>
                    <a:pt x="3681" y="0"/>
                    <a:pt x="3385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61"/>
            <p:cNvSpPr/>
            <p:nvPr/>
          </p:nvSpPr>
          <p:spPr>
            <a:xfrm>
              <a:off x="1367353" y="3084236"/>
              <a:ext cx="132426" cy="165661"/>
            </a:xfrm>
            <a:custGeom>
              <a:avLst/>
              <a:gdLst/>
              <a:ahLst/>
              <a:cxnLst/>
              <a:rect l="l" t="t" r="r" b="b"/>
              <a:pathLst>
                <a:path w="4128" h="5164" extrusionOk="0">
                  <a:moveTo>
                    <a:pt x="1" y="0"/>
                  </a:moveTo>
                  <a:cubicBezTo>
                    <a:pt x="1" y="0"/>
                    <a:pt x="1" y="34"/>
                    <a:pt x="17" y="84"/>
                  </a:cubicBezTo>
                  <a:cubicBezTo>
                    <a:pt x="51" y="167"/>
                    <a:pt x="101" y="234"/>
                    <a:pt x="168" y="284"/>
                  </a:cubicBezTo>
                  <a:cubicBezTo>
                    <a:pt x="387" y="474"/>
                    <a:pt x="644" y="575"/>
                    <a:pt x="917" y="575"/>
                  </a:cubicBezTo>
                  <a:cubicBezTo>
                    <a:pt x="957" y="575"/>
                    <a:pt x="997" y="572"/>
                    <a:pt x="1037" y="568"/>
                  </a:cubicBezTo>
                  <a:cubicBezTo>
                    <a:pt x="1438" y="568"/>
                    <a:pt x="1872" y="384"/>
                    <a:pt x="2373" y="368"/>
                  </a:cubicBezTo>
                  <a:cubicBezTo>
                    <a:pt x="2416" y="362"/>
                    <a:pt x="2459" y="359"/>
                    <a:pt x="2502" y="359"/>
                  </a:cubicBezTo>
                  <a:cubicBezTo>
                    <a:pt x="2709" y="359"/>
                    <a:pt x="2912" y="424"/>
                    <a:pt x="3092" y="535"/>
                  </a:cubicBezTo>
                  <a:cubicBezTo>
                    <a:pt x="3292" y="702"/>
                    <a:pt x="3426" y="953"/>
                    <a:pt x="3443" y="1237"/>
                  </a:cubicBezTo>
                  <a:cubicBezTo>
                    <a:pt x="3493" y="1788"/>
                    <a:pt x="3259" y="2323"/>
                    <a:pt x="3225" y="2857"/>
                  </a:cubicBezTo>
                  <a:cubicBezTo>
                    <a:pt x="3209" y="3108"/>
                    <a:pt x="3242" y="3359"/>
                    <a:pt x="3359" y="3576"/>
                  </a:cubicBezTo>
                  <a:cubicBezTo>
                    <a:pt x="3459" y="3760"/>
                    <a:pt x="3593" y="3943"/>
                    <a:pt x="3743" y="4094"/>
                  </a:cubicBezTo>
                  <a:cubicBezTo>
                    <a:pt x="3961" y="4294"/>
                    <a:pt x="4077" y="4578"/>
                    <a:pt x="4061" y="4879"/>
                  </a:cubicBezTo>
                  <a:cubicBezTo>
                    <a:pt x="4027" y="4979"/>
                    <a:pt x="3977" y="5080"/>
                    <a:pt x="3910" y="5163"/>
                  </a:cubicBezTo>
                  <a:cubicBezTo>
                    <a:pt x="3910" y="5163"/>
                    <a:pt x="4044" y="5113"/>
                    <a:pt x="4111" y="4896"/>
                  </a:cubicBezTo>
                  <a:cubicBezTo>
                    <a:pt x="4128" y="4762"/>
                    <a:pt x="4128" y="4612"/>
                    <a:pt x="4094" y="4495"/>
                  </a:cubicBezTo>
                  <a:cubicBezTo>
                    <a:pt x="4027" y="4311"/>
                    <a:pt x="3944" y="4161"/>
                    <a:pt x="3810" y="4027"/>
                  </a:cubicBezTo>
                  <a:cubicBezTo>
                    <a:pt x="3676" y="3877"/>
                    <a:pt x="3559" y="3709"/>
                    <a:pt x="3459" y="3526"/>
                  </a:cubicBezTo>
                  <a:cubicBezTo>
                    <a:pt x="3359" y="3325"/>
                    <a:pt x="3326" y="3091"/>
                    <a:pt x="3359" y="2857"/>
                  </a:cubicBezTo>
                  <a:cubicBezTo>
                    <a:pt x="3376" y="2373"/>
                    <a:pt x="3626" y="1838"/>
                    <a:pt x="3576" y="1220"/>
                  </a:cubicBezTo>
                  <a:cubicBezTo>
                    <a:pt x="3559" y="902"/>
                    <a:pt x="3409" y="618"/>
                    <a:pt x="3158" y="435"/>
                  </a:cubicBezTo>
                  <a:cubicBezTo>
                    <a:pt x="2959" y="306"/>
                    <a:pt x="2723" y="227"/>
                    <a:pt x="2482" y="227"/>
                  </a:cubicBezTo>
                  <a:cubicBezTo>
                    <a:pt x="2440" y="227"/>
                    <a:pt x="2398" y="229"/>
                    <a:pt x="2356" y="234"/>
                  </a:cubicBezTo>
                  <a:cubicBezTo>
                    <a:pt x="1839" y="268"/>
                    <a:pt x="1404" y="451"/>
                    <a:pt x="1037" y="468"/>
                  </a:cubicBezTo>
                  <a:cubicBezTo>
                    <a:pt x="987" y="474"/>
                    <a:pt x="938" y="476"/>
                    <a:pt x="890" y="476"/>
                  </a:cubicBezTo>
                  <a:cubicBezTo>
                    <a:pt x="643" y="476"/>
                    <a:pt x="410" y="404"/>
                    <a:pt x="201" y="251"/>
                  </a:cubicBezTo>
                  <a:cubicBezTo>
                    <a:pt x="134" y="167"/>
                    <a:pt x="51" y="84"/>
                    <a:pt x="1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61"/>
            <p:cNvSpPr/>
            <p:nvPr/>
          </p:nvSpPr>
          <p:spPr>
            <a:xfrm>
              <a:off x="1519573" y="3331316"/>
              <a:ext cx="395097" cy="1301999"/>
            </a:xfrm>
            <a:custGeom>
              <a:avLst/>
              <a:gdLst/>
              <a:ahLst/>
              <a:cxnLst/>
              <a:rect l="l" t="t" r="r" b="b"/>
              <a:pathLst>
                <a:path w="12316" h="40586" extrusionOk="0">
                  <a:moveTo>
                    <a:pt x="7302" y="1"/>
                  </a:moveTo>
                  <a:lnTo>
                    <a:pt x="1" y="2023"/>
                  </a:lnTo>
                  <a:lnTo>
                    <a:pt x="7954" y="40402"/>
                  </a:lnTo>
                  <a:lnTo>
                    <a:pt x="12315" y="40586"/>
                  </a:lnTo>
                  <a:lnTo>
                    <a:pt x="73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61"/>
            <p:cNvSpPr/>
            <p:nvPr/>
          </p:nvSpPr>
          <p:spPr>
            <a:xfrm>
              <a:off x="1062368" y="3244828"/>
              <a:ext cx="817430" cy="1018123"/>
            </a:xfrm>
            <a:custGeom>
              <a:avLst/>
              <a:gdLst/>
              <a:ahLst/>
              <a:cxnLst/>
              <a:rect l="l" t="t" r="r" b="b"/>
              <a:pathLst>
                <a:path w="25481" h="31737" extrusionOk="0">
                  <a:moveTo>
                    <a:pt x="8595" y="0"/>
                  </a:moveTo>
                  <a:cubicBezTo>
                    <a:pt x="8415" y="0"/>
                    <a:pt x="8234" y="13"/>
                    <a:pt x="8054" y="40"/>
                  </a:cubicBezTo>
                  <a:lnTo>
                    <a:pt x="7920" y="74"/>
                  </a:lnTo>
                  <a:lnTo>
                    <a:pt x="0" y="28361"/>
                  </a:lnTo>
                  <a:lnTo>
                    <a:pt x="5848" y="30784"/>
                  </a:lnTo>
                  <a:lnTo>
                    <a:pt x="14253" y="6991"/>
                  </a:lnTo>
                  <a:lnTo>
                    <a:pt x="19332" y="31736"/>
                  </a:lnTo>
                  <a:lnTo>
                    <a:pt x="25481" y="30533"/>
                  </a:lnTo>
                  <a:lnTo>
                    <a:pt x="21287" y="508"/>
                  </a:lnTo>
                  <a:lnTo>
                    <a:pt x="20719" y="441"/>
                  </a:lnTo>
                  <a:cubicBezTo>
                    <a:pt x="20587" y="422"/>
                    <a:pt x="20456" y="413"/>
                    <a:pt x="20325" y="413"/>
                  </a:cubicBezTo>
                  <a:cubicBezTo>
                    <a:pt x="20107" y="413"/>
                    <a:pt x="19892" y="439"/>
                    <a:pt x="19683" y="491"/>
                  </a:cubicBezTo>
                  <a:lnTo>
                    <a:pt x="19299" y="592"/>
                  </a:lnTo>
                  <a:cubicBezTo>
                    <a:pt x="19082" y="642"/>
                    <a:pt x="18860" y="667"/>
                    <a:pt x="18639" y="667"/>
                  </a:cubicBezTo>
                  <a:cubicBezTo>
                    <a:pt x="18417" y="667"/>
                    <a:pt x="18196" y="642"/>
                    <a:pt x="17979" y="592"/>
                  </a:cubicBezTo>
                  <a:lnTo>
                    <a:pt x="17695" y="525"/>
                  </a:lnTo>
                  <a:cubicBezTo>
                    <a:pt x="17485" y="472"/>
                    <a:pt x="17271" y="447"/>
                    <a:pt x="17057" y="447"/>
                  </a:cubicBezTo>
                  <a:cubicBezTo>
                    <a:pt x="16862" y="447"/>
                    <a:pt x="16666" y="468"/>
                    <a:pt x="16475" y="508"/>
                  </a:cubicBezTo>
                  <a:lnTo>
                    <a:pt x="15790" y="642"/>
                  </a:lnTo>
                  <a:cubicBezTo>
                    <a:pt x="15597" y="680"/>
                    <a:pt x="15402" y="699"/>
                    <a:pt x="15208" y="699"/>
                  </a:cubicBezTo>
                  <a:cubicBezTo>
                    <a:pt x="14896" y="699"/>
                    <a:pt x="14585" y="651"/>
                    <a:pt x="14286" y="558"/>
                  </a:cubicBezTo>
                  <a:lnTo>
                    <a:pt x="13618" y="324"/>
                  </a:lnTo>
                  <a:cubicBezTo>
                    <a:pt x="13324" y="215"/>
                    <a:pt x="13009" y="163"/>
                    <a:pt x="12695" y="163"/>
                  </a:cubicBezTo>
                  <a:cubicBezTo>
                    <a:pt x="12528" y="163"/>
                    <a:pt x="12361" y="178"/>
                    <a:pt x="12198" y="207"/>
                  </a:cubicBezTo>
                  <a:lnTo>
                    <a:pt x="11563" y="324"/>
                  </a:lnTo>
                  <a:cubicBezTo>
                    <a:pt x="11409" y="354"/>
                    <a:pt x="11252" y="367"/>
                    <a:pt x="11094" y="367"/>
                  </a:cubicBezTo>
                  <a:cubicBezTo>
                    <a:pt x="10893" y="367"/>
                    <a:pt x="10690" y="345"/>
                    <a:pt x="10493" y="307"/>
                  </a:cubicBezTo>
                  <a:lnTo>
                    <a:pt x="9407" y="90"/>
                  </a:lnTo>
                  <a:cubicBezTo>
                    <a:pt x="9137" y="30"/>
                    <a:pt x="8866" y="0"/>
                    <a:pt x="85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61"/>
            <p:cNvSpPr/>
            <p:nvPr/>
          </p:nvSpPr>
          <p:spPr>
            <a:xfrm>
              <a:off x="1774191" y="4618269"/>
              <a:ext cx="274990" cy="53445"/>
            </a:xfrm>
            <a:custGeom>
              <a:avLst/>
              <a:gdLst/>
              <a:ahLst/>
              <a:cxnLst/>
              <a:rect l="l" t="t" r="r" b="b"/>
              <a:pathLst>
                <a:path w="8572" h="1666" extrusionOk="0">
                  <a:moveTo>
                    <a:pt x="4629" y="1"/>
                  </a:moveTo>
                  <a:lnTo>
                    <a:pt x="0" y="134"/>
                  </a:lnTo>
                  <a:lnTo>
                    <a:pt x="51" y="1638"/>
                  </a:lnTo>
                  <a:lnTo>
                    <a:pt x="335" y="1638"/>
                  </a:lnTo>
                  <a:cubicBezTo>
                    <a:pt x="805" y="1651"/>
                    <a:pt x="1813" y="1665"/>
                    <a:pt x="2938" y="1665"/>
                  </a:cubicBezTo>
                  <a:cubicBezTo>
                    <a:pt x="4854" y="1665"/>
                    <a:pt x="7110" y="1623"/>
                    <a:pt x="7636" y="1454"/>
                  </a:cubicBezTo>
                  <a:cubicBezTo>
                    <a:pt x="8572" y="1170"/>
                    <a:pt x="4645" y="452"/>
                    <a:pt x="4645" y="452"/>
                  </a:cubicBezTo>
                  <a:lnTo>
                    <a:pt x="46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61"/>
            <p:cNvSpPr/>
            <p:nvPr/>
          </p:nvSpPr>
          <p:spPr>
            <a:xfrm>
              <a:off x="1774737" y="4630203"/>
              <a:ext cx="54696" cy="38496"/>
            </a:xfrm>
            <a:custGeom>
              <a:avLst/>
              <a:gdLst/>
              <a:ahLst/>
              <a:cxnLst/>
              <a:rect l="l" t="t" r="r" b="b"/>
              <a:pathLst>
                <a:path w="1705" h="1200" extrusionOk="0">
                  <a:moveTo>
                    <a:pt x="194" y="0"/>
                  </a:moveTo>
                  <a:cubicBezTo>
                    <a:pt x="129" y="0"/>
                    <a:pt x="65" y="5"/>
                    <a:pt x="0" y="13"/>
                  </a:cubicBezTo>
                  <a:lnTo>
                    <a:pt x="34" y="1199"/>
                  </a:lnTo>
                  <a:lnTo>
                    <a:pt x="1704" y="1183"/>
                  </a:lnTo>
                  <a:cubicBezTo>
                    <a:pt x="1621" y="815"/>
                    <a:pt x="1387" y="498"/>
                    <a:pt x="1086" y="297"/>
                  </a:cubicBezTo>
                  <a:cubicBezTo>
                    <a:pt x="822" y="103"/>
                    <a:pt x="512" y="0"/>
                    <a:pt x="194" y="0"/>
                  </a:cubicBezTo>
                  <a:close/>
                </a:path>
              </a:pathLst>
            </a:custGeom>
            <a:solidFill>
              <a:schemeClr val="lt1">
                <a:alpha val="272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61"/>
            <p:cNvSpPr/>
            <p:nvPr/>
          </p:nvSpPr>
          <p:spPr>
            <a:xfrm>
              <a:off x="1775795" y="4646147"/>
              <a:ext cx="253560" cy="26081"/>
            </a:xfrm>
            <a:custGeom>
              <a:avLst/>
              <a:gdLst/>
              <a:ahLst/>
              <a:cxnLst/>
              <a:rect l="l" t="t" r="r" b="b"/>
              <a:pathLst>
                <a:path w="7904" h="813" extrusionOk="0">
                  <a:moveTo>
                    <a:pt x="6517" y="1"/>
                  </a:moveTo>
                  <a:cubicBezTo>
                    <a:pt x="6250" y="17"/>
                    <a:pt x="6133" y="552"/>
                    <a:pt x="6133" y="552"/>
                  </a:cubicBezTo>
                  <a:lnTo>
                    <a:pt x="1" y="669"/>
                  </a:lnTo>
                  <a:lnTo>
                    <a:pt x="1" y="769"/>
                  </a:lnTo>
                  <a:cubicBezTo>
                    <a:pt x="593" y="799"/>
                    <a:pt x="1375" y="813"/>
                    <a:pt x="2215" y="813"/>
                  </a:cubicBezTo>
                  <a:cubicBezTo>
                    <a:pt x="4668" y="813"/>
                    <a:pt x="7612" y="697"/>
                    <a:pt x="7737" y="535"/>
                  </a:cubicBezTo>
                  <a:cubicBezTo>
                    <a:pt x="7904" y="335"/>
                    <a:pt x="6517" y="1"/>
                    <a:pt x="6517" y="1"/>
                  </a:cubicBezTo>
                  <a:close/>
                </a:path>
              </a:pathLst>
            </a:custGeom>
            <a:solidFill>
              <a:schemeClr val="lt1">
                <a:alpha val="272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61"/>
            <p:cNvSpPr/>
            <p:nvPr/>
          </p:nvSpPr>
          <p:spPr>
            <a:xfrm>
              <a:off x="1775795" y="4659941"/>
              <a:ext cx="248203" cy="8437"/>
            </a:xfrm>
            <a:custGeom>
              <a:avLst/>
              <a:gdLst/>
              <a:ahLst/>
              <a:cxnLst/>
              <a:rect l="l" t="t" r="r" b="b"/>
              <a:pathLst>
                <a:path w="7737" h="263" extrusionOk="0">
                  <a:moveTo>
                    <a:pt x="7701" y="1"/>
                  </a:moveTo>
                  <a:cubicBezTo>
                    <a:pt x="7682" y="1"/>
                    <a:pt x="7661" y="13"/>
                    <a:pt x="7653" y="38"/>
                  </a:cubicBezTo>
                  <a:lnTo>
                    <a:pt x="7436" y="55"/>
                  </a:lnTo>
                  <a:lnTo>
                    <a:pt x="6600" y="89"/>
                  </a:lnTo>
                  <a:cubicBezTo>
                    <a:pt x="5882" y="122"/>
                    <a:pt x="4913" y="155"/>
                    <a:pt x="3827" y="189"/>
                  </a:cubicBezTo>
                  <a:cubicBezTo>
                    <a:pt x="2757" y="206"/>
                    <a:pt x="1788" y="222"/>
                    <a:pt x="1070" y="222"/>
                  </a:cubicBezTo>
                  <a:lnTo>
                    <a:pt x="234" y="239"/>
                  </a:lnTo>
                  <a:lnTo>
                    <a:pt x="1" y="239"/>
                  </a:lnTo>
                  <a:lnTo>
                    <a:pt x="234" y="256"/>
                  </a:lnTo>
                  <a:lnTo>
                    <a:pt x="1070" y="256"/>
                  </a:lnTo>
                  <a:cubicBezTo>
                    <a:pt x="1275" y="261"/>
                    <a:pt x="1505" y="263"/>
                    <a:pt x="1755" y="263"/>
                  </a:cubicBezTo>
                  <a:cubicBezTo>
                    <a:pt x="2356" y="263"/>
                    <a:pt x="3071" y="251"/>
                    <a:pt x="3827" y="239"/>
                  </a:cubicBezTo>
                  <a:cubicBezTo>
                    <a:pt x="4913" y="206"/>
                    <a:pt x="5882" y="155"/>
                    <a:pt x="6600" y="122"/>
                  </a:cubicBezTo>
                  <a:lnTo>
                    <a:pt x="7436" y="72"/>
                  </a:lnTo>
                  <a:cubicBezTo>
                    <a:pt x="7519" y="55"/>
                    <a:pt x="7586" y="55"/>
                    <a:pt x="7653" y="55"/>
                  </a:cubicBezTo>
                  <a:cubicBezTo>
                    <a:pt x="7660" y="76"/>
                    <a:pt x="7676" y="85"/>
                    <a:pt x="7692" y="85"/>
                  </a:cubicBezTo>
                  <a:cubicBezTo>
                    <a:pt x="7714" y="85"/>
                    <a:pt x="7737" y="68"/>
                    <a:pt x="7737" y="38"/>
                  </a:cubicBezTo>
                  <a:cubicBezTo>
                    <a:pt x="7737" y="13"/>
                    <a:pt x="7720" y="1"/>
                    <a:pt x="77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61"/>
            <p:cNvSpPr/>
            <p:nvPr/>
          </p:nvSpPr>
          <p:spPr>
            <a:xfrm>
              <a:off x="1971451" y="4644543"/>
              <a:ext cx="14500" cy="21462"/>
            </a:xfrm>
            <a:custGeom>
              <a:avLst/>
              <a:gdLst/>
              <a:ahLst/>
              <a:cxnLst/>
              <a:rect l="l" t="t" r="r" b="b"/>
              <a:pathLst>
                <a:path w="452" h="669" extrusionOk="0">
                  <a:moveTo>
                    <a:pt x="451" y="1"/>
                  </a:moveTo>
                  <a:lnTo>
                    <a:pt x="451" y="1"/>
                  </a:lnTo>
                  <a:cubicBezTo>
                    <a:pt x="318" y="51"/>
                    <a:pt x="201" y="151"/>
                    <a:pt x="134" y="268"/>
                  </a:cubicBezTo>
                  <a:cubicBezTo>
                    <a:pt x="50" y="385"/>
                    <a:pt x="0" y="535"/>
                    <a:pt x="34" y="669"/>
                  </a:cubicBezTo>
                  <a:cubicBezTo>
                    <a:pt x="67" y="535"/>
                    <a:pt x="117" y="418"/>
                    <a:pt x="167" y="301"/>
                  </a:cubicBezTo>
                  <a:cubicBezTo>
                    <a:pt x="251" y="184"/>
                    <a:pt x="351" y="84"/>
                    <a:pt x="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61"/>
            <p:cNvSpPr/>
            <p:nvPr/>
          </p:nvSpPr>
          <p:spPr>
            <a:xfrm>
              <a:off x="1928015" y="4635368"/>
              <a:ext cx="8084" cy="1142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233" y="0"/>
                  </a:moveTo>
                  <a:cubicBezTo>
                    <a:pt x="223" y="0"/>
                    <a:pt x="162" y="77"/>
                    <a:pt x="101" y="153"/>
                  </a:cubicBezTo>
                  <a:cubicBezTo>
                    <a:pt x="34" y="253"/>
                    <a:pt x="1" y="353"/>
                    <a:pt x="1" y="353"/>
                  </a:cubicBezTo>
                  <a:cubicBezTo>
                    <a:pt x="2" y="355"/>
                    <a:pt x="4" y="355"/>
                    <a:pt x="6" y="355"/>
                  </a:cubicBezTo>
                  <a:cubicBezTo>
                    <a:pt x="29" y="355"/>
                    <a:pt x="90" y="278"/>
                    <a:pt x="151" y="186"/>
                  </a:cubicBezTo>
                  <a:cubicBezTo>
                    <a:pt x="218" y="86"/>
                    <a:pt x="251" y="2"/>
                    <a:pt x="235" y="2"/>
                  </a:cubicBezTo>
                  <a:cubicBezTo>
                    <a:pt x="235" y="1"/>
                    <a:pt x="234" y="0"/>
                    <a:pt x="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61"/>
            <p:cNvSpPr/>
            <p:nvPr/>
          </p:nvSpPr>
          <p:spPr>
            <a:xfrm>
              <a:off x="1915696" y="4633187"/>
              <a:ext cx="9688" cy="8180"/>
            </a:xfrm>
            <a:custGeom>
              <a:avLst/>
              <a:gdLst/>
              <a:ahLst/>
              <a:cxnLst/>
              <a:rect l="l" t="t" r="r" b="b"/>
              <a:pathLst>
                <a:path w="302" h="255" extrusionOk="0">
                  <a:moveTo>
                    <a:pt x="292" y="0"/>
                  </a:moveTo>
                  <a:cubicBezTo>
                    <a:pt x="267" y="0"/>
                    <a:pt x="207" y="46"/>
                    <a:pt x="134" y="104"/>
                  </a:cubicBezTo>
                  <a:cubicBezTo>
                    <a:pt x="51" y="171"/>
                    <a:pt x="0" y="238"/>
                    <a:pt x="17" y="254"/>
                  </a:cubicBezTo>
                  <a:cubicBezTo>
                    <a:pt x="17" y="254"/>
                    <a:pt x="101" y="221"/>
                    <a:pt x="168" y="154"/>
                  </a:cubicBezTo>
                  <a:cubicBezTo>
                    <a:pt x="251" y="70"/>
                    <a:pt x="301" y="20"/>
                    <a:pt x="301" y="4"/>
                  </a:cubicBezTo>
                  <a:cubicBezTo>
                    <a:pt x="299" y="1"/>
                    <a:pt x="296" y="0"/>
                    <a:pt x="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61"/>
            <p:cNvSpPr/>
            <p:nvPr/>
          </p:nvSpPr>
          <p:spPr>
            <a:xfrm>
              <a:off x="1908190" y="4627669"/>
              <a:ext cx="15591" cy="1572"/>
            </a:xfrm>
            <a:custGeom>
              <a:avLst/>
              <a:gdLst/>
              <a:ahLst/>
              <a:cxnLst/>
              <a:rect l="l" t="t" r="r" b="b"/>
              <a:pathLst>
                <a:path w="486" h="49" extrusionOk="0">
                  <a:moveTo>
                    <a:pt x="237" y="0"/>
                  </a:moveTo>
                  <a:cubicBezTo>
                    <a:pt x="155" y="0"/>
                    <a:pt x="76" y="9"/>
                    <a:pt x="1" y="25"/>
                  </a:cubicBezTo>
                  <a:cubicBezTo>
                    <a:pt x="60" y="37"/>
                    <a:pt x="119" y="49"/>
                    <a:pt x="172" y="49"/>
                  </a:cubicBezTo>
                  <a:cubicBezTo>
                    <a:pt x="194" y="49"/>
                    <a:pt x="215" y="47"/>
                    <a:pt x="234" y="42"/>
                  </a:cubicBezTo>
                  <a:cubicBezTo>
                    <a:pt x="259" y="47"/>
                    <a:pt x="283" y="49"/>
                    <a:pt x="308" y="49"/>
                  </a:cubicBezTo>
                  <a:cubicBezTo>
                    <a:pt x="367" y="49"/>
                    <a:pt x="426" y="37"/>
                    <a:pt x="485" y="25"/>
                  </a:cubicBezTo>
                  <a:cubicBezTo>
                    <a:pt x="402" y="9"/>
                    <a:pt x="318" y="0"/>
                    <a:pt x="2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61"/>
            <p:cNvSpPr/>
            <p:nvPr/>
          </p:nvSpPr>
          <p:spPr>
            <a:xfrm>
              <a:off x="1905495" y="4619360"/>
              <a:ext cx="17195" cy="2374"/>
            </a:xfrm>
            <a:custGeom>
              <a:avLst/>
              <a:gdLst/>
              <a:ahLst/>
              <a:cxnLst/>
              <a:rect l="l" t="t" r="r" b="b"/>
              <a:pathLst>
                <a:path w="536" h="74" extrusionOk="0">
                  <a:moveTo>
                    <a:pt x="1" y="0"/>
                  </a:moveTo>
                  <a:cubicBezTo>
                    <a:pt x="85" y="50"/>
                    <a:pt x="168" y="67"/>
                    <a:pt x="268" y="67"/>
                  </a:cubicBezTo>
                  <a:cubicBezTo>
                    <a:pt x="289" y="71"/>
                    <a:pt x="311" y="73"/>
                    <a:pt x="334" y="73"/>
                  </a:cubicBezTo>
                  <a:cubicBezTo>
                    <a:pt x="401" y="73"/>
                    <a:pt x="473" y="55"/>
                    <a:pt x="536" y="17"/>
                  </a:cubicBezTo>
                  <a:lnTo>
                    <a:pt x="268" y="17"/>
                  </a:lnTo>
                  <a:cubicBezTo>
                    <a:pt x="185" y="0"/>
                    <a:pt x="85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61"/>
            <p:cNvSpPr/>
            <p:nvPr/>
          </p:nvSpPr>
          <p:spPr>
            <a:xfrm>
              <a:off x="1932859" y="4621798"/>
              <a:ext cx="27878" cy="15270"/>
            </a:xfrm>
            <a:custGeom>
              <a:avLst/>
              <a:gdLst/>
              <a:ahLst/>
              <a:cxnLst/>
              <a:rect l="l" t="t" r="r" b="b"/>
              <a:pathLst>
                <a:path w="869" h="476" extrusionOk="0">
                  <a:moveTo>
                    <a:pt x="581" y="51"/>
                  </a:moveTo>
                  <a:cubicBezTo>
                    <a:pt x="648" y="51"/>
                    <a:pt x="714" y="64"/>
                    <a:pt x="769" y="91"/>
                  </a:cubicBezTo>
                  <a:cubicBezTo>
                    <a:pt x="819" y="125"/>
                    <a:pt x="802" y="175"/>
                    <a:pt x="752" y="208"/>
                  </a:cubicBezTo>
                  <a:cubicBezTo>
                    <a:pt x="702" y="225"/>
                    <a:pt x="652" y="258"/>
                    <a:pt x="585" y="275"/>
                  </a:cubicBezTo>
                  <a:cubicBezTo>
                    <a:pt x="501" y="309"/>
                    <a:pt x="384" y="342"/>
                    <a:pt x="284" y="359"/>
                  </a:cubicBezTo>
                  <a:cubicBezTo>
                    <a:pt x="204" y="375"/>
                    <a:pt x="136" y="383"/>
                    <a:pt x="87" y="389"/>
                  </a:cubicBezTo>
                  <a:lnTo>
                    <a:pt x="87" y="389"/>
                  </a:lnTo>
                  <a:cubicBezTo>
                    <a:pt x="111" y="336"/>
                    <a:pt x="140" y="285"/>
                    <a:pt x="184" y="242"/>
                  </a:cubicBezTo>
                  <a:cubicBezTo>
                    <a:pt x="234" y="158"/>
                    <a:pt x="334" y="108"/>
                    <a:pt x="418" y="75"/>
                  </a:cubicBezTo>
                  <a:cubicBezTo>
                    <a:pt x="470" y="60"/>
                    <a:pt x="526" y="51"/>
                    <a:pt x="581" y="51"/>
                  </a:cubicBezTo>
                  <a:close/>
                  <a:moveTo>
                    <a:pt x="575" y="0"/>
                  </a:moveTo>
                  <a:cubicBezTo>
                    <a:pt x="410" y="0"/>
                    <a:pt x="251" y="75"/>
                    <a:pt x="150" y="208"/>
                  </a:cubicBezTo>
                  <a:cubicBezTo>
                    <a:pt x="104" y="271"/>
                    <a:pt x="71" y="319"/>
                    <a:pt x="54" y="393"/>
                  </a:cubicBezTo>
                  <a:lnTo>
                    <a:pt x="54" y="393"/>
                  </a:lnTo>
                  <a:cubicBezTo>
                    <a:pt x="19" y="398"/>
                    <a:pt x="0" y="402"/>
                    <a:pt x="0" y="409"/>
                  </a:cubicBezTo>
                  <a:cubicBezTo>
                    <a:pt x="17" y="409"/>
                    <a:pt x="34" y="409"/>
                    <a:pt x="50" y="409"/>
                  </a:cubicBezTo>
                  <a:lnTo>
                    <a:pt x="50" y="409"/>
                  </a:lnTo>
                  <a:cubicBezTo>
                    <a:pt x="50" y="409"/>
                    <a:pt x="50" y="409"/>
                    <a:pt x="50" y="409"/>
                  </a:cubicBezTo>
                  <a:cubicBezTo>
                    <a:pt x="50" y="442"/>
                    <a:pt x="50" y="476"/>
                    <a:pt x="50" y="476"/>
                  </a:cubicBezTo>
                  <a:cubicBezTo>
                    <a:pt x="59" y="453"/>
                    <a:pt x="68" y="431"/>
                    <a:pt x="78" y="408"/>
                  </a:cubicBezTo>
                  <a:lnTo>
                    <a:pt x="78" y="408"/>
                  </a:lnTo>
                  <a:cubicBezTo>
                    <a:pt x="152" y="408"/>
                    <a:pt x="227" y="404"/>
                    <a:pt x="301" y="392"/>
                  </a:cubicBezTo>
                  <a:cubicBezTo>
                    <a:pt x="401" y="375"/>
                    <a:pt x="501" y="359"/>
                    <a:pt x="602" y="325"/>
                  </a:cubicBezTo>
                  <a:cubicBezTo>
                    <a:pt x="668" y="309"/>
                    <a:pt x="735" y="275"/>
                    <a:pt x="785" y="242"/>
                  </a:cubicBezTo>
                  <a:cubicBezTo>
                    <a:pt x="819" y="225"/>
                    <a:pt x="852" y="192"/>
                    <a:pt x="852" y="158"/>
                  </a:cubicBezTo>
                  <a:cubicBezTo>
                    <a:pt x="869" y="108"/>
                    <a:pt x="852" y="75"/>
                    <a:pt x="819" y="58"/>
                  </a:cubicBezTo>
                  <a:cubicBezTo>
                    <a:pt x="741" y="19"/>
                    <a:pt x="657" y="0"/>
                    <a:pt x="5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61"/>
            <p:cNvSpPr/>
            <p:nvPr/>
          </p:nvSpPr>
          <p:spPr>
            <a:xfrm>
              <a:off x="1922112" y="4618269"/>
              <a:ext cx="14532" cy="16650"/>
            </a:xfrm>
            <a:custGeom>
              <a:avLst/>
              <a:gdLst/>
              <a:ahLst/>
              <a:cxnLst/>
              <a:rect l="l" t="t" r="r" b="b"/>
              <a:pathLst>
                <a:path w="453" h="519" extrusionOk="0">
                  <a:moveTo>
                    <a:pt x="101" y="1"/>
                  </a:moveTo>
                  <a:cubicBezTo>
                    <a:pt x="51" y="18"/>
                    <a:pt x="1" y="68"/>
                    <a:pt x="18" y="134"/>
                  </a:cubicBezTo>
                  <a:cubicBezTo>
                    <a:pt x="18" y="168"/>
                    <a:pt x="51" y="218"/>
                    <a:pt x="68" y="251"/>
                  </a:cubicBezTo>
                  <a:cubicBezTo>
                    <a:pt x="118" y="302"/>
                    <a:pt x="168" y="368"/>
                    <a:pt x="218" y="419"/>
                  </a:cubicBezTo>
                  <a:cubicBezTo>
                    <a:pt x="268" y="469"/>
                    <a:pt x="318" y="502"/>
                    <a:pt x="385" y="519"/>
                  </a:cubicBezTo>
                  <a:cubicBezTo>
                    <a:pt x="385" y="519"/>
                    <a:pt x="335" y="469"/>
                    <a:pt x="252" y="385"/>
                  </a:cubicBezTo>
                  <a:cubicBezTo>
                    <a:pt x="201" y="335"/>
                    <a:pt x="151" y="285"/>
                    <a:pt x="118" y="218"/>
                  </a:cubicBezTo>
                  <a:cubicBezTo>
                    <a:pt x="68" y="168"/>
                    <a:pt x="34" y="68"/>
                    <a:pt x="118" y="51"/>
                  </a:cubicBezTo>
                  <a:cubicBezTo>
                    <a:pt x="201" y="51"/>
                    <a:pt x="268" y="101"/>
                    <a:pt x="318" y="168"/>
                  </a:cubicBezTo>
                  <a:cubicBezTo>
                    <a:pt x="352" y="218"/>
                    <a:pt x="385" y="268"/>
                    <a:pt x="402" y="335"/>
                  </a:cubicBezTo>
                  <a:cubicBezTo>
                    <a:pt x="419" y="402"/>
                    <a:pt x="419" y="469"/>
                    <a:pt x="419" y="519"/>
                  </a:cubicBezTo>
                  <a:cubicBezTo>
                    <a:pt x="452" y="469"/>
                    <a:pt x="452" y="402"/>
                    <a:pt x="435" y="335"/>
                  </a:cubicBezTo>
                  <a:cubicBezTo>
                    <a:pt x="435" y="251"/>
                    <a:pt x="402" y="185"/>
                    <a:pt x="352" y="134"/>
                  </a:cubicBezTo>
                  <a:cubicBezTo>
                    <a:pt x="302" y="51"/>
                    <a:pt x="201" y="1"/>
                    <a:pt x="1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61"/>
            <p:cNvSpPr/>
            <p:nvPr/>
          </p:nvSpPr>
          <p:spPr>
            <a:xfrm>
              <a:off x="1775250" y="4628984"/>
              <a:ext cx="53638" cy="38624"/>
            </a:xfrm>
            <a:custGeom>
              <a:avLst/>
              <a:gdLst/>
              <a:ahLst/>
              <a:cxnLst/>
              <a:rect l="l" t="t" r="r" b="b"/>
              <a:pathLst>
                <a:path w="1672" h="1204" extrusionOk="0">
                  <a:moveTo>
                    <a:pt x="352" y="1"/>
                  </a:moveTo>
                  <a:cubicBezTo>
                    <a:pt x="268" y="1"/>
                    <a:pt x="185" y="1"/>
                    <a:pt x="101" y="18"/>
                  </a:cubicBezTo>
                  <a:cubicBezTo>
                    <a:pt x="68" y="18"/>
                    <a:pt x="34" y="18"/>
                    <a:pt x="1" y="34"/>
                  </a:cubicBezTo>
                  <a:cubicBezTo>
                    <a:pt x="1" y="34"/>
                    <a:pt x="60" y="27"/>
                    <a:pt x="164" y="27"/>
                  </a:cubicBezTo>
                  <a:cubicBezTo>
                    <a:pt x="216" y="27"/>
                    <a:pt x="279" y="29"/>
                    <a:pt x="352" y="34"/>
                  </a:cubicBezTo>
                  <a:cubicBezTo>
                    <a:pt x="619" y="51"/>
                    <a:pt x="870" y="151"/>
                    <a:pt x="1087" y="302"/>
                  </a:cubicBezTo>
                  <a:cubicBezTo>
                    <a:pt x="1304" y="452"/>
                    <a:pt x="1471" y="653"/>
                    <a:pt x="1571" y="903"/>
                  </a:cubicBezTo>
                  <a:cubicBezTo>
                    <a:pt x="1655" y="1070"/>
                    <a:pt x="1655" y="1204"/>
                    <a:pt x="1672" y="1204"/>
                  </a:cubicBezTo>
                  <a:cubicBezTo>
                    <a:pt x="1672" y="1171"/>
                    <a:pt x="1672" y="1137"/>
                    <a:pt x="1672" y="1104"/>
                  </a:cubicBezTo>
                  <a:cubicBezTo>
                    <a:pt x="1655" y="1037"/>
                    <a:pt x="1638" y="953"/>
                    <a:pt x="1622" y="887"/>
                  </a:cubicBezTo>
                  <a:cubicBezTo>
                    <a:pt x="1521" y="636"/>
                    <a:pt x="1354" y="419"/>
                    <a:pt x="1120" y="252"/>
                  </a:cubicBezTo>
                  <a:cubicBezTo>
                    <a:pt x="903" y="101"/>
                    <a:pt x="619" y="1"/>
                    <a:pt x="3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61"/>
            <p:cNvSpPr/>
            <p:nvPr/>
          </p:nvSpPr>
          <p:spPr>
            <a:xfrm>
              <a:off x="1847077" y="4653429"/>
              <a:ext cx="43468" cy="2342"/>
            </a:xfrm>
            <a:custGeom>
              <a:avLst/>
              <a:gdLst/>
              <a:ahLst/>
              <a:cxnLst/>
              <a:rect l="l" t="t" r="r" b="b"/>
              <a:pathLst>
                <a:path w="1355" h="73" extrusionOk="0">
                  <a:moveTo>
                    <a:pt x="1283" y="1"/>
                  </a:moveTo>
                  <a:cubicBezTo>
                    <a:pt x="1172" y="1"/>
                    <a:pt x="946" y="12"/>
                    <a:pt x="686" y="24"/>
                  </a:cubicBezTo>
                  <a:cubicBezTo>
                    <a:pt x="441" y="24"/>
                    <a:pt x="225" y="17"/>
                    <a:pt x="104" y="17"/>
                  </a:cubicBezTo>
                  <a:cubicBezTo>
                    <a:pt x="43" y="17"/>
                    <a:pt x="6" y="19"/>
                    <a:pt x="1" y="24"/>
                  </a:cubicBezTo>
                  <a:cubicBezTo>
                    <a:pt x="214" y="56"/>
                    <a:pt x="427" y="72"/>
                    <a:pt x="640" y="72"/>
                  </a:cubicBezTo>
                  <a:cubicBezTo>
                    <a:pt x="878" y="72"/>
                    <a:pt x="1116" y="52"/>
                    <a:pt x="1354" y="8"/>
                  </a:cubicBezTo>
                  <a:cubicBezTo>
                    <a:pt x="1354" y="3"/>
                    <a:pt x="1328" y="1"/>
                    <a:pt x="12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61"/>
            <p:cNvSpPr/>
            <p:nvPr/>
          </p:nvSpPr>
          <p:spPr>
            <a:xfrm>
              <a:off x="1818141" y="4655129"/>
              <a:ext cx="4844" cy="7667"/>
            </a:xfrm>
            <a:custGeom>
              <a:avLst/>
              <a:gdLst/>
              <a:ahLst/>
              <a:cxnLst/>
              <a:rect l="l" t="t" r="r" b="b"/>
              <a:pathLst>
                <a:path w="151" h="239" extrusionOk="0">
                  <a:moveTo>
                    <a:pt x="13" y="1"/>
                  </a:moveTo>
                  <a:cubicBezTo>
                    <a:pt x="7" y="1"/>
                    <a:pt x="3" y="2"/>
                    <a:pt x="0" y="5"/>
                  </a:cubicBezTo>
                  <a:cubicBezTo>
                    <a:pt x="0" y="5"/>
                    <a:pt x="34" y="55"/>
                    <a:pt x="67" y="122"/>
                  </a:cubicBezTo>
                  <a:cubicBezTo>
                    <a:pt x="101" y="188"/>
                    <a:pt x="117" y="239"/>
                    <a:pt x="134" y="239"/>
                  </a:cubicBezTo>
                  <a:cubicBezTo>
                    <a:pt x="151" y="239"/>
                    <a:pt x="151" y="172"/>
                    <a:pt x="117" y="105"/>
                  </a:cubicBezTo>
                  <a:cubicBezTo>
                    <a:pt x="90" y="35"/>
                    <a:pt x="39" y="1"/>
                    <a:pt x="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61"/>
            <p:cNvSpPr/>
            <p:nvPr/>
          </p:nvSpPr>
          <p:spPr>
            <a:xfrm>
              <a:off x="1806881" y="4642779"/>
              <a:ext cx="6480" cy="5165"/>
            </a:xfrm>
            <a:custGeom>
              <a:avLst/>
              <a:gdLst/>
              <a:ahLst/>
              <a:cxnLst/>
              <a:rect l="l" t="t" r="r" b="b"/>
              <a:pathLst>
                <a:path w="202" h="161" extrusionOk="0">
                  <a:moveTo>
                    <a:pt x="13" y="1"/>
                  </a:moveTo>
                  <a:cubicBezTo>
                    <a:pt x="8" y="1"/>
                    <a:pt x="4" y="2"/>
                    <a:pt x="1" y="5"/>
                  </a:cubicBezTo>
                  <a:cubicBezTo>
                    <a:pt x="1" y="5"/>
                    <a:pt x="34" y="56"/>
                    <a:pt x="84" y="89"/>
                  </a:cubicBezTo>
                  <a:cubicBezTo>
                    <a:pt x="125" y="130"/>
                    <a:pt x="155" y="160"/>
                    <a:pt x="174" y="160"/>
                  </a:cubicBezTo>
                  <a:cubicBezTo>
                    <a:pt x="178" y="160"/>
                    <a:pt x="181" y="159"/>
                    <a:pt x="184" y="156"/>
                  </a:cubicBezTo>
                  <a:cubicBezTo>
                    <a:pt x="201" y="139"/>
                    <a:pt x="168" y="106"/>
                    <a:pt x="118" y="56"/>
                  </a:cubicBezTo>
                  <a:cubicBezTo>
                    <a:pt x="77" y="28"/>
                    <a:pt x="36" y="1"/>
                    <a:pt x="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61"/>
            <p:cNvSpPr/>
            <p:nvPr/>
          </p:nvSpPr>
          <p:spPr>
            <a:xfrm>
              <a:off x="1791354" y="4636587"/>
              <a:ext cx="8597" cy="3304"/>
            </a:xfrm>
            <a:custGeom>
              <a:avLst/>
              <a:gdLst/>
              <a:ahLst/>
              <a:cxnLst/>
              <a:rect l="l" t="t" r="r" b="b"/>
              <a:pathLst>
                <a:path w="268" h="103" extrusionOk="0">
                  <a:moveTo>
                    <a:pt x="79" y="0"/>
                  </a:moveTo>
                  <a:cubicBezTo>
                    <a:pt x="32" y="0"/>
                    <a:pt x="0" y="20"/>
                    <a:pt x="0" y="31"/>
                  </a:cubicBezTo>
                  <a:cubicBezTo>
                    <a:pt x="0" y="31"/>
                    <a:pt x="67" y="31"/>
                    <a:pt x="134" y="65"/>
                  </a:cubicBezTo>
                  <a:cubicBezTo>
                    <a:pt x="188" y="78"/>
                    <a:pt x="231" y="103"/>
                    <a:pt x="254" y="103"/>
                  </a:cubicBezTo>
                  <a:cubicBezTo>
                    <a:pt x="260" y="103"/>
                    <a:pt x="264" y="101"/>
                    <a:pt x="267" y="98"/>
                  </a:cubicBezTo>
                  <a:cubicBezTo>
                    <a:pt x="267" y="81"/>
                    <a:pt x="234" y="31"/>
                    <a:pt x="150" y="15"/>
                  </a:cubicBezTo>
                  <a:cubicBezTo>
                    <a:pt x="125" y="4"/>
                    <a:pt x="100" y="0"/>
                    <a:pt x="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61"/>
            <p:cNvSpPr/>
            <p:nvPr/>
          </p:nvSpPr>
          <p:spPr>
            <a:xfrm>
              <a:off x="1780094" y="4634502"/>
              <a:ext cx="4844" cy="2438"/>
            </a:xfrm>
            <a:custGeom>
              <a:avLst/>
              <a:gdLst/>
              <a:ahLst/>
              <a:cxnLst/>
              <a:rect l="l" t="t" r="r" b="b"/>
              <a:pathLst>
                <a:path w="151" h="76" extrusionOk="0">
                  <a:moveTo>
                    <a:pt x="29" y="0"/>
                  </a:moveTo>
                  <a:cubicBezTo>
                    <a:pt x="13" y="0"/>
                    <a:pt x="0" y="4"/>
                    <a:pt x="0" y="13"/>
                  </a:cubicBezTo>
                  <a:cubicBezTo>
                    <a:pt x="0" y="29"/>
                    <a:pt x="34" y="46"/>
                    <a:pt x="67" y="63"/>
                  </a:cubicBezTo>
                  <a:cubicBezTo>
                    <a:pt x="84" y="71"/>
                    <a:pt x="100" y="75"/>
                    <a:pt x="115" y="75"/>
                  </a:cubicBezTo>
                  <a:cubicBezTo>
                    <a:pt x="130" y="75"/>
                    <a:pt x="142" y="71"/>
                    <a:pt x="151" y="63"/>
                  </a:cubicBezTo>
                  <a:cubicBezTo>
                    <a:pt x="151" y="46"/>
                    <a:pt x="117" y="29"/>
                    <a:pt x="84" y="13"/>
                  </a:cubicBezTo>
                  <a:cubicBezTo>
                    <a:pt x="67" y="4"/>
                    <a:pt x="46" y="0"/>
                    <a:pt x="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61"/>
            <p:cNvSpPr/>
            <p:nvPr/>
          </p:nvSpPr>
          <p:spPr>
            <a:xfrm>
              <a:off x="941234" y="4650766"/>
              <a:ext cx="146894" cy="6673"/>
            </a:xfrm>
            <a:custGeom>
              <a:avLst/>
              <a:gdLst/>
              <a:ahLst/>
              <a:cxnLst/>
              <a:rect l="l" t="t" r="r" b="b"/>
              <a:pathLst>
                <a:path w="4579" h="208" extrusionOk="0">
                  <a:moveTo>
                    <a:pt x="1072" y="0"/>
                  </a:moveTo>
                  <a:cubicBezTo>
                    <a:pt x="926" y="0"/>
                    <a:pt x="791" y="2"/>
                    <a:pt x="669" y="7"/>
                  </a:cubicBezTo>
                  <a:cubicBezTo>
                    <a:pt x="606" y="3"/>
                    <a:pt x="544" y="0"/>
                    <a:pt x="484" y="0"/>
                  </a:cubicBezTo>
                  <a:cubicBezTo>
                    <a:pt x="318" y="0"/>
                    <a:pt x="159" y="16"/>
                    <a:pt x="0" y="40"/>
                  </a:cubicBezTo>
                  <a:cubicBezTo>
                    <a:pt x="217" y="91"/>
                    <a:pt x="435" y="107"/>
                    <a:pt x="669" y="107"/>
                  </a:cubicBezTo>
                  <a:cubicBezTo>
                    <a:pt x="1136" y="124"/>
                    <a:pt x="1688" y="141"/>
                    <a:pt x="2289" y="174"/>
                  </a:cubicBezTo>
                  <a:cubicBezTo>
                    <a:pt x="2924" y="191"/>
                    <a:pt x="3492" y="208"/>
                    <a:pt x="3910" y="208"/>
                  </a:cubicBezTo>
                  <a:cubicBezTo>
                    <a:pt x="4144" y="208"/>
                    <a:pt x="4361" y="191"/>
                    <a:pt x="4578" y="157"/>
                  </a:cubicBezTo>
                  <a:cubicBezTo>
                    <a:pt x="4361" y="107"/>
                    <a:pt x="4144" y="91"/>
                    <a:pt x="3910" y="91"/>
                  </a:cubicBezTo>
                  <a:lnTo>
                    <a:pt x="2289" y="24"/>
                  </a:lnTo>
                  <a:cubicBezTo>
                    <a:pt x="1840" y="12"/>
                    <a:pt x="1425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61"/>
            <p:cNvSpPr/>
            <p:nvPr/>
          </p:nvSpPr>
          <p:spPr>
            <a:xfrm>
              <a:off x="1020023" y="4592028"/>
              <a:ext cx="6993" cy="62203"/>
            </a:xfrm>
            <a:custGeom>
              <a:avLst/>
              <a:gdLst/>
              <a:ahLst/>
              <a:cxnLst/>
              <a:rect l="l" t="t" r="r" b="b"/>
              <a:pathLst>
                <a:path w="218" h="1939" extrusionOk="0">
                  <a:moveTo>
                    <a:pt x="168" y="0"/>
                  </a:moveTo>
                  <a:cubicBezTo>
                    <a:pt x="134" y="0"/>
                    <a:pt x="67" y="435"/>
                    <a:pt x="34" y="969"/>
                  </a:cubicBezTo>
                  <a:cubicBezTo>
                    <a:pt x="0" y="1504"/>
                    <a:pt x="0" y="1938"/>
                    <a:pt x="34" y="1938"/>
                  </a:cubicBezTo>
                  <a:cubicBezTo>
                    <a:pt x="84" y="1938"/>
                    <a:pt x="134" y="1521"/>
                    <a:pt x="184" y="969"/>
                  </a:cubicBezTo>
                  <a:cubicBezTo>
                    <a:pt x="218" y="435"/>
                    <a:pt x="218" y="0"/>
                    <a:pt x="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61"/>
            <p:cNvSpPr/>
            <p:nvPr/>
          </p:nvSpPr>
          <p:spPr>
            <a:xfrm>
              <a:off x="809899" y="2037947"/>
              <a:ext cx="472250" cy="454349"/>
            </a:xfrm>
            <a:custGeom>
              <a:avLst/>
              <a:gdLst/>
              <a:ahLst/>
              <a:cxnLst/>
              <a:rect l="l" t="t" r="r" b="b"/>
              <a:pathLst>
                <a:path w="14721" h="14163" extrusionOk="0">
                  <a:moveTo>
                    <a:pt x="7636" y="0"/>
                  </a:moveTo>
                  <a:cubicBezTo>
                    <a:pt x="4779" y="0"/>
                    <a:pt x="2189" y="1721"/>
                    <a:pt x="1087" y="4361"/>
                  </a:cubicBezTo>
                  <a:cubicBezTo>
                    <a:pt x="1" y="7018"/>
                    <a:pt x="602" y="10059"/>
                    <a:pt x="2624" y="12081"/>
                  </a:cubicBezTo>
                  <a:cubicBezTo>
                    <a:pt x="3985" y="13442"/>
                    <a:pt x="5794" y="14162"/>
                    <a:pt x="7631" y="14162"/>
                  </a:cubicBezTo>
                  <a:cubicBezTo>
                    <a:pt x="8545" y="14162"/>
                    <a:pt x="9466" y="13984"/>
                    <a:pt x="10343" y="13618"/>
                  </a:cubicBezTo>
                  <a:cubicBezTo>
                    <a:pt x="13000" y="12532"/>
                    <a:pt x="14721" y="9942"/>
                    <a:pt x="14721" y="7085"/>
                  </a:cubicBezTo>
                  <a:cubicBezTo>
                    <a:pt x="14721" y="3158"/>
                    <a:pt x="11546" y="0"/>
                    <a:pt x="76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61"/>
            <p:cNvSpPr/>
            <p:nvPr/>
          </p:nvSpPr>
          <p:spPr>
            <a:xfrm>
              <a:off x="1156716" y="2362757"/>
              <a:ext cx="156005" cy="129218"/>
            </a:xfrm>
            <a:custGeom>
              <a:avLst/>
              <a:gdLst/>
              <a:ahLst/>
              <a:cxnLst/>
              <a:rect l="l" t="t" r="r" b="b"/>
              <a:pathLst>
                <a:path w="4863" h="4028" extrusionOk="0">
                  <a:moveTo>
                    <a:pt x="2573" y="1"/>
                  </a:moveTo>
                  <a:lnTo>
                    <a:pt x="0" y="2791"/>
                  </a:lnTo>
                  <a:lnTo>
                    <a:pt x="4862" y="4027"/>
                  </a:lnTo>
                  <a:lnTo>
                    <a:pt x="25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61"/>
            <p:cNvSpPr/>
            <p:nvPr/>
          </p:nvSpPr>
          <p:spPr>
            <a:xfrm>
              <a:off x="961060" y="2201972"/>
              <a:ext cx="209065" cy="154401"/>
            </a:xfrm>
            <a:custGeom>
              <a:avLst/>
              <a:gdLst/>
              <a:ahLst/>
              <a:cxnLst/>
              <a:rect l="l" t="t" r="r" b="b"/>
              <a:pathLst>
                <a:path w="6517" h="4813" extrusionOk="0">
                  <a:moveTo>
                    <a:pt x="5381" y="0"/>
                  </a:moveTo>
                  <a:lnTo>
                    <a:pt x="2574" y="2707"/>
                  </a:lnTo>
                  <a:lnTo>
                    <a:pt x="1036" y="1387"/>
                  </a:lnTo>
                  <a:lnTo>
                    <a:pt x="0" y="2607"/>
                  </a:lnTo>
                  <a:lnTo>
                    <a:pt x="2657" y="4812"/>
                  </a:lnTo>
                  <a:lnTo>
                    <a:pt x="6517" y="986"/>
                  </a:lnTo>
                  <a:lnTo>
                    <a:pt x="53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8" name="Google Shape;3368;p62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377" y="2313558"/>
            <a:ext cx="3849624" cy="2359027"/>
          </a:xfrm>
          <a:prstGeom prst="rect">
            <a:avLst/>
          </a:prstGeom>
          <a:noFill/>
          <a:ln>
            <a:noFill/>
          </a:ln>
        </p:spPr>
      </p:pic>
      <p:sp>
        <p:nvSpPr>
          <p:cNvPr id="3369" name="Google Shape;3369;p6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grpSp>
        <p:nvGrpSpPr>
          <p:cNvPr id="3370" name="Google Shape;3370;p62"/>
          <p:cNvGrpSpPr/>
          <p:nvPr/>
        </p:nvGrpSpPr>
        <p:grpSpPr>
          <a:xfrm>
            <a:off x="1051628" y="2050725"/>
            <a:ext cx="2184492" cy="1564229"/>
            <a:chOff x="1388925" y="2256200"/>
            <a:chExt cx="2107800" cy="1490425"/>
          </a:xfrm>
        </p:grpSpPr>
        <p:sp>
          <p:nvSpPr>
            <p:cNvPr id="3371" name="Google Shape;3371;p62"/>
            <p:cNvSpPr/>
            <p:nvPr/>
          </p:nvSpPr>
          <p:spPr>
            <a:xfrm>
              <a:off x="1549725" y="2256200"/>
              <a:ext cx="1947000" cy="1133675"/>
            </a:xfrm>
            <a:custGeom>
              <a:avLst/>
              <a:gdLst/>
              <a:ahLst/>
              <a:cxnLst/>
              <a:rect l="l" t="t" r="r" b="b"/>
              <a:pathLst>
                <a:path w="77880" h="45347" extrusionOk="0">
                  <a:moveTo>
                    <a:pt x="77880" y="0"/>
                  </a:moveTo>
                  <a:lnTo>
                    <a:pt x="57729" y="1805"/>
                  </a:lnTo>
                  <a:lnTo>
                    <a:pt x="61689" y="7402"/>
                  </a:lnTo>
                  <a:lnTo>
                    <a:pt x="1" y="39182"/>
                  </a:lnTo>
                  <a:lnTo>
                    <a:pt x="2056" y="45347"/>
                  </a:lnTo>
                  <a:lnTo>
                    <a:pt x="64563" y="11028"/>
                  </a:lnTo>
                  <a:lnTo>
                    <a:pt x="68790" y="16308"/>
                  </a:lnTo>
                  <a:lnTo>
                    <a:pt x="778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62"/>
            <p:cNvSpPr/>
            <p:nvPr/>
          </p:nvSpPr>
          <p:spPr>
            <a:xfrm>
              <a:off x="1492925" y="3602475"/>
              <a:ext cx="99450" cy="143550"/>
            </a:xfrm>
            <a:custGeom>
              <a:avLst/>
              <a:gdLst/>
              <a:ahLst/>
              <a:cxnLst/>
              <a:rect l="l" t="t" r="r" b="b"/>
              <a:pathLst>
                <a:path w="3978" h="5742" extrusionOk="0">
                  <a:moveTo>
                    <a:pt x="1955" y="1"/>
                  </a:moveTo>
                  <a:lnTo>
                    <a:pt x="1" y="1571"/>
                  </a:lnTo>
                  <a:lnTo>
                    <a:pt x="118" y="1738"/>
                  </a:lnTo>
                  <a:cubicBezTo>
                    <a:pt x="635" y="2457"/>
                    <a:pt x="2808" y="5364"/>
                    <a:pt x="3326" y="5698"/>
                  </a:cubicBezTo>
                  <a:cubicBezTo>
                    <a:pt x="3368" y="5728"/>
                    <a:pt x="3400" y="5742"/>
                    <a:pt x="3423" y="5742"/>
                  </a:cubicBezTo>
                  <a:cubicBezTo>
                    <a:pt x="3717" y="5742"/>
                    <a:pt x="2657" y="3593"/>
                    <a:pt x="2657" y="3593"/>
                  </a:cubicBezTo>
                  <a:lnTo>
                    <a:pt x="3977" y="2490"/>
                  </a:lnTo>
                  <a:lnTo>
                    <a:pt x="19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62"/>
            <p:cNvSpPr/>
            <p:nvPr/>
          </p:nvSpPr>
          <p:spPr>
            <a:xfrm>
              <a:off x="1493750" y="3627125"/>
              <a:ext cx="24675" cy="36775"/>
            </a:xfrm>
            <a:custGeom>
              <a:avLst/>
              <a:gdLst/>
              <a:ahLst/>
              <a:cxnLst/>
              <a:rect l="l" t="t" r="r" b="b"/>
              <a:pathLst>
                <a:path w="987" h="1471" extrusionOk="0">
                  <a:moveTo>
                    <a:pt x="703" y="0"/>
                  </a:moveTo>
                  <a:lnTo>
                    <a:pt x="1" y="569"/>
                  </a:lnTo>
                  <a:lnTo>
                    <a:pt x="719" y="1471"/>
                  </a:lnTo>
                  <a:cubicBezTo>
                    <a:pt x="903" y="1270"/>
                    <a:pt x="987" y="1003"/>
                    <a:pt x="987" y="736"/>
                  </a:cubicBezTo>
                  <a:cubicBezTo>
                    <a:pt x="987" y="452"/>
                    <a:pt x="887" y="201"/>
                    <a:pt x="703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62"/>
            <p:cNvSpPr/>
            <p:nvPr/>
          </p:nvSpPr>
          <p:spPr>
            <a:xfrm>
              <a:off x="1492925" y="3640900"/>
              <a:ext cx="90250" cy="105725"/>
            </a:xfrm>
            <a:custGeom>
              <a:avLst/>
              <a:gdLst/>
              <a:ahLst/>
              <a:cxnLst/>
              <a:rect l="l" t="t" r="r" b="b"/>
              <a:pathLst>
                <a:path w="3610" h="4229" extrusionOk="0">
                  <a:moveTo>
                    <a:pt x="51" y="1"/>
                  </a:moveTo>
                  <a:lnTo>
                    <a:pt x="1" y="34"/>
                  </a:lnTo>
                  <a:cubicBezTo>
                    <a:pt x="903" y="1388"/>
                    <a:pt x="3209" y="4228"/>
                    <a:pt x="3409" y="4228"/>
                  </a:cubicBezTo>
                  <a:cubicBezTo>
                    <a:pt x="3610" y="4228"/>
                    <a:pt x="3225" y="3309"/>
                    <a:pt x="3225" y="3309"/>
                  </a:cubicBezTo>
                  <a:cubicBezTo>
                    <a:pt x="3186" y="3265"/>
                    <a:pt x="3128" y="3250"/>
                    <a:pt x="3064" y="3250"/>
                  </a:cubicBezTo>
                  <a:cubicBezTo>
                    <a:pt x="2909" y="3250"/>
                    <a:pt x="2724" y="3343"/>
                    <a:pt x="2724" y="3343"/>
                  </a:cubicBezTo>
                  <a:lnTo>
                    <a:pt x="51" y="1"/>
                  </a:ln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62"/>
            <p:cNvSpPr/>
            <p:nvPr/>
          </p:nvSpPr>
          <p:spPr>
            <a:xfrm>
              <a:off x="1493350" y="3639675"/>
              <a:ext cx="86075" cy="106100"/>
            </a:xfrm>
            <a:custGeom>
              <a:avLst/>
              <a:gdLst/>
              <a:ahLst/>
              <a:cxnLst/>
              <a:rect l="l" t="t" r="r" b="b"/>
              <a:pathLst>
                <a:path w="3443" h="4244" extrusionOk="0">
                  <a:moveTo>
                    <a:pt x="1" y="0"/>
                  </a:moveTo>
                  <a:cubicBezTo>
                    <a:pt x="17" y="17"/>
                    <a:pt x="34" y="33"/>
                    <a:pt x="34" y="50"/>
                  </a:cubicBezTo>
                  <a:lnTo>
                    <a:pt x="134" y="184"/>
                  </a:lnTo>
                  <a:lnTo>
                    <a:pt x="485" y="651"/>
                  </a:lnTo>
                  <a:cubicBezTo>
                    <a:pt x="769" y="1052"/>
                    <a:pt x="1187" y="1587"/>
                    <a:pt x="1671" y="2172"/>
                  </a:cubicBezTo>
                  <a:cubicBezTo>
                    <a:pt x="2139" y="2757"/>
                    <a:pt x="2573" y="3275"/>
                    <a:pt x="2908" y="3642"/>
                  </a:cubicBezTo>
                  <a:lnTo>
                    <a:pt x="3292" y="4093"/>
                  </a:lnTo>
                  <a:cubicBezTo>
                    <a:pt x="3325" y="4127"/>
                    <a:pt x="3359" y="4177"/>
                    <a:pt x="3392" y="4210"/>
                  </a:cubicBezTo>
                  <a:cubicBezTo>
                    <a:pt x="3409" y="4210"/>
                    <a:pt x="3426" y="4227"/>
                    <a:pt x="3442" y="4244"/>
                  </a:cubicBezTo>
                  <a:cubicBezTo>
                    <a:pt x="3426" y="4227"/>
                    <a:pt x="3409" y="4210"/>
                    <a:pt x="3409" y="4194"/>
                  </a:cubicBezTo>
                  <a:lnTo>
                    <a:pt x="3309" y="4077"/>
                  </a:lnTo>
                  <a:cubicBezTo>
                    <a:pt x="3192" y="3960"/>
                    <a:pt x="3075" y="3809"/>
                    <a:pt x="2924" y="3625"/>
                  </a:cubicBezTo>
                  <a:cubicBezTo>
                    <a:pt x="2607" y="3258"/>
                    <a:pt x="2172" y="2723"/>
                    <a:pt x="1688" y="2138"/>
                  </a:cubicBezTo>
                  <a:cubicBezTo>
                    <a:pt x="1220" y="1554"/>
                    <a:pt x="802" y="1019"/>
                    <a:pt x="502" y="635"/>
                  </a:cubicBezTo>
                  <a:lnTo>
                    <a:pt x="151" y="167"/>
                  </a:lnTo>
                  <a:cubicBezTo>
                    <a:pt x="101" y="133"/>
                    <a:pt x="67" y="83"/>
                    <a:pt x="50" y="50"/>
                  </a:cubicBezTo>
                  <a:cubicBezTo>
                    <a:pt x="34" y="33"/>
                    <a:pt x="17" y="1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62"/>
            <p:cNvSpPr/>
            <p:nvPr/>
          </p:nvSpPr>
          <p:spPr>
            <a:xfrm>
              <a:off x="1559750" y="3721775"/>
              <a:ext cx="14650" cy="3525"/>
            </a:xfrm>
            <a:custGeom>
              <a:avLst/>
              <a:gdLst/>
              <a:ahLst/>
              <a:cxnLst/>
              <a:rect l="l" t="t" r="r" b="b"/>
              <a:pathLst>
                <a:path w="586" h="141" extrusionOk="0">
                  <a:moveTo>
                    <a:pt x="358" y="0"/>
                  </a:moveTo>
                  <a:cubicBezTo>
                    <a:pt x="232" y="0"/>
                    <a:pt x="104" y="48"/>
                    <a:pt x="1" y="141"/>
                  </a:cubicBezTo>
                  <a:cubicBezTo>
                    <a:pt x="129" y="71"/>
                    <a:pt x="265" y="42"/>
                    <a:pt x="404" y="42"/>
                  </a:cubicBezTo>
                  <a:cubicBezTo>
                    <a:pt x="464" y="42"/>
                    <a:pt x="525" y="47"/>
                    <a:pt x="586" y="57"/>
                  </a:cubicBezTo>
                  <a:cubicBezTo>
                    <a:pt x="515" y="19"/>
                    <a:pt x="437" y="0"/>
                    <a:pt x="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62"/>
            <p:cNvSpPr/>
            <p:nvPr/>
          </p:nvSpPr>
          <p:spPr>
            <a:xfrm>
              <a:off x="1554125" y="3697500"/>
              <a:ext cx="4400" cy="2225"/>
            </a:xfrm>
            <a:custGeom>
              <a:avLst/>
              <a:gdLst/>
              <a:ahLst/>
              <a:cxnLst/>
              <a:rect l="l" t="t" r="r" b="b"/>
              <a:pathLst>
                <a:path w="176" h="89" extrusionOk="0">
                  <a:moveTo>
                    <a:pt x="86" y="1"/>
                  </a:moveTo>
                  <a:cubicBezTo>
                    <a:pt x="42" y="1"/>
                    <a:pt x="0" y="26"/>
                    <a:pt x="9" y="76"/>
                  </a:cubicBezTo>
                  <a:cubicBezTo>
                    <a:pt x="34" y="84"/>
                    <a:pt x="59" y="89"/>
                    <a:pt x="86" y="89"/>
                  </a:cubicBezTo>
                  <a:cubicBezTo>
                    <a:pt x="113" y="89"/>
                    <a:pt x="142" y="84"/>
                    <a:pt x="176" y="76"/>
                  </a:cubicBezTo>
                  <a:cubicBezTo>
                    <a:pt x="176" y="26"/>
                    <a:pt x="130" y="1"/>
                    <a:pt x="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62"/>
            <p:cNvSpPr/>
            <p:nvPr/>
          </p:nvSpPr>
          <p:spPr>
            <a:xfrm>
              <a:off x="1552650" y="3691875"/>
              <a:ext cx="7125" cy="1575"/>
            </a:xfrm>
            <a:custGeom>
              <a:avLst/>
              <a:gdLst/>
              <a:ahLst/>
              <a:cxnLst/>
              <a:rect l="l" t="t" r="r" b="b"/>
              <a:pathLst>
                <a:path w="285" h="63" extrusionOk="0">
                  <a:moveTo>
                    <a:pt x="18" y="0"/>
                  </a:moveTo>
                  <a:cubicBezTo>
                    <a:pt x="1" y="17"/>
                    <a:pt x="68" y="34"/>
                    <a:pt x="135" y="50"/>
                  </a:cubicBezTo>
                  <a:cubicBezTo>
                    <a:pt x="176" y="59"/>
                    <a:pt x="210" y="63"/>
                    <a:pt x="235" y="63"/>
                  </a:cubicBezTo>
                  <a:cubicBezTo>
                    <a:pt x="260" y="63"/>
                    <a:pt x="277" y="59"/>
                    <a:pt x="285" y="50"/>
                  </a:cubicBezTo>
                  <a:cubicBezTo>
                    <a:pt x="285" y="34"/>
                    <a:pt x="218" y="17"/>
                    <a:pt x="151" y="17"/>
                  </a:cubicBezTo>
                  <a:cubicBezTo>
                    <a:pt x="68" y="0"/>
                    <a:pt x="18" y="0"/>
                    <a:pt x="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62"/>
            <p:cNvSpPr/>
            <p:nvPr/>
          </p:nvSpPr>
          <p:spPr>
            <a:xfrm>
              <a:off x="1556000" y="3683925"/>
              <a:ext cx="5450" cy="6725"/>
            </a:xfrm>
            <a:custGeom>
              <a:avLst/>
              <a:gdLst/>
              <a:ahLst/>
              <a:cxnLst/>
              <a:rect l="l" t="t" r="r" b="b"/>
              <a:pathLst>
                <a:path w="218" h="269" extrusionOk="0">
                  <a:moveTo>
                    <a:pt x="1" y="1"/>
                  </a:moveTo>
                  <a:cubicBezTo>
                    <a:pt x="1" y="18"/>
                    <a:pt x="34" y="84"/>
                    <a:pt x="101" y="151"/>
                  </a:cubicBezTo>
                  <a:cubicBezTo>
                    <a:pt x="151" y="218"/>
                    <a:pt x="201" y="268"/>
                    <a:pt x="218" y="268"/>
                  </a:cubicBezTo>
                  <a:cubicBezTo>
                    <a:pt x="218" y="268"/>
                    <a:pt x="184" y="201"/>
                    <a:pt x="134" y="134"/>
                  </a:cubicBezTo>
                  <a:cubicBezTo>
                    <a:pt x="67" y="51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62"/>
            <p:cNvSpPr/>
            <p:nvPr/>
          </p:nvSpPr>
          <p:spPr>
            <a:xfrm>
              <a:off x="1559350" y="3679700"/>
              <a:ext cx="5875" cy="7675"/>
            </a:xfrm>
            <a:custGeom>
              <a:avLst/>
              <a:gdLst/>
              <a:ahLst/>
              <a:cxnLst/>
              <a:rect l="l" t="t" r="r" b="b"/>
              <a:pathLst>
                <a:path w="235" h="307" extrusionOk="0">
                  <a:moveTo>
                    <a:pt x="5" y="1"/>
                  </a:moveTo>
                  <a:cubicBezTo>
                    <a:pt x="3" y="1"/>
                    <a:pt x="2" y="1"/>
                    <a:pt x="0" y="3"/>
                  </a:cubicBezTo>
                  <a:cubicBezTo>
                    <a:pt x="17" y="70"/>
                    <a:pt x="34" y="120"/>
                    <a:pt x="84" y="170"/>
                  </a:cubicBezTo>
                  <a:cubicBezTo>
                    <a:pt x="142" y="257"/>
                    <a:pt x="200" y="307"/>
                    <a:pt x="214" y="307"/>
                  </a:cubicBezTo>
                  <a:cubicBezTo>
                    <a:pt x="216" y="307"/>
                    <a:pt x="217" y="306"/>
                    <a:pt x="217" y="303"/>
                  </a:cubicBezTo>
                  <a:cubicBezTo>
                    <a:pt x="234" y="303"/>
                    <a:pt x="167" y="237"/>
                    <a:pt x="117" y="153"/>
                  </a:cubicBezTo>
                  <a:cubicBezTo>
                    <a:pt x="56" y="77"/>
                    <a:pt x="23" y="1"/>
                    <a:pt x="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62"/>
            <p:cNvSpPr/>
            <p:nvPr/>
          </p:nvSpPr>
          <p:spPr>
            <a:xfrm>
              <a:off x="1561025" y="3696875"/>
              <a:ext cx="14225" cy="9525"/>
            </a:xfrm>
            <a:custGeom>
              <a:avLst/>
              <a:gdLst/>
              <a:ahLst/>
              <a:cxnLst/>
              <a:rect l="l" t="t" r="r" b="b"/>
              <a:pathLst>
                <a:path w="569" h="381" extrusionOk="0">
                  <a:moveTo>
                    <a:pt x="184" y="34"/>
                  </a:moveTo>
                  <a:cubicBezTo>
                    <a:pt x="267" y="34"/>
                    <a:pt x="334" y="51"/>
                    <a:pt x="384" y="84"/>
                  </a:cubicBezTo>
                  <a:cubicBezTo>
                    <a:pt x="468" y="134"/>
                    <a:pt x="518" y="218"/>
                    <a:pt x="535" y="302"/>
                  </a:cubicBezTo>
                  <a:cubicBezTo>
                    <a:pt x="535" y="326"/>
                    <a:pt x="517" y="342"/>
                    <a:pt x="488" y="342"/>
                  </a:cubicBezTo>
                  <a:cubicBezTo>
                    <a:pt x="477" y="342"/>
                    <a:pt x="465" y="339"/>
                    <a:pt x="451" y="335"/>
                  </a:cubicBezTo>
                  <a:cubicBezTo>
                    <a:pt x="418" y="318"/>
                    <a:pt x="384" y="302"/>
                    <a:pt x="351" y="268"/>
                  </a:cubicBezTo>
                  <a:cubicBezTo>
                    <a:pt x="284" y="235"/>
                    <a:pt x="217" y="185"/>
                    <a:pt x="167" y="151"/>
                  </a:cubicBezTo>
                  <a:cubicBezTo>
                    <a:pt x="117" y="109"/>
                    <a:pt x="79" y="72"/>
                    <a:pt x="54" y="44"/>
                  </a:cubicBezTo>
                  <a:lnTo>
                    <a:pt x="54" y="44"/>
                  </a:lnTo>
                  <a:cubicBezTo>
                    <a:pt x="94" y="34"/>
                    <a:pt x="139" y="34"/>
                    <a:pt x="184" y="34"/>
                  </a:cubicBezTo>
                  <a:close/>
                  <a:moveTo>
                    <a:pt x="184" y="1"/>
                  </a:moveTo>
                  <a:cubicBezTo>
                    <a:pt x="137" y="1"/>
                    <a:pt x="89" y="16"/>
                    <a:pt x="42" y="31"/>
                  </a:cubicBezTo>
                  <a:lnTo>
                    <a:pt x="42" y="31"/>
                  </a:lnTo>
                  <a:cubicBezTo>
                    <a:pt x="25" y="12"/>
                    <a:pt x="17" y="1"/>
                    <a:pt x="17" y="1"/>
                  </a:cubicBezTo>
                  <a:lnTo>
                    <a:pt x="17" y="1"/>
                  </a:lnTo>
                  <a:cubicBezTo>
                    <a:pt x="22" y="12"/>
                    <a:pt x="29" y="23"/>
                    <a:pt x="35" y="34"/>
                  </a:cubicBezTo>
                  <a:lnTo>
                    <a:pt x="35" y="34"/>
                  </a:lnTo>
                  <a:cubicBezTo>
                    <a:pt x="35" y="34"/>
                    <a:pt x="34" y="34"/>
                    <a:pt x="33" y="34"/>
                  </a:cubicBezTo>
                  <a:cubicBezTo>
                    <a:pt x="17" y="51"/>
                    <a:pt x="0" y="68"/>
                    <a:pt x="0" y="68"/>
                  </a:cubicBezTo>
                  <a:cubicBezTo>
                    <a:pt x="14" y="59"/>
                    <a:pt x="28" y="52"/>
                    <a:pt x="44" y="47"/>
                  </a:cubicBezTo>
                  <a:lnTo>
                    <a:pt x="44" y="47"/>
                  </a:lnTo>
                  <a:cubicBezTo>
                    <a:pt x="75" y="92"/>
                    <a:pt x="113" y="130"/>
                    <a:pt x="150" y="168"/>
                  </a:cubicBezTo>
                  <a:cubicBezTo>
                    <a:pt x="201" y="218"/>
                    <a:pt x="267" y="268"/>
                    <a:pt x="318" y="302"/>
                  </a:cubicBezTo>
                  <a:cubicBezTo>
                    <a:pt x="368" y="335"/>
                    <a:pt x="401" y="352"/>
                    <a:pt x="451" y="368"/>
                  </a:cubicBezTo>
                  <a:cubicBezTo>
                    <a:pt x="460" y="377"/>
                    <a:pt x="472" y="381"/>
                    <a:pt x="487" y="381"/>
                  </a:cubicBezTo>
                  <a:cubicBezTo>
                    <a:pt x="501" y="381"/>
                    <a:pt x="518" y="377"/>
                    <a:pt x="535" y="368"/>
                  </a:cubicBezTo>
                  <a:cubicBezTo>
                    <a:pt x="551" y="352"/>
                    <a:pt x="568" y="318"/>
                    <a:pt x="568" y="302"/>
                  </a:cubicBezTo>
                  <a:cubicBezTo>
                    <a:pt x="535" y="118"/>
                    <a:pt x="368" y="1"/>
                    <a:pt x="1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62"/>
            <p:cNvSpPr/>
            <p:nvPr/>
          </p:nvSpPr>
          <p:spPr>
            <a:xfrm>
              <a:off x="1561425" y="3687475"/>
              <a:ext cx="6725" cy="10675"/>
            </a:xfrm>
            <a:custGeom>
              <a:avLst/>
              <a:gdLst/>
              <a:ahLst/>
              <a:cxnLst/>
              <a:rect l="l" t="t" r="r" b="b"/>
              <a:pathLst>
                <a:path w="269" h="427" extrusionOk="0">
                  <a:moveTo>
                    <a:pt x="147" y="1"/>
                  </a:moveTo>
                  <a:cubicBezTo>
                    <a:pt x="126" y="1"/>
                    <a:pt x="109" y="9"/>
                    <a:pt x="101" y="26"/>
                  </a:cubicBezTo>
                  <a:cubicBezTo>
                    <a:pt x="68" y="59"/>
                    <a:pt x="51" y="76"/>
                    <a:pt x="51" y="109"/>
                  </a:cubicBezTo>
                  <a:cubicBezTo>
                    <a:pt x="34" y="160"/>
                    <a:pt x="17" y="210"/>
                    <a:pt x="17" y="277"/>
                  </a:cubicBezTo>
                  <a:cubicBezTo>
                    <a:pt x="1" y="310"/>
                    <a:pt x="1" y="360"/>
                    <a:pt x="17" y="410"/>
                  </a:cubicBezTo>
                  <a:cubicBezTo>
                    <a:pt x="34" y="410"/>
                    <a:pt x="17" y="360"/>
                    <a:pt x="34" y="277"/>
                  </a:cubicBezTo>
                  <a:cubicBezTo>
                    <a:pt x="51" y="226"/>
                    <a:pt x="68" y="176"/>
                    <a:pt x="84" y="126"/>
                  </a:cubicBezTo>
                  <a:cubicBezTo>
                    <a:pt x="98" y="85"/>
                    <a:pt x="134" y="34"/>
                    <a:pt x="164" y="34"/>
                  </a:cubicBezTo>
                  <a:cubicBezTo>
                    <a:pt x="171" y="34"/>
                    <a:pt x="178" y="36"/>
                    <a:pt x="185" y="43"/>
                  </a:cubicBezTo>
                  <a:cubicBezTo>
                    <a:pt x="218" y="93"/>
                    <a:pt x="218" y="160"/>
                    <a:pt x="201" y="210"/>
                  </a:cubicBezTo>
                  <a:cubicBezTo>
                    <a:pt x="185" y="260"/>
                    <a:pt x="168" y="293"/>
                    <a:pt x="134" y="343"/>
                  </a:cubicBezTo>
                  <a:cubicBezTo>
                    <a:pt x="101" y="377"/>
                    <a:pt x="68" y="393"/>
                    <a:pt x="34" y="427"/>
                  </a:cubicBezTo>
                  <a:cubicBezTo>
                    <a:pt x="84" y="427"/>
                    <a:pt x="118" y="393"/>
                    <a:pt x="151" y="360"/>
                  </a:cubicBezTo>
                  <a:cubicBezTo>
                    <a:pt x="185" y="310"/>
                    <a:pt x="218" y="277"/>
                    <a:pt x="235" y="226"/>
                  </a:cubicBezTo>
                  <a:cubicBezTo>
                    <a:pt x="268" y="160"/>
                    <a:pt x="251" y="76"/>
                    <a:pt x="218" y="26"/>
                  </a:cubicBezTo>
                  <a:cubicBezTo>
                    <a:pt x="193" y="9"/>
                    <a:pt x="168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62"/>
            <p:cNvSpPr/>
            <p:nvPr/>
          </p:nvSpPr>
          <p:spPr>
            <a:xfrm>
              <a:off x="1511300" y="3627125"/>
              <a:ext cx="10475" cy="36775"/>
            </a:xfrm>
            <a:custGeom>
              <a:avLst/>
              <a:gdLst/>
              <a:ahLst/>
              <a:cxnLst/>
              <a:rect l="l" t="t" r="r" b="b"/>
              <a:pathLst>
                <a:path w="419" h="1471" extrusionOk="0">
                  <a:moveTo>
                    <a:pt x="17" y="0"/>
                  </a:moveTo>
                  <a:lnTo>
                    <a:pt x="17" y="0"/>
                  </a:lnTo>
                  <a:cubicBezTo>
                    <a:pt x="1" y="17"/>
                    <a:pt x="84" y="67"/>
                    <a:pt x="151" y="201"/>
                  </a:cubicBezTo>
                  <a:cubicBezTo>
                    <a:pt x="368" y="518"/>
                    <a:pt x="368" y="936"/>
                    <a:pt x="168" y="1270"/>
                  </a:cubicBezTo>
                  <a:cubicBezTo>
                    <a:pt x="84" y="1404"/>
                    <a:pt x="17" y="1454"/>
                    <a:pt x="17" y="1471"/>
                  </a:cubicBezTo>
                  <a:cubicBezTo>
                    <a:pt x="51" y="1454"/>
                    <a:pt x="68" y="1437"/>
                    <a:pt x="68" y="1421"/>
                  </a:cubicBezTo>
                  <a:cubicBezTo>
                    <a:pt x="118" y="1387"/>
                    <a:pt x="151" y="1337"/>
                    <a:pt x="185" y="1287"/>
                  </a:cubicBezTo>
                  <a:cubicBezTo>
                    <a:pt x="418" y="953"/>
                    <a:pt x="418" y="518"/>
                    <a:pt x="185" y="184"/>
                  </a:cubicBezTo>
                  <a:cubicBezTo>
                    <a:pt x="151" y="134"/>
                    <a:pt x="101" y="84"/>
                    <a:pt x="68" y="51"/>
                  </a:cubicBezTo>
                  <a:cubicBezTo>
                    <a:pt x="34" y="17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62"/>
            <p:cNvSpPr/>
            <p:nvPr/>
          </p:nvSpPr>
          <p:spPr>
            <a:xfrm>
              <a:off x="1516725" y="3612500"/>
              <a:ext cx="25925" cy="20500"/>
            </a:xfrm>
            <a:custGeom>
              <a:avLst/>
              <a:gdLst/>
              <a:ahLst/>
              <a:cxnLst/>
              <a:rect l="l" t="t" r="r" b="b"/>
              <a:pathLst>
                <a:path w="1037" h="820" extrusionOk="0">
                  <a:moveTo>
                    <a:pt x="1037" y="1"/>
                  </a:moveTo>
                  <a:lnTo>
                    <a:pt x="1037" y="1"/>
                  </a:lnTo>
                  <a:cubicBezTo>
                    <a:pt x="853" y="134"/>
                    <a:pt x="686" y="268"/>
                    <a:pt x="519" y="402"/>
                  </a:cubicBezTo>
                  <a:cubicBezTo>
                    <a:pt x="335" y="535"/>
                    <a:pt x="168" y="669"/>
                    <a:pt x="1" y="819"/>
                  </a:cubicBezTo>
                  <a:cubicBezTo>
                    <a:pt x="369" y="569"/>
                    <a:pt x="719" y="301"/>
                    <a:pt x="10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62"/>
            <p:cNvSpPr/>
            <p:nvPr/>
          </p:nvSpPr>
          <p:spPr>
            <a:xfrm>
              <a:off x="1524250" y="3666800"/>
              <a:ext cx="14650" cy="18400"/>
            </a:xfrm>
            <a:custGeom>
              <a:avLst/>
              <a:gdLst/>
              <a:ahLst/>
              <a:cxnLst/>
              <a:rect l="l" t="t" r="r" b="b"/>
              <a:pathLst>
                <a:path w="586" h="736" extrusionOk="0">
                  <a:moveTo>
                    <a:pt x="1" y="1"/>
                  </a:moveTo>
                  <a:cubicBezTo>
                    <a:pt x="68" y="151"/>
                    <a:pt x="151" y="285"/>
                    <a:pt x="251" y="402"/>
                  </a:cubicBezTo>
                  <a:cubicBezTo>
                    <a:pt x="352" y="535"/>
                    <a:pt x="452" y="636"/>
                    <a:pt x="585" y="736"/>
                  </a:cubicBezTo>
                  <a:cubicBezTo>
                    <a:pt x="585" y="736"/>
                    <a:pt x="452" y="586"/>
                    <a:pt x="285" y="385"/>
                  </a:cubicBezTo>
                  <a:cubicBezTo>
                    <a:pt x="118" y="168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62"/>
            <p:cNvSpPr/>
            <p:nvPr/>
          </p:nvSpPr>
          <p:spPr>
            <a:xfrm>
              <a:off x="1511725" y="3654700"/>
              <a:ext cx="2950" cy="4600"/>
            </a:xfrm>
            <a:custGeom>
              <a:avLst/>
              <a:gdLst/>
              <a:ahLst/>
              <a:cxnLst/>
              <a:rect l="l" t="t" r="r" b="b"/>
              <a:pathLst>
                <a:path w="118" h="184" extrusionOk="0">
                  <a:moveTo>
                    <a:pt x="101" y="0"/>
                  </a:moveTo>
                  <a:cubicBezTo>
                    <a:pt x="84" y="0"/>
                    <a:pt x="67" y="50"/>
                    <a:pt x="51" y="84"/>
                  </a:cubicBezTo>
                  <a:cubicBezTo>
                    <a:pt x="34" y="134"/>
                    <a:pt x="0" y="167"/>
                    <a:pt x="17" y="184"/>
                  </a:cubicBezTo>
                  <a:cubicBezTo>
                    <a:pt x="17" y="184"/>
                    <a:pt x="67" y="167"/>
                    <a:pt x="84" y="100"/>
                  </a:cubicBezTo>
                  <a:cubicBezTo>
                    <a:pt x="117" y="50"/>
                    <a:pt x="117" y="0"/>
                    <a:pt x="1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62"/>
            <p:cNvSpPr/>
            <p:nvPr/>
          </p:nvSpPr>
          <p:spPr>
            <a:xfrm>
              <a:off x="1515475" y="3645500"/>
              <a:ext cx="1275" cy="4200"/>
            </a:xfrm>
            <a:custGeom>
              <a:avLst/>
              <a:gdLst/>
              <a:ahLst/>
              <a:cxnLst/>
              <a:rect l="l" t="t" r="r" b="b"/>
              <a:pathLst>
                <a:path w="51" h="168" extrusionOk="0">
                  <a:moveTo>
                    <a:pt x="34" y="1"/>
                  </a:moveTo>
                  <a:cubicBezTo>
                    <a:pt x="18" y="1"/>
                    <a:pt x="1" y="34"/>
                    <a:pt x="1" y="84"/>
                  </a:cubicBezTo>
                  <a:cubicBezTo>
                    <a:pt x="1" y="134"/>
                    <a:pt x="1" y="168"/>
                    <a:pt x="18" y="168"/>
                  </a:cubicBezTo>
                  <a:cubicBezTo>
                    <a:pt x="18" y="168"/>
                    <a:pt x="34" y="134"/>
                    <a:pt x="34" y="84"/>
                  </a:cubicBezTo>
                  <a:cubicBezTo>
                    <a:pt x="51" y="34"/>
                    <a:pt x="34" y="1"/>
                    <a:pt x="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62"/>
            <p:cNvSpPr/>
            <p:nvPr/>
          </p:nvSpPr>
          <p:spPr>
            <a:xfrm>
              <a:off x="1513400" y="3636725"/>
              <a:ext cx="2525" cy="4625"/>
            </a:xfrm>
            <a:custGeom>
              <a:avLst/>
              <a:gdLst/>
              <a:ahLst/>
              <a:cxnLst/>
              <a:rect l="l" t="t" r="r" b="b"/>
              <a:pathLst>
                <a:path w="101" h="185" extrusionOk="0">
                  <a:moveTo>
                    <a:pt x="0" y="1"/>
                  </a:moveTo>
                  <a:cubicBezTo>
                    <a:pt x="0" y="17"/>
                    <a:pt x="17" y="51"/>
                    <a:pt x="34" y="84"/>
                  </a:cubicBezTo>
                  <a:cubicBezTo>
                    <a:pt x="50" y="134"/>
                    <a:pt x="50" y="185"/>
                    <a:pt x="67" y="185"/>
                  </a:cubicBezTo>
                  <a:cubicBezTo>
                    <a:pt x="84" y="185"/>
                    <a:pt x="101" y="134"/>
                    <a:pt x="84" y="84"/>
                  </a:cubicBezTo>
                  <a:cubicBezTo>
                    <a:pt x="50" y="17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62"/>
            <p:cNvSpPr/>
            <p:nvPr/>
          </p:nvSpPr>
          <p:spPr>
            <a:xfrm>
              <a:off x="1510475" y="3631125"/>
              <a:ext cx="1700" cy="2400"/>
            </a:xfrm>
            <a:custGeom>
              <a:avLst/>
              <a:gdLst/>
              <a:ahLst/>
              <a:cxnLst/>
              <a:rect l="l" t="t" r="r" b="b"/>
              <a:pathLst>
                <a:path w="68" h="96" extrusionOk="0">
                  <a:moveTo>
                    <a:pt x="30" y="1"/>
                  </a:moveTo>
                  <a:cubicBezTo>
                    <a:pt x="26" y="1"/>
                    <a:pt x="21" y="3"/>
                    <a:pt x="17" y="8"/>
                  </a:cubicBezTo>
                  <a:cubicBezTo>
                    <a:pt x="0" y="8"/>
                    <a:pt x="0" y="24"/>
                    <a:pt x="17" y="58"/>
                  </a:cubicBezTo>
                  <a:cubicBezTo>
                    <a:pt x="17" y="71"/>
                    <a:pt x="28" y="96"/>
                    <a:pt x="41" y="96"/>
                  </a:cubicBezTo>
                  <a:cubicBezTo>
                    <a:pt x="44" y="96"/>
                    <a:pt x="47" y="94"/>
                    <a:pt x="50" y="91"/>
                  </a:cubicBezTo>
                  <a:cubicBezTo>
                    <a:pt x="67" y="91"/>
                    <a:pt x="67" y="74"/>
                    <a:pt x="50" y="41"/>
                  </a:cubicBezTo>
                  <a:cubicBezTo>
                    <a:pt x="50" y="16"/>
                    <a:pt x="41" y="1"/>
                    <a:pt x="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62"/>
            <p:cNvSpPr/>
            <p:nvPr/>
          </p:nvSpPr>
          <p:spPr>
            <a:xfrm>
              <a:off x="2108225" y="3504325"/>
              <a:ext cx="149150" cy="69600"/>
            </a:xfrm>
            <a:custGeom>
              <a:avLst/>
              <a:gdLst/>
              <a:ahLst/>
              <a:cxnLst/>
              <a:rect l="l" t="t" r="r" b="b"/>
              <a:pathLst>
                <a:path w="5966" h="2784" extrusionOk="0">
                  <a:moveTo>
                    <a:pt x="117" y="0"/>
                  </a:moveTo>
                  <a:lnTo>
                    <a:pt x="0" y="2506"/>
                  </a:lnTo>
                  <a:lnTo>
                    <a:pt x="201" y="2523"/>
                  </a:lnTo>
                  <a:cubicBezTo>
                    <a:pt x="906" y="2590"/>
                    <a:pt x="3341" y="2784"/>
                    <a:pt x="4605" y="2784"/>
                  </a:cubicBezTo>
                  <a:cubicBezTo>
                    <a:pt x="4928" y="2784"/>
                    <a:pt x="5175" y="2771"/>
                    <a:pt x="5297" y="2740"/>
                  </a:cubicBezTo>
                  <a:cubicBezTo>
                    <a:pt x="5965" y="2557"/>
                    <a:pt x="3275" y="1838"/>
                    <a:pt x="3275" y="1838"/>
                  </a:cubicBezTo>
                  <a:lnTo>
                    <a:pt x="3325" y="117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62"/>
            <p:cNvSpPr/>
            <p:nvPr/>
          </p:nvSpPr>
          <p:spPr>
            <a:xfrm>
              <a:off x="2108625" y="3543525"/>
              <a:ext cx="28850" cy="23900"/>
            </a:xfrm>
            <a:custGeom>
              <a:avLst/>
              <a:gdLst/>
              <a:ahLst/>
              <a:cxnLst/>
              <a:rect l="l" t="t" r="r" b="b"/>
              <a:pathLst>
                <a:path w="1154" h="956" extrusionOk="0">
                  <a:moveTo>
                    <a:pt x="93" y="1"/>
                  </a:moveTo>
                  <a:cubicBezTo>
                    <a:pt x="73" y="1"/>
                    <a:pt x="54" y="2"/>
                    <a:pt x="34" y="3"/>
                  </a:cubicBezTo>
                  <a:lnTo>
                    <a:pt x="1" y="888"/>
                  </a:lnTo>
                  <a:lnTo>
                    <a:pt x="1154" y="955"/>
                  </a:lnTo>
                  <a:cubicBezTo>
                    <a:pt x="1120" y="688"/>
                    <a:pt x="987" y="437"/>
                    <a:pt x="770" y="253"/>
                  </a:cubicBezTo>
                  <a:cubicBezTo>
                    <a:pt x="584" y="98"/>
                    <a:pt x="340" y="1"/>
                    <a:pt x="93" y="1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62"/>
            <p:cNvSpPr/>
            <p:nvPr/>
          </p:nvSpPr>
          <p:spPr>
            <a:xfrm>
              <a:off x="2108225" y="3560300"/>
              <a:ext cx="138275" cy="13250"/>
            </a:xfrm>
            <a:custGeom>
              <a:avLst/>
              <a:gdLst/>
              <a:ahLst/>
              <a:cxnLst/>
              <a:rect l="l" t="t" r="r" b="b"/>
              <a:pathLst>
                <a:path w="5531" h="530" extrusionOk="0">
                  <a:moveTo>
                    <a:pt x="4578" y="0"/>
                  </a:moveTo>
                  <a:cubicBezTo>
                    <a:pt x="4395" y="0"/>
                    <a:pt x="4278" y="401"/>
                    <a:pt x="4278" y="401"/>
                  </a:cubicBezTo>
                  <a:lnTo>
                    <a:pt x="17" y="201"/>
                  </a:lnTo>
                  <a:lnTo>
                    <a:pt x="0" y="267"/>
                  </a:lnTo>
                  <a:cubicBezTo>
                    <a:pt x="1162" y="411"/>
                    <a:pt x="3369" y="529"/>
                    <a:pt x="4571" y="529"/>
                  </a:cubicBezTo>
                  <a:cubicBezTo>
                    <a:pt x="5046" y="529"/>
                    <a:pt x="5364" y="511"/>
                    <a:pt x="5397" y="468"/>
                  </a:cubicBezTo>
                  <a:cubicBezTo>
                    <a:pt x="5531" y="318"/>
                    <a:pt x="4578" y="0"/>
                    <a:pt x="4578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62"/>
            <p:cNvSpPr/>
            <p:nvPr/>
          </p:nvSpPr>
          <p:spPr>
            <a:xfrm>
              <a:off x="2107375" y="3564875"/>
              <a:ext cx="136200" cy="5875"/>
            </a:xfrm>
            <a:custGeom>
              <a:avLst/>
              <a:gdLst/>
              <a:ahLst/>
              <a:cxnLst/>
              <a:rect l="l" t="t" r="r" b="b"/>
              <a:pathLst>
                <a:path w="5448" h="235" extrusionOk="0">
                  <a:moveTo>
                    <a:pt x="1" y="1"/>
                  </a:moveTo>
                  <a:cubicBezTo>
                    <a:pt x="18" y="18"/>
                    <a:pt x="34" y="18"/>
                    <a:pt x="51" y="18"/>
                  </a:cubicBezTo>
                  <a:cubicBezTo>
                    <a:pt x="101" y="18"/>
                    <a:pt x="151" y="34"/>
                    <a:pt x="218" y="34"/>
                  </a:cubicBezTo>
                  <a:lnTo>
                    <a:pt x="786" y="84"/>
                  </a:lnTo>
                  <a:cubicBezTo>
                    <a:pt x="1287" y="118"/>
                    <a:pt x="1972" y="151"/>
                    <a:pt x="2724" y="185"/>
                  </a:cubicBezTo>
                  <a:cubicBezTo>
                    <a:pt x="3476" y="218"/>
                    <a:pt x="4145" y="235"/>
                    <a:pt x="4646" y="235"/>
                  </a:cubicBezTo>
                  <a:lnTo>
                    <a:pt x="5381" y="235"/>
                  </a:lnTo>
                  <a:cubicBezTo>
                    <a:pt x="5414" y="235"/>
                    <a:pt x="5431" y="235"/>
                    <a:pt x="5448" y="218"/>
                  </a:cubicBezTo>
                  <a:lnTo>
                    <a:pt x="5231" y="218"/>
                  </a:lnTo>
                  <a:lnTo>
                    <a:pt x="4646" y="201"/>
                  </a:lnTo>
                  <a:cubicBezTo>
                    <a:pt x="4145" y="201"/>
                    <a:pt x="3476" y="185"/>
                    <a:pt x="2724" y="151"/>
                  </a:cubicBezTo>
                  <a:cubicBezTo>
                    <a:pt x="1972" y="118"/>
                    <a:pt x="1287" y="84"/>
                    <a:pt x="803" y="51"/>
                  </a:cubicBezTo>
                  <a:lnTo>
                    <a:pt x="218" y="18"/>
                  </a:lnTo>
                  <a:lnTo>
                    <a:pt x="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62"/>
            <p:cNvSpPr/>
            <p:nvPr/>
          </p:nvSpPr>
          <p:spPr>
            <a:xfrm>
              <a:off x="2215150" y="3559450"/>
              <a:ext cx="8375" cy="12150"/>
            </a:xfrm>
            <a:custGeom>
              <a:avLst/>
              <a:gdLst/>
              <a:ahLst/>
              <a:cxnLst/>
              <a:rect l="l" t="t" r="r" b="b"/>
              <a:pathLst>
                <a:path w="335" h="486" extrusionOk="0">
                  <a:moveTo>
                    <a:pt x="335" y="1"/>
                  </a:moveTo>
                  <a:lnTo>
                    <a:pt x="335" y="1"/>
                  </a:lnTo>
                  <a:cubicBezTo>
                    <a:pt x="134" y="68"/>
                    <a:pt x="1" y="268"/>
                    <a:pt x="1" y="485"/>
                  </a:cubicBezTo>
                  <a:cubicBezTo>
                    <a:pt x="51" y="285"/>
                    <a:pt x="168" y="118"/>
                    <a:pt x="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62"/>
            <p:cNvSpPr/>
            <p:nvPr/>
          </p:nvSpPr>
          <p:spPr>
            <a:xfrm>
              <a:off x="2191750" y="3551925"/>
              <a:ext cx="5050" cy="6725"/>
            </a:xfrm>
            <a:custGeom>
              <a:avLst/>
              <a:gdLst/>
              <a:ahLst/>
              <a:cxnLst/>
              <a:rect l="l" t="t" r="r" b="b"/>
              <a:pathLst>
                <a:path w="202" h="269" extrusionOk="0">
                  <a:moveTo>
                    <a:pt x="201" y="1"/>
                  </a:moveTo>
                  <a:cubicBezTo>
                    <a:pt x="185" y="1"/>
                    <a:pt x="135" y="51"/>
                    <a:pt x="85" y="118"/>
                  </a:cubicBezTo>
                  <a:cubicBezTo>
                    <a:pt x="34" y="201"/>
                    <a:pt x="1" y="268"/>
                    <a:pt x="18" y="268"/>
                  </a:cubicBezTo>
                  <a:cubicBezTo>
                    <a:pt x="18" y="268"/>
                    <a:pt x="68" y="218"/>
                    <a:pt x="118" y="151"/>
                  </a:cubicBezTo>
                  <a:cubicBezTo>
                    <a:pt x="168" y="68"/>
                    <a:pt x="201" y="18"/>
                    <a:pt x="2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62"/>
            <p:cNvSpPr/>
            <p:nvPr/>
          </p:nvSpPr>
          <p:spPr>
            <a:xfrm>
              <a:off x="2185500" y="3550575"/>
              <a:ext cx="5450" cy="4425"/>
            </a:xfrm>
            <a:custGeom>
              <a:avLst/>
              <a:gdLst/>
              <a:ahLst/>
              <a:cxnLst/>
              <a:rect l="l" t="t" r="r" b="b"/>
              <a:pathLst>
                <a:path w="218" h="177" extrusionOk="0">
                  <a:moveTo>
                    <a:pt x="212" y="0"/>
                  </a:moveTo>
                  <a:cubicBezTo>
                    <a:pt x="194" y="0"/>
                    <a:pt x="142" y="30"/>
                    <a:pt x="101" y="72"/>
                  </a:cubicBezTo>
                  <a:cubicBezTo>
                    <a:pt x="50" y="122"/>
                    <a:pt x="0" y="172"/>
                    <a:pt x="17" y="172"/>
                  </a:cubicBezTo>
                  <a:cubicBezTo>
                    <a:pt x="17" y="175"/>
                    <a:pt x="19" y="176"/>
                    <a:pt x="22" y="176"/>
                  </a:cubicBezTo>
                  <a:cubicBezTo>
                    <a:pt x="35" y="176"/>
                    <a:pt x="76" y="146"/>
                    <a:pt x="117" y="105"/>
                  </a:cubicBezTo>
                  <a:cubicBezTo>
                    <a:pt x="184" y="55"/>
                    <a:pt x="218" y="5"/>
                    <a:pt x="218" y="5"/>
                  </a:cubicBezTo>
                  <a:cubicBezTo>
                    <a:pt x="218" y="2"/>
                    <a:pt x="215" y="0"/>
                    <a:pt x="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62"/>
            <p:cNvSpPr/>
            <p:nvPr/>
          </p:nvSpPr>
          <p:spPr>
            <a:xfrm>
              <a:off x="2180900" y="3541900"/>
              <a:ext cx="9225" cy="1575"/>
            </a:xfrm>
            <a:custGeom>
              <a:avLst/>
              <a:gdLst/>
              <a:ahLst/>
              <a:cxnLst/>
              <a:rect l="l" t="t" r="r" b="b"/>
              <a:pathLst>
                <a:path w="369" h="63" extrusionOk="0">
                  <a:moveTo>
                    <a:pt x="1" y="1"/>
                  </a:moveTo>
                  <a:cubicBezTo>
                    <a:pt x="51" y="34"/>
                    <a:pt x="118" y="51"/>
                    <a:pt x="184" y="51"/>
                  </a:cubicBezTo>
                  <a:cubicBezTo>
                    <a:pt x="205" y="58"/>
                    <a:pt x="232" y="62"/>
                    <a:pt x="259" y="62"/>
                  </a:cubicBezTo>
                  <a:cubicBezTo>
                    <a:pt x="298" y="62"/>
                    <a:pt x="339" y="54"/>
                    <a:pt x="368" y="34"/>
                  </a:cubicBezTo>
                  <a:cubicBezTo>
                    <a:pt x="301" y="18"/>
                    <a:pt x="251" y="18"/>
                    <a:pt x="184" y="18"/>
                  </a:cubicBezTo>
                  <a:cubicBezTo>
                    <a:pt x="118" y="1"/>
                    <a:pt x="51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62"/>
            <p:cNvSpPr/>
            <p:nvPr/>
          </p:nvSpPr>
          <p:spPr>
            <a:xfrm>
              <a:off x="2195100" y="3544950"/>
              <a:ext cx="15475" cy="8275"/>
            </a:xfrm>
            <a:custGeom>
              <a:avLst/>
              <a:gdLst/>
              <a:ahLst/>
              <a:cxnLst/>
              <a:rect l="l" t="t" r="r" b="b"/>
              <a:pathLst>
                <a:path w="619" h="331" extrusionOk="0">
                  <a:moveTo>
                    <a:pt x="402" y="36"/>
                  </a:moveTo>
                  <a:cubicBezTo>
                    <a:pt x="454" y="36"/>
                    <a:pt x="510" y="48"/>
                    <a:pt x="552" y="79"/>
                  </a:cubicBezTo>
                  <a:cubicBezTo>
                    <a:pt x="585" y="96"/>
                    <a:pt x="569" y="130"/>
                    <a:pt x="535" y="163"/>
                  </a:cubicBezTo>
                  <a:cubicBezTo>
                    <a:pt x="502" y="180"/>
                    <a:pt x="452" y="196"/>
                    <a:pt x="418" y="196"/>
                  </a:cubicBezTo>
                  <a:cubicBezTo>
                    <a:pt x="352" y="230"/>
                    <a:pt x="268" y="230"/>
                    <a:pt x="201" y="247"/>
                  </a:cubicBezTo>
                  <a:cubicBezTo>
                    <a:pt x="144" y="255"/>
                    <a:pt x="95" y="259"/>
                    <a:pt x="60" y="261"/>
                  </a:cubicBezTo>
                  <a:lnTo>
                    <a:pt x="60" y="261"/>
                  </a:lnTo>
                  <a:cubicBezTo>
                    <a:pt x="78" y="224"/>
                    <a:pt x="103" y="188"/>
                    <a:pt x="134" y="146"/>
                  </a:cubicBezTo>
                  <a:cubicBezTo>
                    <a:pt x="184" y="96"/>
                    <a:pt x="235" y="63"/>
                    <a:pt x="318" y="46"/>
                  </a:cubicBezTo>
                  <a:cubicBezTo>
                    <a:pt x="343" y="40"/>
                    <a:pt x="372" y="36"/>
                    <a:pt x="402" y="36"/>
                  </a:cubicBezTo>
                  <a:close/>
                  <a:moveTo>
                    <a:pt x="395" y="0"/>
                  </a:moveTo>
                  <a:cubicBezTo>
                    <a:pt x="285" y="0"/>
                    <a:pt x="181" y="45"/>
                    <a:pt x="118" y="130"/>
                  </a:cubicBezTo>
                  <a:cubicBezTo>
                    <a:pt x="84" y="179"/>
                    <a:pt x="51" y="213"/>
                    <a:pt x="34" y="262"/>
                  </a:cubicBezTo>
                  <a:lnTo>
                    <a:pt x="34" y="262"/>
                  </a:lnTo>
                  <a:cubicBezTo>
                    <a:pt x="13" y="263"/>
                    <a:pt x="1" y="263"/>
                    <a:pt x="1" y="263"/>
                  </a:cubicBezTo>
                  <a:cubicBezTo>
                    <a:pt x="12" y="266"/>
                    <a:pt x="23" y="268"/>
                    <a:pt x="34" y="270"/>
                  </a:cubicBezTo>
                  <a:lnTo>
                    <a:pt x="34" y="270"/>
                  </a:lnTo>
                  <a:cubicBezTo>
                    <a:pt x="34" y="288"/>
                    <a:pt x="34" y="315"/>
                    <a:pt x="34" y="330"/>
                  </a:cubicBezTo>
                  <a:cubicBezTo>
                    <a:pt x="39" y="310"/>
                    <a:pt x="46" y="291"/>
                    <a:pt x="54" y="273"/>
                  </a:cubicBezTo>
                  <a:lnTo>
                    <a:pt x="54" y="273"/>
                  </a:lnTo>
                  <a:cubicBezTo>
                    <a:pt x="103" y="280"/>
                    <a:pt x="152" y="280"/>
                    <a:pt x="201" y="280"/>
                  </a:cubicBezTo>
                  <a:cubicBezTo>
                    <a:pt x="285" y="263"/>
                    <a:pt x="352" y="263"/>
                    <a:pt x="435" y="230"/>
                  </a:cubicBezTo>
                  <a:cubicBezTo>
                    <a:pt x="469" y="230"/>
                    <a:pt x="519" y="213"/>
                    <a:pt x="552" y="196"/>
                  </a:cubicBezTo>
                  <a:cubicBezTo>
                    <a:pt x="585" y="180"/>
                    <a:pt x="602" y="146"/>
                    <a:pt x="602" y="130"/>
                  </a:cubicBezTo>
                  <a:cubicBezTo>
                    <a:pt x="619" y="96"/>
                    <a:pt x="602" y="63"/>
                    <a:pt x="585" y="46"/>
                  </a:cubicBezTo>
                  <a:cubicBezTo>
                    <a:pt x="524" y="15"/>
                    <a:pt x="458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62"/>
            <p:cNvSpPr/>
            <p:nvPr/>
          </p:nvSpPr>
          <p:spPr>
            <a:xfrm>
              <a:off x="2189675" y="3541900"/>
              <a:ext cx="7550" cy="10050"/>
            </a:xfrm>
            <a:custGeom>
              <a:avLst/>
              <a:gdLst/>
              <a:ahLst/>
              <a:cxnLst/>
              <a:rect l="l" t="t" r="r" b="b"/>
              <a:pathLst>
                <a:path w="302" h="402" extrusionOk="0">
                  <a:moveTo>
                    <a:pt x="84" y="1"/>
                  </a:moveTo>
                  <a:cubicBezTo>
                    <a:pt x="34" y="1"/>
                    <a:pt x="0" y="51"/>
                    <a:pt x="17" y="84"/>
                  </a:cubicBezTo>
                  <a:cubicBezTo>
                    <a:pt x="17" y="118"/>
                    <a:pt x="34" y="151"/>
                    <a:pt x="51" y="185"/>
                  </a:cubicBezTo>
                  <a:cubicBezTo>
                    <a:pt x="67" y="235"/>
                    <a:pt x="101" y="268"/>
                    <a:pt x="134" y="318"/>
                  </a:cubicBezTo>
                  <a:cubicBezTo>
                    <a:pt x="168" y="352"/>
                    <a:pt x="201" y="385"/>
                    <a:pt x="251" y="402"/>
                  </a:cubicBezTo>
                  <a:cubicBezTo>
                    <a:pt x="251" y="402"/>
                    <a:pt x="218" y="369"/>
                    <a:pt x="151" y="302"/>
                  </a:cubicBezTo>
                  <a:cubicBezTo>
                    <a:pt x="134" y="252"/>
                    <a:pt x="101" y="218"/>
                    <a:pt x="84" y="168"/>
                  </a:cubicBezTo>
                  <a:cubicBezTo>
                    <a:pt x="51" y="118"/>
                    <a:pt x="34" y="51"/>
                    <a:pt x="84" y="34"/>
                  </a:cubicBezTo>
                  <a:cubicBezTo>
                    <a:pt x="134" y="34"/>
                    <a:pt x="184" y="84"/>
                    <a:pt x="218" y="135"/>
                  </a:cubicBezTo>
                  <a:cubicBezTo>
                    <a:pt x="251" y="168"/>
                    <a:pt x="268" y="218"/>
                    <a:pt x="268" y="268"/>
                  </a:cubicBezTo>
                  <a:cubicBezTo>
                    <a:pt x="268" y="318"/>
                    <a:pt x="268" y="352"/>
                    <a:pt x="268" y="402"/>
                  </a:cubicBezTo>
                  <a:cubicBezTo>
                    <a:pt x="301" y="369"/>
                    <a:pt x="301" y="318"/>
                    <a:pt x="301" y="268"/>
                  </a:cubicBezTo>
                  <a:cubicBezTo>
                    <a:pt x="301" y="201"/>
                    <a:pt x="284" y="151"/>
                    <a:pt x="251" y="101"/>
                  </a:cubicBezTo>
                  <a:cubicBezTo>
                    <a:pt x="218" y="51"/>
                    <a:pt x="151" y="1"/>
                    <a:pt x="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62"/>
            <p:cNvSpPr/>
            <p:nvPr/>
          </p:nvSpPr>
          <p:spPr>
            <a:xfrm>
              <a:off x="2109900" y="3542750"/>
              <a:ext cx="27575" cy="24250"/>
            </a:xfrm>
            <a:custGeom>
              <a:avLst/>
              <a:gdLst/>
              <a:ahLst/>
              <a:cxnLst/>
              <a:rect l="l" t="t" r="r" b="b"/>
              <a:pathLst>
                <a:path w="1103" h="970" extrusionOk="0">
                  <a:moveTo>
                    <a:pt x="67" y="0"/>
                  </a:moveTo>
                  <a:cubicBezTo>
                    <a:pt x="34" y="0"/>
                    <a:pt x="17" y="17"/>
                    <a:pt x="0" y="17"/>
                  </a:cubicBezTo>
                  <a:cubicBezTo>
                    <a:pt x="0" y="17"/>
                    <a:pt x="84" y="17"/>
                    <a:pt x="234" y="34"/>
                  </a:cubicBezTo>
                  <a:cubicBezTo>
                    <a:pt x="618" y="84"/>
                    <a:pt x="936" y="368"/>
                    <a:pt x="1053" y="736"/>
                  </a:cubicBezTo>
                  <a:cubicBezTo>
                    <a:pt x="1086" y="869"/>
                    <a:pt x="1086" y="969"/>
                    <a:pt x="1103" y="969"/>
                  </a:cubicBezTo>
                  <a:cubicBezTo>
                    <a:pt x="1103" y="953"/>
                    <a:pt x="1103" y="919"/>
                    <a:pt x="1103" y="903"/>
                  </a:cubicBezTo>
                  <a:cubicBezTo>
                    <a:pt x="1103" y="852"/>
                    <a:pt x="1086" y="786"/>
                    <a:pt x="1069" y="736"/>
                  </a:cubicBezTo>
                  <a:cubicBezTo>
                    <a:pt x="969" y="335"/>
                    <a:pt x="635" y="50"/>
                    <a:pt x="2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62"/>
            <p:cNvSpPr/>
            <p:nvPr/>
          </p:nvSpPr>
          <p:spPr>
            <a:xfrm>
              <a:off x="2117825" y="3510175"/>
              <a:ext cx="1700" cy="33025"/>
            </a:xfrm>
            <a:custGeom>
              <a:avLst/>
              <a:gdLst/>
              <a:ahLst/>
              <a:cxnLst/>
              <a:rect l="l" t="t" r="r" b="b"/>
              <a:pathLst>
                <a:path w="68" h="1321" extrusionOk="0">
                  <a:moveTo>
                    <a:pt x="67" y="0"/>
                  </a:moveTo>
                  <a:cubicBezTo>
                    <a:pt x="17" y="434"/>
                    <a:pt x="1" y="869"/>
                    <a:pt x="1" y="1320"/>
                  </a:cubicBezTo>
                  <a:cubicBezTo>
                    <a:pt x="34" y="1103"/>
                    <a:pt x="51" y="886"/>
                    <a:pt x="51" y="652"/>
                  </a:cubicBezTo>
                  <a:cubicBezTo>
                    <a:pt x="67" y="434"/>
                    <a:pt x="67" y="217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62"/>
            <p:cNvSpPr/>
            <p:nvPr/>
          </p:nvSpPr>
          <p:spPr>
            <a:xfrm>
              <a:off x="2147900" y="3559875"/>
              <a:ext cx="23425" cy="1975"/>
            </a:xfrm>
            <a:custGeom>
              <a:avLst/>
              <a:gdLst/>
              <a:ahLst/>
              <a:cxnLst/>
              <a:rect l="l" t="t" r="r" b="b"/>
              <a:pathLst>
                <a:path w="937" h="79" extrusionOk="0">
                  <a:moveTo>
                    <a:pt x="1" y="0"/>
                  </a:moveTo>
                  <a:lnTo>
                    <a:pt x="1" y="0"/>
                  </a:lnTo>
                  <a:cubicBezTo>
                    <a:pt x="151" y="51"/>
                    <a:pt x="301" y="67"/>
                    <a:pt x="468" y="67"/>
                  </a:cubicBezTo>
                  <a:cubicBezTo>
                    <a:pt x="531" y="74"/>
                    <a:pt x="596" y="78"/>
                    <a:pt x="662" y="78"/>
                  </a:cubicBezTo>
                  <a:cubicBezTo>
                    <a:pt x="754" y="78"/>
                    <a:pt x="848" y="70"/>
                    <a:pt x="936" y="51"/>
                  </a:cubicBezTo>
                  <a:cubicBezTo>
                    <a:pt x="936" y="42"/>
                    <a:pt x="882" y="42"/>
                    <a:pt x="796" y="42"/>
                  </a:cubicBezTo>
                  <a:cubicBezTo>
                    <a:pt x="711" y="42"/>
                    <a:pt x="594" y="42"/>
                    <a:pt x="468" y="34"/>
                  </a:cubicBezTo>
                  <a:cubicBezTo>
                    <a:pt x="218" y="17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62"/>
            <p:cNvSpPr/>
            <p:nvPr/>
          </p:nvSpPr>
          <p:spPr>
            <a:xfrm>
              <a:off x="2132025" y="3559350"/>
              <a:ext cx="2525" cy="4725"/>
            </a:xfrm>
            <a:custGeom>
              <a:avLst/>
              <a:gdLst/>
              <a:ahLst/>
              <a:cxnLst/>
              <a:rect l="l" t="t" r="r" b="b"/>
              <a:pathLst>
                <a:path w="101" h="189" extrusionOk="0">
                  <a:moveTo>
                    <a:pt x="11" y="0"/>
                  </a:moveTo>
                  <a:cubicBezTo>
                    <a:pt x="7" y="0"/>
                    <a:pt x="4" y="2"/>
                    <a:pt x="1" y="5"/>
                  </a:cubicBezTo>
                  <a:cubicBezTo>
                    <a:pt x="1" y="5"/>
                    <a:pt x="17" y="38"/>
                    <a:pt x="34" y="88"/>
                  </a:cubicBezTo>
                  <a:cubicBezTo>
                    <a:pt x="68" y="138"/>
                    <a:pt x="68" y="188"/>
                    <a:pt x="84" y="188"/>
                  </a:cubicBezTo>
                  <a:cubicBezTo>
                    <a:pt x="84" y="188"/>
                    <a:pt x="101" y="138"/>
                    <a:pt x="84" y="88"/>
                  </a:cubicBezTo>
                  <a:cubicBezTo>
                    <a:pt x="57" y="33"/>
                    <a:pt x="29" y="0"/>
                    <a:pt x="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62"/>
            <p:cNvSpPr/>
            <p:nvPr/>
          </p:nvSpPr>
          <p:spPr>
            <a:xfrm>
              <a:off x="2126175" y="3551825"/>
              <a:ext cx="3375" cy="3175"/>
            </a:xfrm>
            <a:custGeom>
              <a:avLst/>
              <a:gdLst/>
              <a:ahLst/>
              <a:cxnLst/>
              <a:rect l="l" t="t" r="r" b="b"/>
              <a:pathLst>
                <a:path w="135" h="127" extrusionOk="0">
                  <a:moveTo>
                    <a:pt x="21" y="0"/>
                  </a:moveTo>
                  <a:cubicBezTo>
                    <a:pt x="19" y="0"/>
                    <a:pt x="17" y="2"/>
                    <a:pt x="17" y="5"/>
                  </a:cubicBezTo>
                  <a:cubicBezTo>
                    <a:pt x="1" y="5"/>
                    <a:pt x="17" y="38"/>
                    <a:pt x="51" y="72"/>
                  </a:cubicBezTo>
                  <a:cubicBezTo>
                    <a:pt x="78" y="99"/>
                    <a:pt x="105" y="126"/>
                    <a:pt x="124" y="126"/>
                  </a:cubicBezTo>
                  <a:cubicBezTo>
                    <a:pt x="128" y="126"/>
                    <a:pt x="131" y="125"/>
                    <a:pt x="134" y="122"/>
                  </a:cubicBezTo>
                  <a:cubicBezTo>
                    <a:pt x="134" y="122"/>
                    <a:pt x="118" y="88"/>
                    <a:pt x="84" y="55"/>
                  </a:cubicBezTo>
                  <a:cubicBezTo>
                    <a:pt x="57" y="28"/>
                    <a:pt x="30" y="0"/>
                    <a:pt x="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62"/>
            <p:cNvSpPr/>
            <p:nvPr/>
          </p:nvSpPr>
          <p:spPr>
            <a:xfrm>
              <a:off x="2118250" y="3547575"/>
              <a:ext cx="4625" cy="2300"/>
            </a:xfrm>
            <a:custGeom>
              <a:avLst/>
              <a:gdLst/>
              <a:ahLst/>
              <a:cxnLst/>
              <a:rect l="l" t="t" r="r" b="b"/>
              <a:pathLst>
                <a:path w="185" h="92" extrusionOk="0">
                  <a:moveTo>
                    <a:pt x="58" y="1"/>
                  </a:moveTo>
                  <a:cubicBezTo>
                    <a:pt x="25" y="1"/>
                    <a:pt x="0" y="13"/>
                    <a:pt x="0" y="25"/>
                  </a:cubicBezTo>
                  <a:cubicBezTo>
                    <a:pt x="0" y="25"/>
                    <a:pt x="34" y="25"/>
                    <a:pt x="84" y="58"/>
                  </a:cubicBezTo>
                  <a:cubicBezTo>
                    <a:pt x="134" y="75"/>
                    <a:pt x="167" y="91"/>
                    <a:pt x="184" y="91"/>
                  </a:cubicBezTo>
                  <a:cubicBezTo>
                    <a:pt x="184" y="75"/>
                    <a:pt x="167" y="41"/>
                    <a:pt x="101" y="8"/>
                  </a:cubicBezTo>
                  <a:cubicBezTo>
                    <a:pt x="86" y="3"/>
                    <a:pt x="71" y="1"/>
                    <a:pt x="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62"/>
            <p:cNvSpPr/>
            <p:nvPr/>
          </p:nvSpPr>
          <p:spPr>
            <a:xfrm>
              <a:off x="2111975" y="3546100"/>
              <a:ext cx="2525" cy="1275"/>
            </a:xfrm>
            <a:custGeom>
              <a:avLst/>
              <a:gdLst/>
              <a:ahLst/>
              <a:cxnLst/>
              <a:rect l="l" t="t" r="r" b="b"/>
              <a:pathLst>
                <a:path w="101" h="51" extrusionOk="0">
                  <a:moveTo>
                    <a:pt x="17" y="0"/>
                  </a:moveTo>
                  <a:lnTo>
                    <a:pt x="17" y="0"/>
                  </a:lnTo>
                  <a:cubicBezTo>
                    <a:pt x="1" y="17"/>
                    <a:pt x="17" y="33"/>
                    <a:pt x="51" y="50"/>
                  </a:cubicBezTo>
                  <a:lnTo>
                    <a:pt x="101" y="50"/>
                  </a:lnTo>
                  <a:cubicBezTo>
                    <a:pt x="101" y="33"/>
                    <a:pt x="84" y="17"/>
                    <a:pt x="67" y="17"/>
                  </a:cubicBezTo>
                  <a:cubicBezTo>
                    <a:pt x="34" y="0"/>
                    <a:pt x="17" y="0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62"/>
            <p:cNvSpPr/>
            <p:nvPr/>
          </p:nvSpPr>
          <p:spPr>
            <a:xfrm>
              <a:off x="1899350" y="2442375"/>
              <a:ext cx="331700" cy="353550"/>
            </a:xfrm>
            <a:custGeom>
              <a:avLst/>
              <a:gdLst/>
              <a:ahLst/>
              <a:cxnLst/>
              <a:rect l="l" t="t" r="r" b="b"/>
              <a:pathLst>
                <a:path w="13268" h="14142" extrusionOk="0">
                  <a:moveTo>
                    <a:pt x="12010" y="1"/>
                  </a:moveTo>
                  <a:cubicBezTo>
                    <a:pt x="11825" y="1"/>
                    <a:pt x="11781" y="339"/>
                    <a:pt x="11781" y="339"/>
                  </a:cubicBezTo>
                  <a:cubicBezTo>
                    <a:pt x="11781" y="339"/>
                    <a:pt x="11212" y="2045"/>
                    <a:pt x="11036" y="2045"/>
                  </a:cubicBezTo>
                  <a:cubicBezTo>
                    <a:pt x="11033" y="2045"/>
                    <a:pt x="11031" y="2044"/>
                    <a:pt x="11029" y="2044"/>
                  </a:cubicBezTo>
                  <a:cubicBezTo>
                    <a:pt x="10845" y="1993"/>
                    <a:pt x="11129" y="957"/>
                    <a:pt x="11263" y="607"/>
                  </a:cubicBezTo>
                  <a:cubicBezTo>
                    <a:pt x="11379" y="316"/>
                    <a:pt x="11305" y="126"/>
                    <a:pt x="11152" y="126"/>
                  </a:cubicBezTo>
                  <a:cubicBezTo>
                    <a:pt x="11129" y="126"/>
                    <a:pt x="11105" y="130"/>
                    <a:pt x="11079" y="139"/>
                  </a:cubicBezTo>
                  <a:cubicBezTo>
                    <a:pt x="10945" y="189"/>
                    <a:pt x="10527" y="1242"/>
                    <a:pt x="10410" y="1576"/>
                  </a:cubicBezTo>
                  <a:cubicBezTo>
                    <a:pt x="10333" y="1846"/>
                    <a:pt x="10126" y="2465"/>
                    <a:pt x="9936" y="2465"/>
                  </a:cubicBezTo>
                  <a:cubicBezTo>
                    <a:pt x="9880" y="2465"/>
                    <a:pt x="9825" y="2411"/>
                    <a:pt x="9776" y="2277"/>
                  </a:cubicBezTo>
                  <a:cubicBezTo>
                    <a:pt x="9542" y="1693"/>
                    <a:pt x="9141" y="1325"/>
                    <a:pt x="8957" y="1308"/>
                  </a:cubicBezTo>
                  <a:cubicBezTo>
                    <a:pt x="8951" y="1308"/>
                    <a:pt x="8944" y="1308"/>
                    <a:pt x="8938" y="1308"/>
                  </a:cubicBezTo>
                  <a:cubicBezTo>
                    <a:pt x="8768" y="1308"/>
                    <a:pt x="8694" y="1530"/>
                    <a:pt x="8823" y="1643"/>
                  </a:cubicBezTo>
                  <a:cubicBezTo>
                    <a:pt x="8973" y="1810"/>
                    <a:pt x="9090" y="1993"/>
                    <a:pt x="9174" y="2194"/>
                  </a:cubicBezTo>
                  <a:cubicBezTo>
                    <a:pt x="9241" y="2344"/>
                    <a:pt x="9291" y="2511"/>
                    <a:pt x="9324" y="2678"/>
                  </a:cubicBezTo>
                  <a:cubicBezTo>
                    <a:pt x="9375" y="3013"/>
                    <a:pt x="9375" y="3364"/>
                    <a:pt x="9358" y="3714"/>
                  </a:cubicBezTo>
                  <a:lnTo>
                    <a:pt x="6267" y="10164"/>
                  </a:lnTo>
                  <a:lnTo>
                    <a:pt x="569" y="8393"/>
                  </a:lnTo>
                  <a:lnTo>
                    <a:pt x="1" y="11618"/>
                  </a:lnTo>
                  <a:cubicBezTo>
                    <a:pt x="1" y="11618"/>
                    <a:pt x="6829" y="14142"/>
                    <a:pt x="7834" y="14142"/>
                  </a:cubicBezTo>
                  <a:cubicBezTo>
                    <a:pt x="7883" y="14142"/>
                    <a:pt x="7918" y="14136"/>
                    <a:pt x="7938" y="14124"/>
                  </a:cubicBezTo>
                  <a:cubicBezTo>
                    <a:pt x="8940" y="13489"/>
                    <a:pt x="11630" y="4216"/>
                    <a:pt x="11630" y="4216"/>
                  </a:cubicBezTo>
                  <a:cubicBezTo>
                    <a:pt x="12081" y="3581"/>
                    <a:pt x="12482" y="2912"/>
                    <a:pt x="12867" y="2227"/>
                  </a:cubicBezTo>
                  <a:cubicBezTo>
                    <a:pt x="13268" y="1375"/>
                    <a:pt x="13201" y="1342"/>
                    <a:pt x="13084" y="1308"/>
                  </a:cubicBezTo>
                  <a:cubicBezTo>
                    <a:pt x="13076" y="1306"/>
                    <a:pt x="13069" y="1305"/>
                    <a:pt x="13061" y="1305"/>
                  </a:cubicBezTo>
                  <a:cubicBezTo>
                    <a:pt x="12807" y="1305"/>
                    <a:pt x="12416" y="2439"/>
                    <a:pt x="12274" y="2439"/>
                  </a:cubicBezTo>
                  <a:cubicBezTo>
                    <a:pt x="12255" y="2439"/>
                    <a:pt x="12241" y="2421"/>
                    <a:pt x="12232" y="2378"/>
                  </a:cubicBezTo>
                  <a:cubicBezTo>
                    <a:pt x="12131" y="1977"/>
                    <a:pt x="13034" y="556"/>
                    <a:pt x="12733" y="473"/>
                  </a:cubicBezTo>
                  <a:cubicBezTo>
                    <a:pt x="12723" y="471"/>
                    <a:pt x="12714" y="470"/>
                    <a:pt x="12704" y="470"/>
                  </a:cubicBezTo>
                  <a:cubicBezTo>
                    <a:pt x="12325" y="470"/>
                    <a:pt x="11863" y="2013"/>
                    <a:pt x="11814" y="2144"/>
                  </a:cubicBezTo>
                  <a:cubicBezTo>
                    <a:pt x="11794" y="2196"/>
                    <a:pt x="11752" y="2218"/>
                    <a:pt x="11710" y="2218"/>
                  </a:cubicBezTo>
                  <a:cubicBezTo>
                    <a:pt x="11645" y="2218"/>
                    <a:pt x="11583" y="2165"/>
                    <a:pt x="11613" y="2094"/>
                  </a:cubicBezTo>
                  <a:cubicBezTo>
                    <a:pt x="11697" y="1927"/>
                    <a:pt x="12432" y="105"/>
                    <a:pt x="12048" y="5"/>
                  </a:cubicBezTo>
                  <a:cubicBezTo>
                    <a:pt x="12035" y="2"/>
                    <a:pt x="12022" y="1"/>
                    <a:pt x="1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62"/>
            <p:cNvSpPr/>
            <p:nvPr/>
          </p:nvSpPr>
          <p:spPr>
            <a:xfrm>
              <a:off x="1388925" y="2632550"/>
              <a:ext cx="342950" cy="439050"/>
            </a:xfrm>
            <a:custGeom>
              <a:avLst/>
              <a:gdLst/>
              <a:ahLst/>
              <a:cxnLst/>
              <a:rect l="l" t="t" r="r" b="b"/>
              <a:pathLst>
                <a:path w="13718" h="17562" extrusionOk="0">
                  <a:moveTo>
                    <a:pt x="12816" y="0"/>
                  </a:moveTo>
                  <a:cubicBezTo>
                    <a:pt x="12816" y="0"/>
                    <a:pt x="6283" y="2624"/>
                    <a:pt x="3793" y="4595"/>
                  </a:cubicBezTo>
                  <a:cubicBezTo>
                    <a:pt x="2222" y="5848"/>
                    <a:pt x="1086" y="13618"/>
                    <a:pt x="1086" y="13635"/>
                  </a:cubicBezTo>
                  <a:cubicBezTo>
                    <a:pt x="785" y="14236"/>
                    <a:pt x="518" y="14838"/>
                    <a:pt x="284" y="15473"/>
                  </a:cubicBezTo>
                  <a:cubicBezTo>
                    <a:pt x="0" y="16375"/>
                    <a:pt x="84" y="16392"/>
                    <a:pt x="201" y="16408"/>
                  </a:cubicBezTo>
                  <a:cubicBezTo>
                    <a:pt x="205" y="16409"/>
                    <a:pt x="209" y="16409"/>
                    <a:pt x="214" y="16409"/>
                  </a:cubicBezTo>
                  <a:cubicBezTo>
                    <a:pt x="463" y="16409"/>
                    <a:pt x="697" y="15179"/>
                    <a:pt x="850" y="15179"/>
                  </a:cubicBezTo>
                  <a:cubicBezTo>
                    <a:pt x="869" y="15179"/>
                    <a:pt x="886" y="15197"/>
                    <a:pt x="902" y="15239"/>
                  </a:cubicBezTo>
                  <a:cubicBezTo>
                    <a:pt x="1036" y="15606"/>
                    <a:pt x="351" y="17143"/>
                    <a:pt x="652" y="17177"/>
                  </a:cubicBezTo>
                  <a:cubicBezTo>
                    <a:pt x="658" y="17178"/>
                    <a:pt x="663" y="17178"/>
                    <a:pt x="669" y="17178"/>
                  </a:cubicBezTo>
                  <a:cubicBezTo>
                    <a:pt x="1060" y="17178"/>
                    <a:pt x="1304" y="15537"/>
                    <a:pt x="1337" y="15406"/>
                  </a:cubicBezTo>
                  <a:cubicBezTo>
                    <a:pt x="1352" y="15345"/>
                    <a:pt x="1401" y="15319"/>
                    <a:pt x="1447" y="15319"/>
                  </a:cubicBezTo>
                  <a:cubicBezTo>
                    <a:pt x="1503" y="15319"/>
                    <a:pt x="1556" y="15358"/>
                    <a:pt x="1537" y="15422"/>
                  </a:cubicBezTo>
                  <a:cubicBezTo>
                    <a:pt x="1487" y="15606"/>
                    <a:pt x="1003" y="17511"/>
                    <a:pt x="1404" y="17561"/>
                  </a:cubicBezTo>
                  <a:cubicBezTo>
                    <a:pt x="1408" y="17561"/>
                    <a:pt x="1412" y="17562"/>
                    <a:pt x="1417" y="17562"/>
                  </a:cubicBezTo>
                  <a:cubicBezTo>
                    <a:pt x="1621" y="17562"/>
                    <a:pt x="1621" y="17177"/>
                    <a:pt x="1621" y="17177"/>
                  </a:cubicBezTo>
                  <a:cubicBezTo>
                    <a:pt x="1621" y="17177"/>
                    <a:pt x="1952" y="15389"/>
                    <a:pt x="2136" y="15389"/>
                  </a:cubicBezTo>
                  <a:cubicBezTo>
                    <a:pt x="2137" y="15389"/>
                    <a:pt x="2138" y="15389"/>
                    <a:pt x="2139" y="15389"/>
                  </a:cubicBezTo>
                  <a:cubicBezTo>
                    <a:pt x="2323" y="15422"/>
                    <a:pt x="2172" y="16492"/>
                    <a:pt x="2105" y="16843"/>
                  </a:cubicBezTo>
                  <a:cubicBezTo>
                    <a:pt x="2036" y="17148"/>
                    <a:pt x="2116" y="17315"/>
                    <a:pt x="2251" y="17315"/>
                  </a:cubicBezTo>
                  <a:cubicBezTo>
                    <a:pt x="2278" y="17315"/>
                    <a:pt x="2308" y="17308"/>
                    <a:pt x="2339" y="17294"/>
                  </a:cubicBezTo>
                  <a:cubicBezTo>
                    <a:pt x="2473" y="17227"/>
                    <a:pt x="2740" y="16141"/>
                    <a:pt x="2807" y="15773"/>
                  </a:cubicBezTo>
                  <a:cubicBezTo>
                    <a:pt x="2860" y="15496"/>
                    <a:pt x="2975" y="14824"/>
                    <a:pt x="3169" y="14824"/>
                  </a:cubicBezTo>
                  <a:cubicBezTo>
                    <a:pt x="3221" y="14824"/>
                    <a:pt x="3278" y="14872"/>
                    <a:pt x="3342" y="14988"/>
                  </a:cubicBezTo>
                  <a:cubicBezTo>
                    <a:pt x="3659" y="15539"/>
                    <a:pt x="4110" y="15857"/>
                    <a:pt x="4278" y="15857"/>
                  </a:cubicBezTo>
                  <a:cubicBezTo>
                    <a:pt x="4461" y="15823"/>
                    <a:pt x="4528" y="15590"/>
                    <a:pt x="4361" y="15489"/>
                  </a:cubicBezTo>
                  <a:cubicBezTo>
                    <a:pt x="4211" y="15339"/>
                    <a:pt x="4060" y="15172"/>
                    <a:pt x="3960" y="15005"/>
                  </a:cubicBezTo>
                  <a:cubicBezTo>
                    <a:pt x="3860" y="14854"/>
                    <a:pt x="3776" y="14704"/>
                    <a:pt x="3743" y="14537"/>
                  </a:cubicBezTo>
                  <a:cubicBezTo>
                    <a:pt x="3676" y="14286"/>
                    <a:pt x="3626" y="14036"/>
                    <a:pt x="3576" y="13785"/>
                  </a:cubicBezTo>
                  <a:cubicBezTo>
                    <a:pt x="3576" y="13785"/>
                    <a:pt x="5547" y="7937"/>
                    <a:pt x="6065" y="7035"/>
                  </a:cubicBezTo>
                  <a:cubicBezTo>
                    <a:pt x="6583" y="6132"/>
                    <a:pt x="13718" y="3559"/>
                    <a:pt x="13718" y="3559"/>
                  </a:cubicBezTo>
                  <a:lnTo>
                    <a:pt x="12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62"/>
            <p:cNvSpPr/>
            <p:nvPr/>
          </p:nvSpPr>
          <p:spPr>
            <a:xfrm>
              <a:off x="1505875" y="3026025"/>
              <a:ext cx="398100" cy="675900"/>
            </a:xfrm>
            <a:custGeom>
              <a:avLst/>
              <a:gdLst/>
              <a:ahLst/>
              <a:cxnLst/>
              <a:rect l="l" t="t" r="r" b="b"/>
              <a:pathLst>
                <a:path w="15924" h="27036" extrusionOk="0">
                  <a:moveTo>
                    <a:pt x="9307" y="1"/>
                  </a:moveTo>
                  <a:lnTo>
                    <a:pt x="9842" y="11246"/>
                  </a:lnTo>
                  <a:cubicBezTo>
                    <a:pt x="9909" y="12465"/>
                    <a:pt x="9458" y="13652"/>
                    <a:pt x="8605" y="14537"/>
                  </a:cubicBezTo>
                  <a:lnTo>
                    <a:pt x="1" y="23426"/>
                  </a:lnTo>
                  <a:lnTo>
                    <a:pt x="3225" y="27035"/>
                  </a:lnTo>
                  <a:lnTo>
                    <a:pt x="13401" y="16776"/>
                  </a:lnTo>
                  <a:cubicBezTo>
                    <a:pt x="14654" y="15506"/>
                    <a:pt x="15389" y="13836"/>
                    <a:pt x="15489" y="12064"/>
                  </a:cubicBezTo>
                  <a:lnTo>
                    <a:pt x="15924" y="4028"/>
                  </a:lnTo>
                  <a:lnTo>
                    <a:pt x="9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62"/>
            <p:cNvSpPr/>
            <p:nvPr/>
          </p:nvSpPr>
          <p:spPr>
            <a:xfrm>
              <a:off x="1698450" y="3028125"/>
              <a:ext cx="561000" cy="507950"/>
            </a:xfrm>
            <a:custGeom>
              <a:avLst/>
              <a:gdLst/>
              <a:ahLst/>
              <a:cxnLst/>
              <a:rect l="l" t="t" r="r" b="b"/>
              <a:pathLst>
                <a:path w="22440" h="20318" extrusionOk="0">
                  <a:moveTo>
                    <a:pt x="7469" y="0"/>
                  </a:moveTo>
                  <a:lnTo>
                    <a:pt x="284" y="218"/>
                  </a:lnTo>
                  <a:cubicBezTo>
                    <a:pt x="217" y="301"/>
                    <a:pt x="0" y="5414"/>
                    <a:pt x="4094" y="6049"/>
                  </a:cubicBezTo>
                  <a:cubicBezTo>
                    <a:pt x="4328" y="6099"/>
                    <a:pt x="5815" y="6249"/>
                    <a:pt x="5815" y="6249"/>
                  </a:cubicBezTo>
                  <a:cubicBezTo>
                    <a:pt x="10460" y="6199"/>
                    <a:pt x="16725" y="6032"/>
                    <a:pt x="16725" y="6032"/>
                  </a:cubicBezTo>
                  <a:lnTo>
                    <a:pt x="16725" y="6032"/>
                  </a:lnTo>
                  <a:lnTo>
                    <a:pt x="15673" y="20301"/>
                  </a:lnTo>
                  <a:lnTo>
                    <a:pt x="20602" y="20318"/>
                  </a:lnTo>
                  <a:lnTo>
                    <a:pt x="22106" y="5080"/>
                  </a:lnTo>
                  <a:cubicBezTo>
                    <a:pt x="22440" y="853"/>
                    <a:pt x="18881" y="134"/>
                    <a:pt x="16909" y="101"/>
                  </a:cubicBezTo>
                  <a:lnTo>
                    <a:pt x="74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62"/>
            <p:cNvSpPr/>
            <p:nvPr/>
          </p:nvSpPr>
          <p:spPr>
            <a:xfrm>
              <a:off x="1763200" y="3033550"/>
              <a:ext cx="62675" cy="37400"/>
            </a:xfrm>
            <a:custGeom>
              <a:avLst/>
              <a:gdLst/>
              <a:ahLst/>
              <a:cxnLst/>
              <a:rect l="l" t="t" r="r" b="b"/>
              <a:pathLst>
                <a:path w="2507" h="1496" extrusionOk="0">
                  <a:moveTo>
                    <a:pt x="2506" y="1"/>
                  </a:moveTo>
                  <a:cubicBezTo>
                    <a:pt x="2490" y="1"/>
                    <a:pt x="2439" y="168"/>
                    <a:pt x="2306" y="418"/>
                  </a:cubicBezTo>
                  <a:cubicBezTo>
                    <a:pt x="1972" y="1026"/>
                    <a:pt x="1347" y="1399"/>
                    <a:pt x="672" y="1399"/>
                  </a:cubicBezTo>
                  <a:cubicBezTo>
                    <a:pt x="604" y="1399"/>
                    <a:pt x="536" y="1395"/>
                    <a:pt x="468" y="1387"/>
                  </a:cubicBezTo>
                  <a:cubicBezTo>
                    <a:pt x="215" y="1373"/>
                    <a:pt x="55" y="1318"/>
                    <a:pt x="11" y="1318"/>
                  </a:cubicBezTo>
                  <a:cubicBezTo>
                    <a:pt x="5" y="1318"/>
                    <a:pt x="2" y="1319"/>
                    <a:pt x="0" y="1321"/>
                  </a:cubicBezTo>
                  <a:cubicBezTo>
                    <a:pt x="134" y="1404"/>
                    <a:pt x="284" y="1471"/>
                    <a:pt x="451" y="1471"/>
                  </a:cubicBezTo>
                  <a:cubicBezTo>
                    <a:pt x="551" y="1488"/>
                    <a:pt x="651" y="1496"/>
                    <a:pt x="750" y="1496"/>
                  </a:cubicBezTo>
                  <a:cubicBezTo>
                    <a:pt x="1442" y="1496"/>
                    <a:pt x="2080" y="1097"/>
                    <a:pt x="2373" y="468"/>
                  </a:cubicBezTo>
                  <a:cubicBezTo>
                    <a:pt x="2456" y="318"/>
                    <a:pt x="2506" y="168"/>
                    <a:pt x="25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62"/>
            <p:cNvSpPr/>
            <p:nvPr/>
          </p:nvSpPr>
          <p:spPr>
            <a:xfrm>
              <a:off x="2117825" y="3155100"/>
              <a:ext cx="30950" cy="22600"/>
            </a:xfrm>
            <a:custGeom>
              <a:avLst/>
              <a:gdLst/>
              <a:ahLst/>
              <a:cxnLst/>
              <a:rect l="l" t="t" r="r" b="b"/>
              <a:pathLst>
                <a:path w="1238" h="904" extrusionOk="0">
                  <a:moveTo>
                    <a:pt x="1237" y="1"/>
                  </a:moveTo>
                  <a:lnTo>
                    <a:pt x="1237" y="1"/>
                  </a:lnTo>
                  <a:cubicBezTo>
                    <a:pt x="786" y="235"/>
                    <a:pt x="368" y="535"/>
                    <a:pt x="1" y="903"/>
                  </a:cubicBezTo>
                  <a:cubicBezTo>
                    <a:pt x="452" y="669"/>
                    <a:pt x="869" y="368"/>
                    <a:pt x="12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62"/>
            <p:cNvSpPr/>
            <p:nvPr/>
          </p:nvSpPr>
          <p:spPr>
            <a:xfrm>
              <a:off x="2116575" y="3175925"/>
              <a:ext cx="37625" cy="4475"/>
            </a:xfrm>
            <a:custGeom>
              <a:avLst/>
              <a:gdLst/>
              <a:ahLst/>
              <a:cxnLst/>
              <a:rect l="l" t="t" r="r" b="b"/>
              <a:pathLst>
                <a:path w="1505" h="179" extrusionOk="0">
                  <a:moveTo>
                    <a:pt x="1314" y="0"/>
                  </a:moveTo>
                  <a:cubicBezTo>
                    <a:pt x="863" y="0"/>
                    <a:pt x="425" y="53"/>
                    <a:pt x="0" y="170"/>
                  </a:cubicBezTo>
                  <a:cubicBezTo>
                    <a:pt x="86" y="176"/>
                    <a:pt x="172" y="179"/>
                    <a:pt x="258" y="179"/>
                  </a:cubicBezTo>
                  <a:cubicBezTo>
                    <a:pt x="674" y="179"/>
                    <a:pt x="1089" y="114"/>
                    <a:pt x="1504" y="3"/>
                  </a:cubicBezTo>
                  <a:cubicBezTo>
                    <a:pt x="1440" y="1"/>
                    <a:pt x="1377" y="0"/>
                    <a:pt x="1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62"/>
            <p:cNvSpPr/>
            <p:nvPr/>
          </p:nvSpPr>
          <p:spPr>
            <a:xfrm>
              <a:off x="1705125" y="2404275"/>
              <a:ext cx="135375" cy="258375"/>
            </a:xfrm>
            <a:custGeom>
              <a:avLst/>
              <a:gdLst/>
              <a:ahLst/>
              <a:cxnLst/>
              <a:rect l="l" t="t" r="r" b="b"/>
              <a:pathLst>
                <a:path w="5415" h="10335" extrusionOk="0">
                  <a:moveTo>
                    <a:pt x="3252" y="0"/>
                  </a:moveTo>
                  <a:cubicBezTo>
                    <a:pt x="2167" y="0"/>
                    <a:pt x="1092" y="359"/>
                    <a:pt x="218" y="1045"/>
                  </a:cubicBezTo>
                  <a:lnTo>
                    <a:pt x="1" y="1212"/>
                  </a:lnTo>
                  <a:lnTo>
                    <a:pt x="619" y="8764"/>
                  </a:lnTo>
                  <a:cubicBezTo>
                    <a:pt x="686" y="9649"/>
                    <a:pt x="1437" y="10334"/>
                    <a:pt x="2323" y="10334"/>
                  </a:cubicBezTo>
                  <a:cubicBezTo>
                    <a:pt x="2333" y="10335"/>
                    <a:pt x="2343" y="10335"/>
                    <a:pt x="2353" y="10335"/>
                  </a:cubicBezTo>
                  <a:cubicBezTo>
                    <a:pt x="3324" y="10335"/>
                    <a:pt x="4094" y="9523"/>
                    <a:pt x="4061" y="8563"/>
                  </a:cubicBezTo>
                  <a:cubicBezTo>
                    <a:pt x="4027" y="7628"/>
                    <a:pt x="3994" y="6675"/>
                    <a:pt x="3994" y="6675"/>
                  </a:cubicBezTo>
                  <a:cubicBezTo>
                    <a:pt x="3994" y="6675"/>
                    <a:pt x="5397" y="6441"/>
                    <a:pt x="5397" y="5021"/>
                  </a:cubicBezTo>
                  <a:cubicBezTo>
                    <a:pt x="5414" y="3618"/>
                    <a:pt x="5130" y="376"/>
                    <a:pt x="5130" y="376"/>
                  </a:cubicBezTo>
                  <a:cubicBezTo>
                    <a:pt x="4525" y="123"/>
                    <a:pt x="3887" y="0"/>
                    <a:pt x="32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62"/>
            <p:cNvSpPr/>
            <p:nvPr/>
          </p:nvSpPr>
          <p:spPr>
            <a:xfrm>
              <a:off x="1817500" y="2467950"/>
              <a:ext cx="13700" cy="10025"/>
            </a:xfrm>
            <a:custGeom>
              <a:avLst/>
              <a:gdLst/>
              <a:ahLst/>
              <a:cxnLst/>
              <a:rect l="l" t="t" r="r" b="b"/>
              <a:pathLst>
                <a:path w="548" h="401" extrusionOk="0">
                  <a:moveTo>
                    <a:pt x="287" y="0"/>
                  </a:moveTo>
                  <a:cubicBezTo>
                    <a:pt x="281" y="0"/>
                    <a:pt x="274" y="1"/>
                    <a:pt x="267" y="1"/>
                  </a:cubicBezTo>
                  <a:cubicBezTo>
                    <a:pt x="84" y="1"/>
                    <a:pt x="0" y="235"/>
                    <a:pt x="150" y="352"/>
                  </a:cubicBezTo>
                  <a:cubicBezTo>
                    <a:pt x="190" y="384"/>
                    <a:pt x="237" y="400"/>
                    <a:pt x="284" y="400"/>
                  </a:cubicBezTo>
                  <a:cubicBezTo>
                    <a:pt x="337" y="400"/>
                    <a:pt x="390" y="380"/>
                    <a:pt x="435" y="335"/>
                  </a:cubicBezTo>
                  <a:cubicBezTo>
                    <a:pt x="547" y="207"/>
                    <a:pt x="458" y="0"/>
                    <a:pt x="2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62"/>
            <p:cNvSpPr/>
            <p:nvPr/>
          </p:nvSpPr>
          <p:spPr>
            <a:xfrm>
              <a:off x="1816225" y="2464950"/>
              <a:ext cx="18425" cy="4875"/>
            </a:xfrm>
            <a:custGeom>
              <a:avLst/>
              <a:gdLst/>
              <a:ahLst/>
              <a:cxnLst/>
              <a:rect l="l" t="t" r="r" b="b"/>
              <a:pathLst>
                <a:path w="737" h="195" extrusionOk="0">
                  <a:moveTo>
                    <a:pt x="369" y="0"/>
                  </a:moveTo>
                  <a:cubicBezTo>
                    <a:pt x="268" y="0"/>
                    <a:pt x="168" y="29"/>
                    <a:pt x="85" y="88"/>
                  </a:cubicBezTo>
                  <a:cubicBezTo>
                    <a:pt x="18" y="138"/>
                    <a:pt x="1" y="188"/>
                    <a:pt x="18" y="188"/>
                  </a:cubicBezTo>
                  <a:cubicBezTo>
                    <a:pt x="20" y="193"/>
                    <a:pt x="25" y="195"/>
                    <a:pt x="32" y="195"/>
                  </a:cubicBezTo>
                  <a:cubicBezTo>
                    <a:pt x="74" y="195"/>
                    <a:pt x="197" y="121"/>
                    <a:pt x="369" y="121"/>
                  </a:cubicBezTo>
                  <a:cubicBezTo>
                    <a:pt x="540" y="121"/>
                    <a:pt x="663" y="195"/>
                    <a:pt x="705" y="195"/>
                  </a:cubicBezTo>
                  <a:cubicBezTo>
                    <a:pt x="712" y="195"/>
                    <a:pt x="717" y="193"/>
                    <a:pt x="719" y="188"/>
                  </a:cubicBezTo>
                  <a:cubicBezTo>
                    <a:pt x="736" y="188"/>
                    <a:pt x="719" y="138"/>
                    <a:pt x="653" y="88"/>
                  </a:cubicBezTo>
                  <a:cubicBezTo>
                    <a:pt x="569" y="29"/>
                    <a:pt x="469" y="0"/>
                    <a:pt x="3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62"/>
            <p:cNvSpPr/>
            <p:nvPr/>
          </p:nvSpPr>
          <p:spPr>
            <a:xfrm>
              <a:off x="1765550" y="2472525"/>
              <a:ext cx="13125" cy="10300"/>
            </a:xfrm>
            <a:custGeom>
              <a:avLst/>
              <a:gdLst/>
              <a:ahLst/>
              <a:cxnLst/>
              <a:rect l="l" t="t" r="r" b="b"/>
              <a:pathLst>
                <a:path w="525" h="412" extrusionOk="0">
                  <a:moveTo>
                    <a:pt x="260" y="1"/>
                  </a:moveTo>
                  <a:cubicBezTo>
                    <a:pt x="189" y="1"/>
                    <a:pt x="122" y="38"/>
                    <a:pt x="90" y="102"/>
                  </a:cubicBezTo>
                  <a:cubicBezTo>
                    <a:pt x="1" y="250"/>
                    <a:pt x="109" y="412"/>
                    <a:pt x="251" y="412"/>
                  </a:cubicBezTo>
                  <a:cubicBezTo>
                    <a:pt x="269" y="412"/>
                    <a:pt x="288" y="409"/>
                    <a:pt x="307" y="403"/>
                  </a:cubicBezTo>
                  <a:cubicBezTo>
                    <a:pt x="491" y="370"/>
                    <a:pt x="524" y="136"/>
                    <a:pt x="374" y="36"/>
                  </a:cubicBezTo>
                  <a:cubicBezTo>
                    <a:pt x="338" y="12"/>
                    <a:pt x="299" y="1"/>
                    <a:pt x="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62"/>
            <p:cNvSpPr/>
            <p:nvPr/>
          </p:nvSpPr>
          <p:spPr>
            <a:xfrm>
              <a:off x="1763600" y="2469650"/>
              <a:ext cx="18400" cy="5175"/>
            </a:xfrm>
            <a:custGeom>
              <a:avLst/>
              <a:gdLst/>
              <a:ahLst/>
              <a:cxnLst/>
              <a:rect l="l" t="t" r="r" b="b"/>
              <a:pathLst>
                <a:path w="736" h="207" extrusionOk="0">
                  <a:moveTo>
                    <a:pt x="368" y="0"/>
                  </a:moveTo>
                  <a:cubicBezTo>
                    <a:pt x="268" y="0"/>
                    <a:pt x="168" y="34"/>
                    <a:pt x="84" y="100"/>
                  </a:cubicBezTo>
                  <a:cubicBezTo>
                    <a:pt x="17" y="151"/>
                    <a:pt x="1" y="184"/>
                    <a:pt x="17" y="201"/>
                  </a:cubicBezTo>
                  <a:cubicBezTo>
                    <a:pt x="20" y="205"/>
                    <a:pt x="23" y="207"/>
                    <a:pt x="29" y="207"/>
                  </a:cubicBezTo>
                  <a:cubicBezTo>
                    <a:pt x="69" y="207"/>
                    <a:pt x="193" y="117"/>
                    <a:pt x="368" y="117"/>
                  </a:cubicBezTo>
                  <a:cubicBezTo>
                    <a:pt x="529" y="117"/>
                    <a:pt x="664" y="207"/>
                    <a:pt x="707" y="207"/>
                  </a:cubicBezTo>
                  <a:cubicBezTo>
                    <a:pt x="713" y="207"/>
                    <a:pt x="717" y="205"/>
                    <a:pt x="719" y="201"/>
                  </a:cubicBezTo>
                  <a:cubicBezTo>
                    <a:pt x="736" y="184"/>
                    <a:pt x="719" y="151"/>
                    <a:pt x="652" y="100"/>
                  </a:cubicBezTo>
                  <a:cubicBezTo>
                    <a:pt x="569" y="34"/>
                    <a:pt x="469" y="0"/>
                    <a:pt x="3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62"/>
            <p:cNvSpPr/>
            <p:nvPr/>
          </p:nvSpPr>
          <p:spPr>
            <a:xfrm>
              <a:off x="1798275" y="2468800"/>
              <a:ext cx="15900" cy="42800"/>
            </a:xfrm>
            <a:custGeom>
              <a:avLst/>
              <a:gdLst/>
              <a:ahLst/>
              <a:cxnLst/>
              <a:rect l="l" t="t" r="r" b="b"/>
              <a:pathLst>
                <a:path w="636" h="1712" extrusionOk="0">
                  <a:moveTo>
                    <a:pt x="1" y="1"/>
                  </a:moveTo>
                  <a:lnTo>
                    <a:pt x="1" y="1"/>
                  </a:lnTo>
                  <a:cubicBezTo>
                    <a:pt x="84" y="352"/>
                    <a:pt x="184" y="702"/>
                    <a:pt x="335" y="1037"/>
                  </a:cubicBezTo>
                  <a:lnTo>
                    <a:pt x="502" y="1421"/>
                  </a:lnTo>
                  <a:cubicBezTo>
                    <a:pt x="518" y="1471"/>
                    <a:pt x="535" y="1521"/>
                    <a:pt x="535" y="1571"/>
                  </a:cubicBezTo>
                  <a:cubicBezTo>
                    <a:pt x="535" y="1605"/>
                    <a:pt x="485" y="1621"/>
                    <a:pt x="435" y="1621"/>
                  </a:cubicBezTo>
                  <a:cubicBezTo>
                    <a:pt x="335" y="1621"/>
                    <a:pt x="234" y="1655"/>
                    <a:pt x="134" y="1688"/>
                  </a:cubicBezTo>
                  <a:cubicBezTo>
                    <a:pt x="205" y="1700"/>
                    <a:pt x="284" y="1712"/>
                    <a:pt x="360" y="1712"/>
                  </a:cubicBezTo>
                  <a:cubicBezTo>
                    <a:pt x="391" y="1712"/>
                    <a:pt x="422" y="1710"/>
                    <a:pt x="452" y="1705"/>
                  </a:cubicBezTo>
                  <a:cubicBezTo>
                    <a:pt x="485" y="1705"/>
                    <a:pt x="502" y="1688"/>
                    <a:pt x="535" y="1688"/>
                  </a:cubicBezTo>
                  <a:cubicBezTo>
                    <a:pt x="585" y="1672"/>
                    <a:pt x="602" y="1638"/>
                    <a:pt x="619" y="1605"/>
                  </a:cubicBezTo>
                  <a:cubicBezTo>
                    <a:pt x="635" y="1538"/>
                    <a:pt x="635" y="1454"/>
                    <a:pt x="602" y="1388"/>
                  </a:cubicBezTo>
                  <a:cubicBezTo>
                    <a:pt x="552" y="1271"/>
                    <a:pt x="502" y="1137"/>
                    <a:pt x="452" y="1003"/>
                  </a:cubicBezTo>
                  <a:cubicBezTo>
                    <a:pt x="335" y="652"/>
                    <a:pt x="184" y="31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62"/>
            <p:cNvSpPr/>
            <p:nvPr/>
          </p:nvSpPr>
          <p:spPr>
            <a:xfrm>
              <a:off x="1783250" y="2516425"/>
              <a:ext cx="26325" cy="12925"/>
            </a:xfrm>
            <a:custGeom>
              <a:avLst/>
              <a:gdLst/>
              <a:ahLst/>
              <a:cxnLst/>
              <a:rect l="l" t="t" r="r" b="b"/>
              <a:pathLst>
                <a:path w="1053" h="517" extrusionOk="0">
                  <a:moveTo>
                    <a:pt x="100" y="0"/>
                  </a:moveTo>
                  <a:cubicBezTo>
                    <a:pt x="100" y="1"/>
                    <a:pt x="0" y="351"/>
                    <a:pt x="418" y="485"/>
                  </a:cubicBezTo>
                  <a:cubicBezTo>
                    <a:pt x="482" y="506"/>
                    <a:pt x="546" y="517"/>
                    <a:pt x="609" y="517"/>
                  </a:cubicBezTo>
                  <a:cubicBezTo>
                    <a:pt x="789" y="517"/>
                    <a:pt x="953" y="429"/>
                    <a:pt x="1053" y="268"/>
                  </a:cubicBezTo>
                  <a:lnTo>
                    <a:pt x="1053" y="268"/>
                  </a:lnTo>
                  <a:cubicBezTo>
                    <a:pt x="1029" y="270"/>
                    <a:pt x="1005" y="271"/>
                    <a:pt x="980" y="271"/>
                  </a:cubicBezTo>
                  <a:cubicBezTo>
                    <a:pt x="614" y="271"/>
                    <a:pt x="210" y="48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62"/>
            <p:cNvSpPr/>
            <p:nvPr/>
          </p:nvSpPr>
          <p:spPr>
            <a:xfrm>
              <a:off x="1759000" y="2558200"/>
              <a:ext cx="46400" cy="22050"/>
            </a:xfrm>
            <a:custGeom>
              <a:avLst/>
              <a:gdLst/>
              <a:ahLst/>
              <a:cxnLst/>
              <a:rect l="l" t="t" r="r" b="b"/>
              <a:pathLst>
                <a:path w="1856" h="882" extrusionOk="0">
                  <a:moveTo>
                    <a:pt x="1" y="0"/>
                  </a:moveTo>
                  <a:cubicBezTo>
                    <a:pt x="1" y="0"/>
                    <a:pt x="383" y="881"/>
                    <a:pt x="1601" y="881"/>
                  </a:cubicBezTo>
                  <a:cubicBezTo>
                    <a:pt x="1682" y="881"/>
                    <a:pt x="1767" y="878"/>
                    <a:pt x="1856" y="869"/>
                  </a:cubicBezTo>
                  <a:lnTo>
                    <a:pt x="1839" y="502"/>
                  </a:lnTo>
                  <a:cubicBezTo>
                    <a:pt x="1812" y="502"/>
                    <a:pt x="1784" y="503"/>
                    <a:pt x="1757" y="503"/>
                  </a:cubicBezTo>
                  <a:cubicBezTo>
                    <a:pt x="1134" y="503"/>
                    <a:pt x="529" y="321"/>
                    <a:pt x="1" y="0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62"/>
            <p:cNvSpPr/>
            <p:nvPr/>
          </p:nvSpPr>
          <p:spPr>
            <a:xfrm>
              <a:off x="1696350" y="2371450"/>
              <a:ext cx="165450" cy="131675"/>
            </a:xfrm>
            <a:custGeom>
              <a:avLst/>
              <a:gdLst/>
              <a:ahLst/>
              <a:cxnLst/>
              <a:rect l="l" t="t" r="r" b="b"/>
              <a:pathLst>
                <a:path w="6618" h="5267" extrusionOk="0">
                  <a:moveTo>
                    <a:pt x="3849" y="1"/>
                  </a:moveTo>
                  <a:cubicBezTo>
                    <a:pt x="3752" y="1"/>
                    <a:pt x="3654" y="13"/>
                    <a:pt x="3560" y="35"/>
                  </a:cubicBezTo>
                  <a:cubicBezTo>
                    <a:pt x="2791" y="169"/>
                    <a:pt x="2089" y="520"/>
                    <a:pt x="1521" y="1054"/>
                  </a:cubicBezTo>
                  <a:cubicBezTo>
                    <a:pt x="1387" y="1205"/>
                    <a:pt x="1220" y="1322"/>
                    <a:pt x="1037" y="1405"/>
                  </a:cubicBezTo>
                  <a:cubicBezTo>
                    <a:pt x="836" y="1455"/>
                    <a:pt x="619" y="1405"/>
                    <a:pt x="435" y="1472"/>
                  </a:cubicBezTo>
                  <a:cubicBezTo>
                    <a:pt x="168" y="1589"/>
                    <a:pt x="1" y="1856"/>
                    <a:pt x="1" y="2140"/>
                  </a:cubicBezTo>
                  <a:cubicBezTo>
                    <a:pt x="1" y="2424"/>
                    <a:pt x="51" y="2708"/>
                    <a:pt x="151" y="2976"/>
                  </a:cubicBezTo>
                  <a:cubicBezTo>
                    <a:pt x="251" y="3243"/>
                    <a:pt x="251" y="3527"/>
                    <a:pt x="201" y="3794"/>
                  </a:cubicBezTo>
                  <a:cubicBezTo>
                    <a:pt x="101" y="3978"/>
                    <a:pt x="268" y="4145"/>
                    <a:pt x="268" y="4346"/>
                  </a:cubicBezTo>
                  <a:cubicBezTo>
                    <a:pt x="235" y="4546"/>
                    <a:pt x="251" y="4747"/>
                    <a:pt x="301" y="4947"/>
                  </a:cubicBezTo>
                  <a:cubicBezTo>
                    <a:pt x="349" y="5137"/>
                    <a:pt x="530" y="5266"/>
                    <a:pt x="719" y="5266"/>
                  </a:cubicBezTo>
                  <a:cubicBezTo>
                    <a:pt x="730" y="5266"/>
                    <a:pt x="741" y="5266"/>
                    <a:pt x="753" y="5265"/>
                  </a:cubicBezTo>
                  <a:cubicBezTo>
                    <a:pt x="986" y="5231"/>
                    <a:pt x="1103" y="4981"/>
                    <a:pt x="1120" y="4764"/>
                  </a:cubicBezTo>
                  <a:cubicBezTo>
                    <a:pt x="1120" y="4546"/>
                    <a:pt x="1120" y="4312"/>
                    <a:pt x="1154" y="4095"/>
                  </a:cubicBezTo>
                  <a:cubicBezTo>
                    <a:pt x="1220" y="3945"/>
                    <a:pt x="1287" y="3794"/>
                    <a:pt x="1371" y="3644"/>
                  </a:cubicBezTo>
                  <a:cubicBezTo>
                    <a:pt x="1504" y="3260"/>
                    <a:pt x="1538" y="2842"/>
                    <a:pt x="1471" y="2441"/>
                  </a:cubicBezTo>
                  <a:lnTo>
                    <a:pt x="1471" y="2441"/>
                  </a:lnTo>
                  <a:cubicBezTo>
                    <a:pt x="1822" y="2608"/>
                    <a:pt x="2189" y="2725"/>
                    <a:pt x="2590" y="2775"/>
                  </a:cubicBezTo>
                  <a:cubicBezTo>
                    <a:pt x="2623" y="2778"/>
                    <a:pt x="2655" y="2779"/>
                    <a:pt x="2687" y="2779"/>
                  </a:cubicBezTo>
                  <a:cubicBezTo>
                    <a:pt x="3039" y="2779"/>
                    <a:pt x="3380" y="2615"/>
                    <a:pt x="3610" y="2324"/>
                  </a:cubicBezTo>
                  <a:cubicBezTo>
                    <a:pt x="3961" y="2458"/>
                    <a:pt x="4278" y="2642"/>
                    <a:pt x="4629" y="2775"/>
                  </a:cubicBezTo>
                  <a:cubicBezTo>
                    <a:pt x="4877" y="2882"/>
                    <a:pt x="5143" y="2938"/>
                    <a:pt x="5407" y="2938"/>
                  </a:cubicBezTo>
                  <a:cubicBezTo>
                    <a:pt x="5516" y="2938"/>
                    <a:pt x="5624" y="2928"/>
                    <a:pt x="5732" y="2909"/>
                  </a:cubicBezTo>
                  <a:cubicBezTo>
                    <a:pt x="6099" y="2842"/>
                    <a:pt x="6417" y="2575"/>
                    <a:pt x="6517" y="2207"/>
                  </a:cubicBezTo>
                  <a:cubicBezTo>
                    <a:pt x="6617" y="1840"/>
                    <a:pt x="6383" y="1455"/>
                    <a:pt x="5999" y="1372"/>
                  </a:cubicBezTo>
                  <a:cubicBezTo>
                    <a:pt x="6316" y="1288"/>
                    <a:pt x="6433" y="837"/>
                    <a:pt x="6250" y="570"/>
                  </a:cubicBezTo>
                  <a:cubicBezTo>
                    <a:pt x="6079" y="343"/>
                    <a:pt x="5813" y="224"/>
                    <a:pt x="5542" y="224"/>
                  </a:cubicBezTo>
                  <a:cubicBezTo>
                    <a:pt x="5494" y="224"/>
                    <a:pt x="5445" y="228"/>
                    <a:pt x="5397" y="236"/>
                  </a:cubicBezTo>
                  <a:cubicBezTo>
                    <a:pt x="5080" y="302"/>
                    <a:pt x="4763" y="436"/>
                    <a:pt x="4495" y="620"/>
                  </a:cubicBezTo>
                  <a:cubicBezTo>
                    <a:pt x="4545" y="386"/>
                    <a:pt x="4428" y="152"/>
                    <a:pt x="4211" y="68"/>
                  </a:cubicBezTo>
                  <a:cubicBezTo>
                    <a:pt x="4098" y="21"/>
                    <a:pt x="3975" y="1"/>
                    <a:pt x="38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62"/>
            <p:cNvSpPr/>
            <p:nvPr/>
          </p:nvSpPr>
          <p:spPr>
            <a:xfrm>
              <a:off x="1687575" y="2472975"/>
              <a:ext cx="25100" cy="40500"/>
            </a:xfrm>
            <a:custGeom>
              <a:avLst/>
              <a:gdLst/>
              <a:ahLst/>
              <a:cxnLst/>
              <a:rect l="l" t="t" r="r" b="b"/>
              <a:pathLst>
                <a:path w="1004" h="1620" extrusionOk="0">
                  <a:moveTo>
                    <a:pt x="686" y="1"/>
                  </a:moveTo>
                  <a:cubicBezTo>
                    <a:pt x="435" y="18"/>
                    <a:pt x="1" y="151"/>
                    <a:pt x="17" y="870"/>
                  </a:cubicBezTo>
                  <a:cubicBezTo>
                    <a:pt x="27" y="1490"/>
                    <a:pt x="379" y="1619"/>
                    <a:pt x="660" y="1619"/>
                  </a:cubicBezTo>
                  <a:cubicBezTo>
                    <a:pt x="847" y="1619"/>
                    <a:pt x="1003" y="1561"/>
                    <a:pt x="1003" y="1555"/>
                  </a:cubicBezTo>
                  <a:cubicBezTo>
                    <a:pt x="1003" y="1521"/>
                    <a:pt x="936" y="602"/>
                    <a:pt x="903" y="201"/>
                  </a:cubicBezTo>
                  <a:cubicBezTo>
                    <a:pt x="903" y="84"/>
                    <a:pt x="803" y="1"/>
                    <a:pt x="6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62"/>
            <p:cNvSpPr/>
            <p:nvPr/>
          </p:nvSpPr>
          <p:spPr>
            <a:xfrm>
              <a:off x="1694675" y="2481575"/>
              <a:ext cx="11725" cy="22600"/>
            </a:xfrm>
            <a:custGeom>
              <a:avLst/>
              <a:gdLst/>
              <a:ahLst/>
              <a:cxnLst/>
              <a:rect l="l" t="t" r="r" b="b"/>
              <a:pathLst>
                <a:path w="469" h="904" extrusionOk="0">
                  <a:moveTo>
                    <a:pt x="281" y="1"/>
                  </a:moveTo>
                  <a:cubicBezTo>
                    <a:pt x="271" y="1"/>
                    <a:pt x="261" y="3"/>
                    <a:pt x="251" y="8"/>
                  </a:cubicBezTo>
                  <a:cubicBezTo>
                    <a:pt x="168" y="24"/>
                    <a:pt x="84" y="75"/>
                    <a:pt x="68" y="158"/>
                  </a:cubicBezTo>
                  <a:cubicBezTo>
                    <a:pt x="18" y="258"/>
                    <a:pt x="1" y="359"/>
                    <a:pt x="1" y="459"/>
                  </a:cubicBezTo>
                  <a:cubicBezTo>
                    <a:pt x="1" y="643"/>
                    <a:pt x="101" y="810"/>
                    <a:pt x="268" y="893"/>
                  </a:cubicBezTo>
                  <a:cubicBezTo>
                    <a:pt x="293" y="899"/>
                    <a:pt x="315" y="903"/>
                    <a:pt x="336" y="903"/>
                  </a:cubicBezTo>
                  <a:cubicBezTo>
                    <a:pt x="372" y="903"/>
                    <a:pt x="403" y="892"/>
                    <a:pt x="435" y="860"/>
                  </a:cubicBezTo>
                  <a:cubicBezTo>
                    <a:pt x="469" y="843"/>
                    <a:pt x="469" y="810"/>
                    <a:pt x="469" y="810"/>
                  </a:cubicBezTo>
                  <a:lnTo>
                    <a:pt x="469" y="810"/>
                  </a:lnTo>
                  <a:cubicBezTo>
                    <a:pt x="469" y="810"/>
                    <a:pt x="452" y="826"/>
                    <a:pt x="419" y="843"/>
                  </a:cubicBezTo>
                  <a:cubicBezTo>
                    <a:pt x="402" y="851"/>
                    <a:pt x="381" y="856"/>
                    <a:pt x="358" y="856"/>
                  </a:cubicBezTo>
                  <a:cubicBezTo>
                    <a:pt x="335" y="856"/>
                    <a:pt x="310" y="851"/>
                    <a:pt x="285" y="843"/>
                  </a:cubicBezTo>
                  <a:cubicBezTo>
                    <a:pt x="151" y="760"/>
                    <a:pt x="68" y="609"/>
                    <a:pt x="68" y="459"/>
                  </a:cubicBezTo>
                  <a:cubicBezTo>
                    <a:pt x="68" y="359"/>
                    <a:pt x="84" y="275"/>
                    <a:pt x="118" y="191"/>
                  </a:cubicBezTo>
                  <a:cubicBezTo>
                    <a:pt x="134" y="125"/>
                    <a:pt x="185" y="75"/>
                    <a:pt x="251" y="58"/>
                  </a:cubicBezTo>
                  <a:cubicBezTo>
                    <a:pt x="265" y="53"/>
                    <a:pt x="277" y="51"/>
                    <a:pt x="288" y="51"/>
                  </a:cubicBezTo>
                  <a:cubicBezTo>
                    <a:pt x="319" y="51"/>
                    <a:pt x="344" y="67"/>
                    <a:pt x="368" y="91"/>
                  </a:cubicBezTo>
                  <a:cubicBezTo>
                    <a:pt x="368" y="125"/>
                    <a:pt x="368" y="141"/>
                    <a:pt x="368" y="141"/>
                  </a:cubicBezTo>
                  <a:cubicBezTo>
                    <a:pt x="371" y="144"/>
                    <a:pt x="375" y="146"/>
                    <a:pt x="377" y="146"/>
                  </a:cubicBezTo>
                  <a:cubicBezTo>
                    <a:pt x="390" y="146"/>
                    <a:pt x="399" y="119"/>
                    <a:pt x="385" y="91"/>
                  </a:cubicBezTo>
                  <a:cubicBezTo>
                    <a:pt x="385" y="58"/>
                    <a:pt x="368" y="41"/>
                    <a:pt x="352" y="24"/>
                  </a:cubicBezTo>
                  <a:cubicBezTo>
                    <a:pt x="328" y="13"/>
                    <a:pt x="304" y="1"/>
                    <a:pt x="281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62"/>
            <p:cNvSpPr/>
            <p:nvPr/>
          </p:nvSpPr>
          <p:spPr>
            <a:xfrm>
              <a:off x="1756500" y="2454175"/>
              <a:ext cx="24250" cy="7600"/>
            </a:xfrm>
            <a:custGeom>
              <a:avLst/>
              <a:gdLst/>
              <a:ahLst/>
              <a:cxnLst/>
              <a:rect l="l" t="t" r="r" b="b"/>
              <a:pathLst>
                <a:path w="970" h="304" extrusionOk="0">
                  <a:moveTo>
                    <a:pt x="677" y="0"/>
                  </a:moveTo>
                  <a:cubicBezTo>
                    <a:pt x="601" y="0"/>
                    <a:pt x="525" y="12"/>
                    <a:pt x="452" y="34"/>
                  </a:cubicBezTo>
                  <a:cubicBezTo>
                    <a:pt x="168" y="101"/>
                    <a:pt x="1" y="268"/>
                    <a:pt x="17" y="302"/>
                  </a:cubicBezTo>
                  <a:cubicBezTo>
                    <a:pt x="19" y="303"/>
                    <a:pt x="21" y="304"/>
                    <a:pt x="24" y="304"/>
                  </a:cubicBezTo>
                  <a:cubicBezTo>
                    <a:pt x="64" y="304"/>
                    <a:pt x="253" y="213"/>
                    <a:pt x="485" y="151"/>
                  </a:cubicBezTo>
                  <a:cubicBezTo>
                    <a:pt x="736" y="84"/>
                    <a:pt x="970" y="101"/>
                    <a:pt x="970" y="68"/>
                  </a:cubicBezTo>
                  <a:cubicBezTo>
                    <a:pt x="876" y="21"/>
                    <a:pt x="776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62"/>
            <p:cNvSpPr/>
            <p:nvPr/>
          </p:nvSpPr>
          <p:spPr>
            <a:xfrm>
              <a:off x="1793675" y="2538975"/>
              <a:ext cx="2950" cy="15900"/>
            </a:xfrm>
            <a:custGeom>
              <a:avLst/>
              <a:gdLst/>
              <a:ahLst/>
              <a:cxnLst/>
              <a:rect l="l" t="t" r="r" b="b"/>
              <a:pathLst>
                <a:path w="118" h="636" extrusionOk="0">
                  <a:moveTo>
                    <a:pt x="68" y="1"/>
                  </a:moveTo>
                  <a:cubicBezTo>
                    <a:pt x="34" y="1"/>
                    <a:pt x="1" y="151"/>
                    <a:pt x="1" y="318"/>
                  </a:cubicBezTo>
                  <a:cubicBezTo>
                    <a:pt x="1" y="502"/>
                    <a:pt x="17" y="636"/>
                    <a:pt x="51" y="636"/>
                  </a:cubicBezTo>
                  <a:cubicBezTo>
                    <a:pt x="84" y="636"/>
                    <a:pt x="118" y="502"/>
                    <a:pt x="118" y="318"/>
                  </a:cubicBezTo>
                  <a:cubicBezTo>
                    <a:pt x="118" y="151"/>
                    <a:pt x="101" y="1"/>
                    <a:pt x="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62"/>
            <p:cNvSpPr/>
            <p:nvPr/>
          </p:nvSpPr>
          <p:spPr>
            <a:xfrm>
              <a:off x="1800375" y="2538975"/>
              <a:ext cx="2950" cy="13400"/>
            </a:xfrm>
            <a:custGeom>
              <a:avLst/>
              <a:gdLst/>
              <a:ahLst/>
              <a:cxnLst/>
              <a:rect l="l" t="t" r="r" b="b"/>
              <a:pathLst>
                <a:path w="118" h="536" extrusionOk="0">
                  <a:moveTo>
                    <a:pt x="67" y="1"/>
                  </a:moveTo>
                  <a:cubicBezTo>
                    <a:pt x="33" y="1"/>
                    <a:pt x="0" y="118"/>
                    <a:pt x="0" y="268"/>
                  </a:cubicBezTo>
                  <a:cubicBezTo>
                    <a:pt x="0" y="418"/>
                    <a:pt x="33" y="535"/>
                    <a:pt x="67" y="535"/>
                  </a:cubicBezTo>
                  <a:cubicBezTo>
                    <a:pt x="100" y="535"/>
                    <a:pt x="117" y="418"/>
                    <a:pt x="117" y="268"/>
                  </a:cubicBezTo>
                  <a:cubicBezTo>
                    <a:pt x="117" y="118"/>
                    <a:pt x="100" y="1"/>
                    <a:pt x="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62"/>
            <p:cNvSpPr/>
            <p:nvPr/>
          </p:nvSpPr>
          <p:spPr>
            <a:xfrm>
              <a:off x="1807475" y="2538575"/>
              <a:ext cx="3350" cy="12125"/>
            </a:xfrm>
            <a:custGeom>
              <a:avLst/>
              <a:gdLst/>
              <a:ahLst/>
              <a:cxnLst/>
              <a:rect l="l" t="t" r="r" b="b"/>
              <a:pathLst>
                <a:path w="134" h="485" extrusionOk="0">
                  <a:moveTo>
                    <a:pt x="50" y="0"/>
                  </a:moveTo>
                  <a:cubicBezTo>
                    <a:pt x="17" y="0"/>
                    <a:pt x="0" y="117"/>
                    <a:pt x="17" y="251"/>
                  </a:cubicBezTo>
                  <a:cubicBezTo>
                    <a:pt x="17" y="384"/>
                    <a:pt x="50" y="485"/>
                    <a:pt x="84" y="485"/>
                  </a:cubicBezTo>
                  <a:cubicBezTo>
                    <a:pt x="117" y="468"/>
                    <a:pt x="134" y="368"/>
                    <a:pt x="134" y="234"/>
                  </a:cubicBezTo>
                  <a:cubicBezTo>
                    <a:pt x="117" y="100"/>
                    <a:pt x="84" y="0"/>
                    <a:pt x="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62"/>
            <p:cNvSpPr/>
            <p:nvPr/>
          </p:nvSpPr>
          <p:spPr>
            <a:xfrm>
              <a:off x="1525100" y="2607575"/>
              <a:ext cx="474550" cy="426425"/>
            </a:xfrm>
            <a:custGeom>
              <a:avLst/>
              <a:gdLst/>
              <a:ahLst/>
              <a:cxnLst/>
              <a:rect l="l" t="t" r="r" b="b"/>
              <a:pathLst>
                <a:path w="18982" h="17057" extrusionOk="0">
                  <a:moveTo>
                    <a:pt x="12121" y="1"/>
                  </a:moveTo>
                  <a:cubicBezTo>
                    <a:pt x="11858" y="1"/>
                    <a:pt x="11660" y="32"/>
                    <a:pt x="11473" y="32"/>
                  </a:cubicBezTo>
                  <a:cubicBezTo>
                    <a:pt x="11447" y="32"/>
                    <a:pt x="11421" y="32"/>
                    <a:pt x="11395" y="30"/>
                  </a:cubicBezTo>
                  <a:cubicBezTo>
                    <a:pt x="10688" y="307"/>
                    <a:pt x="9943" y="446"/>
                    <a:pt x="9198" y="446"/>
                  </a:cubicBezTo>
                  <a:cubicBezTo>
                    <a:pt x="8730" y="446"/>
                    <a:pt x="8261" y="391"/>
                    <a:pt x="7803" y="281"/>
                  </a:cubicBezTo>
                  <a:cubicBezTo>
                    <a:pt x="6216" y="465"/>
                    <a:pt x="5297" y="1217"/>
                    <a:pt x="3526" y="1918"/>
                  </a:cubicBezTo>
                  <a:lnTo>
                    <a:pt x="0" y="3823"/>
                  </a:lnTo>
                  <a:lnTo>
                    <a:pt x="2540" y="7365"/>
                  </a:lnTo>
                  <a:lnTo>
                    <a:pt x="5815" y="6279"/>
                  </a:lnTo>
                  <a:cubicBezTo>
                    <a:pt x="6082" y="7633"/>
                    <a:pt x="6149" y="8719"/>
                    <a:pt x="6333" y="10373"/>
                  </a:cubicBezTo>
                  <a:lnTo>
                    <a:pt x="6667" y="17056"/>
                  </a:lnTo>
                  <a:lnTo>
                    <a:pt x="16575" y="16889"/>
                  </a:lnTo>
                  <a:lnTo>
                    <a:pt x="15573" y="10557"/>
                  </a:lnTo>
                  <a:lnTo>
                    <a:pt x="14971" y="5544"/>
                  </a:lnTo>
                  <a:lnTo>
                    <a:pt x="14971" y="5544"/>
                  </a:lnTo>
                  <a:lnTo>
                    <a:pt x="17878" y="6747"/>
                  </a:lnTo>
                  <a:lnTo>
                    <a:pt x="18981" y="2670"/>
                  </a:lnTo>
                  <a:cubicBezTo>
                    <a:pt x="17394" y="2002"/>
                    <a:pt x="16274" y="1601"/>
                    <a:pt x="15389" y="1133"/>
                  </a:cubicBezTo>
                  <a:cubicBezTo>
                    <a:pt x="13595" y="154"/>
                    <a:pt x="12700" y="1"/>
                    <a:pt x="12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62"/>
            <p:cNvSpPr/>
            <p:nvPr/>
          </p:nvSpPr>
          <p:spPr>
            <a:xfrm>
              <a:off x="1633700" y="2636975"/>
              <a:ext cx="283225" cy="65350"/>
            </a:xfrm>
            <a:custGeom>
              <a:avLst/>
              <a:gdLst/>
              <a:ahLst/>
              <a:cxnLst/>
              <a:rect l="l" t="t" r="r" b="b"/>
              <a:pathLst>
                <a:path w="11329" h="2614" extrusionOk="0">
                  <a:moveTo>
                    <a:pt x="11190" y="0"/>
                  </a:moveTo>
                  <a:cubicBezTo>
                    <a:pt x="11187" y="0"/>
                    <a:pt x="11183" y="2"/>
                    <a:pt x="11178" y="7"/>
                  </a:cubicBezTo>
                  <a:cubicBezTo>
                    <a:pt x="11178" y="7"/>
                    <a:pt x="11212" y="41"/>
                    <a:pt x="11245" y="124"/>
                  </a:cubicBezTo>
                  <a:cubicBezTo>
                    <a:pt x="11295" y="241"/>
                    <a:pt x="11279" y="392"/>
                    <a:pt x="11212" y="492"/>
                  </a:cubicBezTo>
                  <a:cubicBezTo>
                    <a:pt x="11095" y="676"/>
                    <a:pt x="10944" y="809"/>
                    <a:pt x="10744" y="893"/>
                  </a:cubicBezTo>
                  <a:cubicBezTo>
                    <a:pt x="10477" y="960"/>
                    <a:pt x="10193" y="993"/>
                    <a:pt x="9909" y="993"/>
                  </a:cubicBezTo>
                  <a:cubicBezTo>
                    <a:pt x="9741" y="993"/>
                    <a:pt x="9574" y="1026"/>
                    <a:pt x="9407" y="1060"/>
                  </a:cubicBezTo>
                  <a:cubicBezTo>
                    <a:pt x="9240" y="1110"/>
                    <a:pt x="9073" y="1194"/>
                    <a:pt x="8923" y="1311"/>
                  </a:cubicBezTo>
                  <a:cubicBezTo>
                    <a:pt x="8605" y="1528"/>
                    <a:pt x="8355" y="1828"/>
                    <a:pt x="8037" y="2096"/>
                  </a:cubicBezTo>
                  <a:cubicBezTo>
                    <a:pt x="7887" y="2229"/>
                    <a:pt x="7703" y="2346"/>
                    <a:pt x="7519" y="2413"/>
                  </a:cubicBezTo>
                  <a:cubicBezTo>
                    <a:pt x="7382" y="2470"/>
                    <a:pt x="7237" y="2496"/>
                    <a:pt x="7095" y="2496"/>
                  </a:cubicBezTo>
                  <a:cubicBezTo>
                    <a:pt x="7030" y="2496"/>
                    <a:pt x="6964" y="2491"/>
                    <a:pt x="6901" y="2480"/>
                  </a:cubicBezTo>
                  <a:cubicBezTo>
                    <a:pt x="6467" y="2413"/>
                    <a:pt x="6066" y="2129"/>
                    <a:pt x="5631" y="1929"/>
                  </a:cubicBezTo>
                  <a:cubicBezTo>
                    <a:pt x="5319" y="1785"/>
                    <a:pt x="4982" y="1710"/>
                    <a:pt x="4637" y="1710"/>
                  </a:cubicBezTo>
                  <a:cubicBezTo>
                    <a:pt x="4501" y="1710"/>
                    <a:pt x="4364" y="1721"/>
                    <a:pt x="4228" y="1745"/>
                  </a:cubicBezTo>
                  <a:cubicBezTo>
                    <a:pt x="3793" y="1795"/>
                    <a:pt x="3359" y="1879"/>
                    <a:pt x="2941" y="1996"/>
                  </a:cubicBezTo>
                  <a:cubicBezTo>
                    <a:pt x="2573" y="2096"/>
                    <a:pt x="2172" y="2146"/>
                    <a:pt x="1788" y="2179"/>
                  </a:cubicBezTo>
                  <a:cubicBezTo>
                    <a:pt x="1754" y="2181"/>
                    <a:pt x="1721" y="2182"/>
                    <a:pt x="1687" y="2182"/>
                  </a:cubicBezTo>
                  <a:cubicBezTo>
                    <a:pt x="1387" y="2182"/>
                    <a:pt x="1088" y="2116"/>
                    <a:pt x="802" y="1996"/>
                  </a:cubicBezTo>
                  <a:cubicBezTo>
                    <a:pt x="552" y="1862"/>
                    <a:pt x="351" y="1678"/>
                    <a:pt x="218" y="1427"/>
                  </a:cubicBezTo>
                  <a:cubicBezTo>
                    <a:pt x="101" y="1244"/>
                    <a:pt x="50" y="1043"/>
                    <a:pt x="50" y="843"/>
                  </a:cubicBezTo>
                  <a:cubicBezTo>
                    <a:pt x="67" y="659"/>
                    <a:pt x="134" y="492"/>
                    <a:pt x="234" y="341"/>
                  </a:cubicBezTo>
                  <a:lnTo>
                    <a:pt x="234" y="341"/>
                  </a:lnTo>
                  <a:cubicBezTo>
                    <a:pt x="201" y="375"/>
                    <a:pt x="167" y="408"/>
                    <a:pt x="151" y="442"/>
                  </a:cubicBezTo>
                  <a:cubicBezTo>
                    <a:pt x="67" y="559"/>
                    <a:pt x="17" y="692"/>
                    <a:pt x="17" y="826"/>
                  </a:cubicBezTo>
                  <a:cubicBezTo>
                    <a:pt x="0" y="1060"/>
                    <a:pt x="50" y="1277"/>
                    <a:pt x="151" y="1461"/>
                  </a:cubicBezTo>
                  <a:cubicBezTo>
                    <a:pt x="301" y="1712"/>
                    <a:pt x="518" y="1929"/>
                    <a:pt x="769" y="2062"/>
                  </a:cubicBezTo>
                  <a:cubicBezTo>
                    <a:pt x="1055" y="2198"/>
                    <a:pt x="1367" y="2265"/>
                    <a:pt x="1683" y="2265"/>
                  </a:cubicBezTo>
                  <a:cubicBezTo>
                    <a:pt x="1718" y="2265"/>
                    <a:pt x="1753" y="2265"/>
                    <a:pt x="1788" y="2263"/>
                  </a:cubicBezTo>
                  <a:cubicBezTo>
                    <a:pt x="2189" y="2263"/>
                    <a:pt x="2590" y="2196"/>
                    <a:pt x="2974" y="2096"/>
                  </a:cubicBezTo>
                  <a:cubicBezTo>
                    <a:pt x="3392" y="1996"/>
                    <a:pt x="3810" y="1912"/>
                    <a:pt x="4244" y="1845"/>
                  </a:cubicBezTo>
                  <a:cubicBezTo>
                    <a:pt x="4353" y="1833"/>
                    <a:pt x="4462" y="1827"/>
                    <a:pt x="4572" y="1827"/>
                  </a:cubicBezTo>
                  <a:cubicBezTo>
                    <a:pt x="4917" y="1827"/>
                    <a:pt x="5264" y="1889"/>
                    <a:pt x="5581" y="2029"/>
                  </a:cubicBezTo>
                  <a:cubicBezTo>
                    <a:pt x="6015" y="2229"/>
                    <a:pt x="6400" y="2514"/>
                    <a:pt x="6868" y="2597"/>
                  </a:cubicBezTo>
                  <a:cubicBezTo>
                    <a:pt x="6942" y="2608"/>
                    <a:pt x="7016" y="2613"/>
                    <a:pt x="7089" y="2613"/>
                  </a:cubicBezTo>
                  <a:cubicBezTo>
                    <a:pt x="7248" y="2613"/>
                    <a:pt x="7404" y="2587"/>
                    <a:pt x="7553" y="2530"/>
                  </a:cubicBezTo>
                  <a:cubicBezTo>
                    <a:pt x="7753" y="2447"/>
                    <a:pt x="7937" y="2313"/>
                    <a:pt x="8104" y="2179"/>
                  </a:cubicBezTo>
                  <a:cubicBezTo>
                    <a:pt x="8421" y="1895"/>
                    <a:pt x="8689" y="1595"/>
                    <a:pt x="8973" y="1377"/>
                  </a:cubicBezTo>
                  <a:cubicBezTo>
                    <a:pt x="9123" y="1277"/>
                    <a:pt x="9274" y="1210"/>
                    <a:pt x="9441" y="1143"/>
                  </a:cubicBezTo>
                  <a:cubicBezTo>
                    <a:pt x="9591" y="1110"/>
                    <a:pt x="9758" y="1077"/>
                    <a:pt x="9909" y="1077"/>
                  </a:cubicBezTo>
                  <a:cubicBezTo>
                    <a:pt x="10209" y="1060"/>
                    <a:pt x="10493" y="1026"/>
                    <a:pt x="10761" y="943"/>
                  </a:cubicBezTo>
                  <a:cubicBezTo>
                    <a:pt x="10978" y="876"/>
                    <a:pt x="11145" y="709"/>
                    <a:pt x="11245" y="525"/>
                  </a:cubicBezTo>
                  <a:cubicBezTo>
                    <a:pt x="11312" y="392"/>
                    <a:pt x="11329" y="241"/>
                    <a:pt x="11279" y="108"/>
                  </a:cubicBezTo>
                  <a:cubicBezTo>
                    <a:pt x="11262" y="74"/>
                    <a:pt x="11245" y="57"/>
                    <a:pt x="11212" y="24"/>
                  </a:cubicBezTo>
                  <a:cubicBezTo>
                    <a:pt x="11200" y="12"/>
                    <a:pt x="11197" y="0"/>
                    <a:pt x="111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62"/>
            <p:cNvSpPr/>
            <p:nvPr/>
          </p:nvSpPr>
          <p:spPr>
            <a:xfrm>
              <a:off x="1550575" y="2691875"/>
              <a:ext cx="343800" cy="92550"/>
            </a:xfrm>
            <a:custGeom>
              <a:avLst/>
              <a:gdLst/>
              <a:ahLst/>
              <a:cxnLst/>
              <a:rect l="l" t="t" r="r" b="b"/>
              <a:pathLst>
                <a:path w="13752" h="3702" extrusionOk="0">
                  <a:moveTo>
                    <a:pt x="184" y="0"/>
                  </a:moveTo>
                  <a:lnTo>
                    <a:pt x="184" y="0"/>
                  </a:lnTo>
                  <a:cubicBezTo>
                    <a:pt x="151" y="50"/>
                    <a:pt x="134" y="100"/>
                    <a:pt x="101" y="150"/>
                  </a:cubicBezTo>
                  <a:cubicBezTo>
                    <a:pt x="34" y="284"/>
                    <a:pt x="0" y="451"/>
                    <a:pt x="17" y="602"/>
                  </a:cubicBezTo>
                  <a:cubicBezTo>
                    <a:pt x="34" y="852"/>
                    <a:pt x="134" y="1103"/>
                    <a:pt x="268" y="1303"/>
                  </a:cubicBezTo>
                  <a:cubicBezTo>
                    <a:pt x="468" y="1571"/>
                    <a:pt x="752" y="1771"/>
                    <a:pt x="1070" y="1888"/>
                  </a:cubicBezTo>
                  <a:cubicBezTo>
                    <a:pt x="1437" y="2005"/>
                    <a:pt x="1838" y="2072"/>
                    <a:pt x="2239" y="2072"/>
                  </a:cubicBezTo>
                  <a:cubicBezTo>
                    <a:pt x="2690" y="2072"/>
                    <a:pt x="3142" y="2089"/>
                    <a:pt x="3593" y="2139"/>
                  </a:cubicBezTo>
                  <a:cubicBezTo>
                    <a:pt x="3827" y="2172"/>
                    <a:pt x="4061" y="2222"/>
                    <a:pt x="4278" y="2323"/>
                  </a:cubicBezTo>
                  <a:cubicBezTo>
                    <a:pt x="4512" y="2423"/>
                    <a:pt x="4729" y="2556"/>
                    <a:pt x="4913" y="2724"/>
                  </a:cubicBezTo>
                  <a:cubicBezTo>
                    <a:pt x="5130" y="2874"/>
                    <a:pt x="5330" y="3041"/>
                    <a:pt x="5548" y="3191"/>
                  </a:cubicBezTo>
                  <a:cubicBezTo>
                    <a:pt x="5782" y="3342"/>
                    <a:pt x="6032" y="3475"/>
                    <a:pt x="6299" y="3559"/>
                  </a:cubicBezTo>
                  <a:cubicBezTo>
                    <a:pt x="6597" y="3655"/>
                    <a:pt x="6910" y="3701"/>
                    <a:pt x="7225" y="3701"/>
                  </a:cubicBezTo>
                  <a:cubicBezTo>
                    <a:pt x="7458" y="3701"/>
                    <a:pt x="7692" y="3676"/>
                    <a:pt x="7920" y="3626"/>
                  </a:cubicBezTo>
                  <a:cubicBezTo>
                    <a:pt x="8438" y="3526"/>
                    <a:pt x="8873" y="3242"/>
                    <a:pt x="9290" y="3024"/>
                  </a:cubicBezTo>
                  <a:cubicBezTo>
                    <a:pt x="9622" y="2852"/>
                    <a:pt x="9975" y="2732"/>
                    <a:pt x="10308" y="2732"/>
                  </a:cubicBezTo>
                  <a:cubicBezTo>
                    <a:pt x="10393" y="2732"/>
                    <a:pt x="10478" y="2740"/>
                    <a:pt x="10560" y="2757"/>
                  </a:cubicBezTo>
                  <a:cubicBezTo>
                    <a:pt x="10961" y="2857"/>
                    <a:pt x="11312" y="3074"/>
                    <a:pt x="11663" y="3175"/>
                  </a:cubicBezTo>
                  <a:cubicBezTo>
                    <a:pt x="11843" y="3232"/>
                    <a:pt x="12029" y="3262"/>
                    <a:pt x="12217" y="3262"/>
                  </a:cubicBezTo>
                  <a:cubicBezTo>
                    <a:pt x="12360" y="3262"/>
                    <a:pt x="12504" y="3244"/>
                    <a:pt x="12649" y="3208"/>
                  </a:cubicBezTo>
                  <a:cubicBezTo>
                    <a:pt x="12883" y="3158"/>
                    <a:pt x="13117" y="3058"/>
                    <a:pt x="13317" y="2907"/>
                  </a:cubicBezTo>
                  <a:cubicBezTo>
                    <a:pt x="13451" y="2824"/>
                    <a:pt x="13568" y="2707"/>
                    <a:pt x="13668" y="2590"/>
                  </a:cubicBezTo>
                  <a:cubicBezTo>
                    <a:pt x="13701" y="2556"/>
                    <a:pt x="13735" y="2506"/>
                    <a:pt x="13751" y="2456"/>
                  </a:cubicBezTo>
                  <a:lnTo>
                    <a:pt x="13751" y="2456"/>
                  </a:lnTo>
                  <a:cubicBezTo>
                    <a:pt x="13618" y="2607"/>
                    <a:pt x="13467" y="2757"/>
                    <a:pt x="13300" y="2874"/>
                  </a:cubicBezTo>
                  <a:cubicBezTo>
                    <a:pt x="13083" y="3008"/>
                    <a:pt x="12866" y="3091"/>
                    <a:pt x="12632" y="3141"/>
                  </a:cubicBezTo>
                  <a:cubicBezTo>
                    <a:pt x="12495" y="3177"/>
                    <a:pt x="12358" y="3195"/>
                    <a:pt x="12220" y="3195"/>
                  </a:cubicBezTo>
                  <a:cubicBezTo>
                    <a:pt x="12040" y="3195"/>
                    <a:pt x="11860" y="3165"/>
                    <a:pt x="11680" y="3108"/>
                  </a:cubicBezTo>
                  <a:cubicBezTo>
                    <a:pt x="11345" y="2991"/>
                    <a:pt x="11011" y="2774"/>
                    <a:pt x="10577" y="2673"/>
                  </a:cubicBezTo>
                  <a:cubicBezTo>
                    <a:pt x="10468" y="2648"/>
                    <a:pt x="10355" y="2636"/>
                    <a:pt x="10243" y="2636"/>
                  </a:cubicBezTo>
                  <a:cubicBezTo>
                    <a:pt x="10130" y="2636"/>
                    <a:pt x="10017" y="2648"/>
                    <a:pt x="9909" y="2673"/>
                  </a:cubicBezTo>
                  <a:cubicBezTo>
                    <a:pt x="9675" y="2740"/>
                    <a:pt x="9457" y="2824"/>
                    <a:pt x="9240" y="2924"/>
                  </a:cubicBezTo>
                  <a:cubicBezTo>
                    <a:pt x="8822" y="3141"/>
                    <a:pt x="8388" y="3425"/>
                    <a:pt x="7887" y="3526"/>
                  </a:cubicBezTo>
                  <a:cubicBezTo>
                    <a:pt x="7677" y="3566"/>
                    <a:pt x="7464" y="3588"/>
                    <a:pt x="7252" y="3588"/>
                  </a:cubicBezTo>
                  <a:cubicBezTo>
                    <a:pt x="6941" y="3588"/>
                    <a:pt x="6631" y="3541"/>
                    <a:pt x="6333" y="3442"/>
                  </a:cubicBezTo>
                  <a:cubicBezTo>
                    <a:pt x="6082" y="3358"/>
                    <a:pt x="5848" y="3242"/>
                    <a:pt x="5614" y="3091"/>
                  </a:cubicBezTo>
                  <a:cubicBezTo>
                    <a:pt x="5397" y="2957"/>
                    <a:pt x="5197" y="2790"/>
                    <a:pt x="4979" y="2623"/>
                  </a:cubicBezTo>
                  <a:cubicBezTo>
                    <a:pt x="4779" y="2456"/>
                    <a:pt x="4562" y="2323"/>
                    <a:pt x="4328" y="2222"/>
                  </a:cubicBezTo>
                  <a:cubicBezTo>
                    <a:pt x="4094" y="2122"/>
                    <a:pt x="3843" y="2055"/>
                    <a:pt x="3609" y="2039"/>
                  </a:cubicBezTo>
                  <a:cubicBezTo>
                    <a:pt x="3271" y="2001"/>
                    <a:pt x="2923" y="1982"/>
                    <a:pt x="2580" y="1982"/>
                  </a:cubicBezTo>
                  <a:cubicBezTo>
                    <a:pt x="2466" y="1982"/>
                    <a:pt x="2352" y="1984"/>
                    <a:pt x="2239" y="1988"/>
                  </a:cubicBezTo>
                  <a:cubicBezTo>
                    <a:pt x="1855" y="1988"/>
                    <a:pt x="1471" y="1922"/>
                    <a:pt x="1086" y="1805"/>
                  </a:cubicBezTo>
                  <a:cubicBezTo>
                    <a:pt x="786" y="1704"/>
                    <a:pt x="518" y="1521"/>
                    <a:pt x="335" y="1270"/>
                  </a:cubicBezTo>
                  <a:cubicBezTo>
                    <a:pt x="184" y="1069"/>
                    <a:pt x="101" y="836"/>
                    <a:pt x="67" y="602"/>
                  </a:cubicBezTo>
                  <a:cubicBezTo>
                    <a:pt x="50" y="451"/>
                    <a:pt x="67" y="301"/>
                    <a:pt x="117" y="150"/>
                  </a:cubicBezTo>
                  <a:cubicBezTo>
                    <a:pt x="167" y="50"/>
                    <a:pt x="201" y="17"/>
                    <a:pt x="18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62"/>
            <p:cNvSpPr/>
            <p:nvPr/>
          </p:nvSpPr>
          <p:spPr>
            <a:xfrm>
              <a:off x="1909800" y="2715675"/>
              <a:ext cx="75225" cy="38775"/>
            </a:xfrm>
            <a:custGeom>
              <a:avLst/>
              <a:gdLst/>
              <a:ahLst/>
              <a:cxnLst/>
              <a:rect l="l" t="t" r="r" b="b"/>
              <a:pathLst>
                <a:path w="3009" h="1551" extrusionOk="0">
                  <a:moveTo>
                    <a:pt x="3008" y="0"/>
                  </a:moveTo>
                  <a:cubicBezTo>
                    <a:pt x="2841" y="0"/>
                    <a:pt x="2657" y="51"/>
                    <a:pt x="2507" y="134"/>
                  </a:cubicBezTo>
                  <a:cubicBezTo>
                    <a:pt x="2156" y="335"/>
                    <a:pt x="1822" y="569"/>
                    <a:pt x="1521" y="853"/>
                  </a:cubicBezTo>
                  <a:cubicBezTo>
                    <a:pt x="1237" y="1120"/>
                    <a:pt x="886" y="1320"/>
                    <a:pt x="502" y="1437"/>
                  </a:cubicBezTo>
                  <a:cubicBezTo>
                    <a:pt x="335" y="1471"/>
                    <a:pt x="168" y="1488"/>
                    <a:pt x="1" y="1488"/>
                  </a:cubicBezTo>
                  <a:cubicBezTo>
                    <a:pt x="102" y="1528"/>
                    <a:pt x="209" y="1550"/>
                    <a:pt x="315" y="1550"/>
                  </a:cubicBezTo>
                  <a:cubicBezTo>
                    <a:pt x="384" y="1550"/>
                    <a:pt x="453" y="1541"/>
                    <a:pt x="519" y="1521"/>
                  </a:cubicBezTo>
                  <a:cubicBezTo>
                    <a:pt x="920" y="1421"/>
                    <a:pt x="1287" y="1220"/>
                    <a:pt x="1605" y="953"/>
                  </a:cubicBezTo>
                  <a:cubicBezTo>
                    <a:pt x="1889" y="669"/>
                    <a:pt x="2206" y="418"/>
                    <a:pt x="2557" y="201"/>
                  </a:cubicBezTo>
                  <a:cubicBezTo>
                    <a:pt x="2824" y="51"/>
                    <a:pt x="3008" y="34"/>
                    <a:pt x="300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62"/>
            <p:cNvSpPr/>
            <p:nvPr/>
          </p:nvSpPr>
          <p:spPr>
            <a:xfrm>
              <a:off x="1682575" y="2844300"/>
              <a:ext cx="220150" cy="29425"/>
            </a:xfrm>
            <a:custGeom>
              <a:avLst/>
              <a:gdLst/>
              <a:ahLst/>
              <a:cxnLst/>
              <a:rect l="l" t="t" r="r" b="b"/>
              <a:pathLst>
                <a:path w="8806" h="1177" extrusionOk="0">
                  <a:moveTo>
                    <a:pt x="3" y="0"/>
                  </a:moveTo>
                  <a:cubicBezTo>
                    <a:pt x="2" y="0"/>
                    <a:pt x="1" y="1"/>
                    <a:pt x="0" y="2"/>
                  </a:cubicBezTo>
                  <a:cubicBezTo>
                    <a:pt x="0" y="35"/>
                    <a:pt x="17" y="69"/>
                    <a:pt x="34" y="85"/>
                  </a:cubicBezTo>
                  <a:cubicBezTo>
                    <a:pt x="67" y="185"/>
                    <a:pt x="117" y="269"/>
                    <a:pt x="167" y="336"/>
                  </a:cubicBezTo>
                  <a:cubicBezTo>
                    <a:pt x="385" y="620"/>
                    <a:pt x="652" y="837"/>
                    <a:pt x="986" y="971"/>
                  </a:cubicBezTo>
                  <a:cubicBezTo>
                    <a:pt x="1322" y="1110"/>
                    <a:pt x="1674" y="1177"/>
                    <a:pt x="2031" y="1177"/>
                  </a:cubicBezTo>
                  <a:cubicBezTo>
                    <a:pt x="2189" y="1177"/>
                    <a:pt x="2348" y="1163"/>
                    <a:pt x="2507" y="1138"/>
                  </a:cubicBezTo>
                  <a:cubicBezTo>
                    <a:pt x="3125" y="1021"/>
                    <a:pt x="3726" y="871"/>
                    <a:pt x="4311" y="653"/>
                  </a:cubicBezTo>
                  <a:cubicBezTo>
                    <a:pt x="4847" y="469"/>
                    <a:pt x="5412" y="384"/>
                    <a:pt x="5979" y="384"/>
                  </a:cubicBezTo>
                  <a:cubicBezTo>
                    <a:pt x="6030" y="384"/>
                    <a:pt x="6081" y="385"/>
                    <a:pt x="6132" y="386"/>
                  </a:cubicBezTo>
                  <a:cubicBezTo>
                    <a:pt x="6700" y="419"/>
                    <a:pt x="7135" y="703"/>
                    <a:pt x="7569" y="820"/>
                  </a:cubicBezTo>
                  <a:cubicBezTo>
                    <a:pt x="7691" y="863"/>
                    <a:pt x="7819" y="883"/>
                    <a:pt x="7947" y="883"/>
                  </a:cubicBezTo>
                  <a:cubicBezTo>
                    <a:pt x="8172" y="883"/>
                    <a:pt x="8397" y="820"/>
                    <a:pt x="8588" y="703"/>
                  </a:cubicBezTo>
                  <a:cubicBezTo>
                    <a:pt x="8655" y="653"/>
                    <a:pt x="8722" y="570"/>
                    <a:pt x="8772" y="486"/>
                  </a:cubicBezTo>
                  <a:cubicBezTo>
                    <a:pt x="8789" y="470"/>
                    <a:pt x="8806" y="436"/>
                    <a:pt x="8806" y="403"/>
                  </a:cubicBezTo>
                  <a:lnTo>
                    <a:pt x="8806" y="403"/>
                  </a:lnTo>
                  <a:cubicBezTo>
                    <a:pt x="8739" y="503"/>
                    <a:pt x="8655" y="603"/>
                    <a:pt x="8555" y="670"/>
                  </a:cubicBezTo>
                  <a:cubicBezTo>
                    <a:pt x="8392" y="766"/>
                    <a:pt x="8202" y="812"/>
                    <a:pt x="8009" y="812"/>
                  </a:cubicBezTo>
                  <a:cubicBezTo>
                    <a:pt x="7866" y="812"/>
                    <a:pt x="7721" y="787"/>
                    <a:pt x="7586" y="737"/>
                  </a:cubicBezTo>
                  <a:cubicBezTo>
                    <a:pt x="7385" y="687"/>
                    <a:pt x="7168" y="586"/>
                    <a:pt x="6934" y="486"/>
                  </a:cubicBezTo>
                  <a:cubicBezTo>
                    <a:pt x="6684" y="369"/>
                    <a:pt x="6416" y="302"/>
                    <a:pt x="6132" y="286"/>
                  </a:cubicBezTo>
                  <a:cubicBezTo>
                    <a:pt x="6045" y="281"/>
                    <a:pt x="5957" y="279"/>
                    <a:pt x="5869" y="279"/>
                  </a:cubicBezTo>
                  <a:cubicBezTo>
                    <a:pt x="5335" y="279"/>
                    <a:pt x="4794" y="367"/>
                    <a:pt x="4278" y="553"/>
                  </a:cubicBezTo>
                  <a:cubicBezTo>
                    <a:pt x="3693" y="754"/>
                    <a:pt x="3091" y="904"/>
                    <a:pt x="2490" y="1021"/>
                  </a:cubicBezTo>
                  <a:cubicBezTo>
                    <a:pt x="2320" y="1055"/>
                    <a:pt x="2149" y="1072"/>
                    <a:pt x="1980" y="1072"/>
                  </a:cubicBezTo>
                  <a:cubicBezTo>
                    <a:pt x="1652" y="1072"/>
                    <a:pt x="1328" y="1009"/>
                    <a:pt x="1019" y="887"/>
                  </a:cubicBezTo>
                  <a:cubicBezTo>
                    <a:pt x="702" y="770"/>
                    <a:pt x="418" y="570"/>
                    <a:pt x="201" y="319"/>
                  </a:cubicBezTo>
                  <a:cubicBezTo>
                    <a:pt x="75" y="130"/>
                    <a:pt x="23" y="0"/>
                    <a:pt x="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62"/>
            <p:cNvSpPr/>
            <p:nvPr/>
          </p:nvSpPr>
          <p:spPr>
            <a:xfrm>
              <a:off x="1687575" y="2952100"/>
              <a:ext cx="239800" cy="31350"/>
            </a:xfrm>
            <a:custGeom>
              <a:avLst/>
              <a:gdLst/>
              <a:ahLst/>
              <a:cxnLst/>
              <a:rect l="l" t="t" r="r" b="b"/>
              <a:pathLst>
                <a:path w="9592" h="1254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7" y="34"/>
                    <a:pt x="68" y="84"/>
                  </a:cubicBezTo>
                  <a:cubicBezTo>
                    <a:pt x="134" y="168"/>
                    <a:pt x="218" y="234"/>
                    <a:pt x="285" y="301"/>
                  </a:cubicBezTo>
                  <a:cubicBezTo>
                    <a:pt x="569" y="552"/>
                    <a:pt x="903" y="752"/>
                    <a:pt x="1237" y="903"/>
                  </a:cubicBezTo>
                  <a:cubicBezTo>
                    <a:pt x="1755" y="1137"/>
                    <a:pt x="2307" y="1254"/>
                    <a:pt x="2875" y="1254"/>
                  </a:cubicBezTo>
                  <a:cubicBezTo>
                    <a:pt x="3209" y="1254"/>
                    <a:pt x="3526" y="1220"/>
                    <a:pt x="3860" y="1137"/>
                  </a:cubicBezTo>
                  <a:cubicBezTo>
                    <a:pt x="4195" y="1053"/>
                    <a:pt x="4529" y="936"/>
                    <a:pt x="4863" y="819"/>
                  </a:cubicBezTo>
                  <a:cubicBezTo>
                    <a:pt x="5431" y="620"/>
                    <a:pt x="6000" y="433"/>
                    <a:pt x="6538" y="433"/>
                  </a:cubicBezTo>
                  <a:cubicBezTo>
                    <a:pt x="6632" y="433"/>
                    <a:pt x="6725" y="439"/>
                    <a:pt x="6818" y="452"/>
                  </a:cubicBezTo>
                  <a:cubicBezTo>
                    <a:pt x="7102" y="485"/>
                    <a:pt x="7386" y="569"/>
                    <a:pt x="7653" y="669"/>
                  </a:cubicBezTo>
                  <a:cubicBezTo>
                    <a:pt x="7904" y="769"/>
                    <a:pt x="8155" y="836"/>
                    <a:pt x="8422" y="886"/>
                  </a:cubicBezTo>
                  <a:cubicBezTo>
                    <a:pt x="8475" y="893"/>
                    <a:pt x="8527" y="896"/>
                    <a:pt x="8580" y="896"/>
                  </a:cubicBezTo>
                  <a:cubicBezTo>
                    <a:pt x="8909" y="896"/>
                    <a:pt x="9227" y="761"/>
                    <a:pt x="9458" y="502"/>
                  </a:cubicBezTo>
                  <a:cubicBezTo>
                    <a:pt x="9525" y="418"/>
                    <a:pt x="9558" y="335"/>
                    <a:pt x="9591" y="218"/>
                  </a:cubicBezTo>
                  <a:cubicBezTo>
                    <a:pt x="9591" y="184"/>
                    <a:pt x="9591" y="151"/>
                    <a:pt x="9591" y="117"/>
                  </a:cubicBezTo>
                  <a:cubicBezTo>
                    <a:pt x="9558" y="251"/>
                    <a:pt x="9508" y="368"/>
                    <a:pt x="9424" y="468"/>
                  </a:cubicBezTo>
                  <a:cubicBezTo>
                    <a:pt x="9197" y="695"/>
                    <a:pt x="8898" y="814"/>
                    <a:pt x="8588" y="814"/>
                  </a:cubicBezTo>
                  <a:cubicBezTo>
                    <a:pt x="8533" y="814"/>
                    <a:pt x="8477" y="810"/>
                    <a:pt x="8422" y="802"/>
                  </a:cubicBezTo>
                  <a:cubicBezTo>
                    <a:pt x="8171" y="752"/>
                    <a:pt x="7921" y="686"/>
                    <a:pt x="7687" y="585"/>
                  </a:cubicBezTo>
                  <a:cubicBezTo>
                    <a:pt x="7419" y="468"/>
                    <a:pt x="7119" y="385"/>
                    <a:pt x="6835" y="335"/>
                  </a:cubicBezTo>
                  <a:cubicBezTo>
                    <a:pt x="6737" y="322"/>
                    <a:pt x="6639" y="316"/>
                    <a:pt x="6540" y="316"/>
                  </a:cubicBezTo>
                  <a:cubicBezTo>
                    <a:pt x="5979" y="316"/>
                    <a:pt x="5398" y="503"/>
                    <a:pt x="4830" y="702"/>
                  </a:cubicBezTo>
                  <a:cubicBezTo>
                    <a:pt x="4479" y="819"/>
                    <a:pt x="4161" y="936"/>
                    <a:pt x="3827" y="1020"/>
                  </a:cubicBezTo>
                  <a:cubicBezTo>
                    <a:pt x="3510" y="1103"/>
                    <a:pt x="3192" y="1153"/>
                    <a:pt x="2875" y="1153"/>
                  </a:cubicBezTo>
                  <a:cubicBezTo>
                    <a:pt x="2323" y="1153"/>
                    <a:pt x="1772" y="1036"/>
                    <a:pt x="1271" y="819"/>
                  </a:cubicBezTo>
                  <a:cubicBezTo>
                    <a:pt x="803" y="619"/>
                    <a:pt x="385" y="335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62"/>
            <p:cNvSpPr/>
            <p:nvPr/>
          </p:nvSpPr>
          <p:spPr>
            <a:xfrm>
              <a:off x="1711800" y="2723200"/>
              <a:ext cx="20925" cy="25925"/>
            </a:xfrm>
            <a:custGeom>
              <a:avLst/>
              <a:gdLst/>
              <a:ahLst/>
              <a:cxnLst/>
              <a:rect l="l" t="t" r="r" b="b"/>
              <a:pathLst>
                <a:path w="837" h="1037" extrusionOk="0">
                  <a:moveTo>
                    <a:pt x="1" y="0"/>
                  </a:moveTo>
                  <a:lnTo>
                    <a:pt x="1" y="0"/>
                  </a:lnTo>
                  <a:cubicBezTo>
                    <a:pt x="251" y="368"/>
                    <a:pt x="536" y="702"/>
                    <a:pt x="836" y="1036"/>
                  </a:cubicBezTo>
                  <a:cubicBezTo>
                    <a:pt x="669" y="618"/>
                    <a:pt x="368" y="251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62"/>
            <p:cNvSpPr/>
            <p:nvPr/>
          </p:nvSpPr>
          <p:spPr>
            <a:xfrm>
              <a:off x="1852150" y="2711925"/>
              <a:ext cx="23425" cy="25075"/>
            </a:xfrm>
            <a:custGeom>
              <a:avLst/>
              <a:gdLst/>
              <a:ahLst/>
              <a:cxnLst/>
              <a:rect l="l" t="t" r="r" b="b"/>
              <a:pathLst>
                <a:path w="937" h="1003" extrusionOk="0">
                  <a:moveTo>
                    <a:pt x="937" y="0"/>
                  </a:moveTo>
                  <a:lnTo>
                    <a:pt x="937" y="0"/>
                  </a:lnTo>
                  <a:cubicBezTo>
                    <a:pt x="569" y="284"/>
                    <a:pt x="252" y="618"/>
                    <a:pt x="1" y="1003"/>
                  </a:cubicBezTo>
                  <a:cubicBezTo>
                    <a:pt x="369" y="719"/>
                    <a:pt x="686" y="384"/>
                    <a:pt x="9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62"/>
            <p:cNvSpPr/>
            <p:nvPr/>
          </p:nvSpPr>
          <p:spPr>
            <a:xfrm>
              <a:off x="1932350" y="2687275"/>
              <a:ext cx="23425" cy="17150"/>
            </a:xfrm>
            <a:custGeom>
              <a:avLst/>
              <a:gdLst/>
              <a:ahLst/>
              <a:cxnLst/>
              <a:rect l="l" t="t" r="r" b="b"/>
              <a:pathLst>
                <a:path w="937" h="686" extrusionOk="0">
                  <a:moveTo>
                    <a:pt x="18" y="0"/>
                  </a:moveTo>
                  <a:cubicBezTo>
                    <a:pt x="1" y="34"/>
                    <a:pt x="185" y="201"/>
                    <a:pt x="435" y="385"/>
                  </a:cubicBezTo>
                  <a:cubicBezTo>
                    <a:pt x="569" y="518"/>
                    <a:pt x="736" y="618"/>
                    <a:pt x="920" y="685"/>
                  </a:cubicBezTo>
                  <a:cubicBezTo>
                    <a:pt x="937" y="652"/>
                    <a:pt x="753" y="485"/>
                    <a:pt x="502" y="301"/>
                  </a:cubicBezTo>
                  <a:cubicBezTo>
                    <a:pt x="369" y="167"/>
                    <a:pt x="201" y="67"/>
                    <a:pt x="1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62"/>
            <p:cNvSpPr/>
            <p:nvPr/>
          </p:nvSpPr>
          <p:spPr>
            <a:xfrm>
              <a:off x="1591100" y="2686425"/>
              <a:ext cx="9625" cy="24300"/>
            </a:xfrm>
            <a:custGeom>
              <a:avLst/>
              <a:gdLst/>
              <a:ahLst/>
              <a:cxnLst/>
              <a:rect l="l" t="t" r="r" b="b"/>
              <a:pathLst>
                <a:path w="385" h="972" extrusionOk="0">
                  <a:moveTo>
                    <a:pt x="351" y="1"/>
                  </a:moveTo>
                  <a:lnTo>
                    <a:pt x="0" y="970"/>
                  </a:lnTo>
                  <a:cubicBezTo>
                    <a:pt x="1" y="971"/>
                    <a:pt x="2" y="971"/>
                    <a:pt x="3" y="971"/>
                  </a:cubicBezTo>
                  <a:cubicBezTo>
                    <a:pt x="31" y="971"/>
                    <a:pt x="188" y="792"/>
                    <a:pt x="284" y="536"/>
                  </a:cubicBezTo>
                  <a:cubicBezTo>
                    <a:pt x="368" y="368"/>
                    <a:pt x="384" y="185"/>
                    <a:pt x="35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62"/>
            <p:cNvSpPr/>
            <p:nvPr/>
          </p:nvSpPr>
          <p:spPr>
            <a:xfrm>
              <a:off x="1717650" y="2918600"/>
              <a:ext cx="19250" cy="24350"/>
            </a:xfrm>
            <a:custGeom>
              <a:avLst/>
              <a:gdLst/>
              <a:ahLst/>
              <a:cxnLst/>
              <a:rect l="l" t="t" r="r" b="b"/>
              <a:pathLst>
                <a:path w="770" h="974" extrusionOk="0">
                  <a:moveTo>
                    <a:pt x="7" y="0"/>
                  </a:moveTo>
                  <a:cubicBezTo>
                    <a:pt x="4" y="0"/>
                    <a:pt x="2" y="2"/>
                    <a:pt x="1" y="4"/>
                  </a:cubicBezTo>
                  <a:cubicBezTo>
                    <a:pt x="84" y="188"/>
                    <a:pt x="201" y="371"/>
                    <a:pt x="335" y="522"/>
                  </a:cubicBezTo>
                  <a:cubicBezTo>
                    <a:pt x="544" y="779"/>
                    <a:pt x="737" y="974"/>
                    <a:pt x="767" y="974"/>
                  </a:cubicBezTo>
                  <a:cubicBezTo>
                    <a:pt x="768" y="974"/>
                    <a:pt x="769" y="974"/>
                    <a:pt x="769" y="973"/>
                  </a:cubicBezTo>
                  <a:cubicBezTo>
                    <a:pt x="686" y="772"/>
                    <a:pt x="569" y="605"/>
                    <a:pt x="435" y="455"/>
                  </a:cubicBezTo>
                  <a:cubicBezTo>
                    <a:pt x="233" y="206"/>
                    <a:pt x="45" y="0"/>
                    <a:pt x="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62"/>
            <p:cNvSpPr/>
            <p:nvPr/>
          </p:nvSpPr>
          <p:spPr>
            <a:xfrm>
              <a:off x="1782825" y="2910750"/>
              <a:ext cx="25075" cy="24250"/>
            </a:xfrm>
            <a:custGeom>
              <a:avLst/>
              <a:gdLst/>
              <a:ahLst/>
              <a:cxnLst/>
              <a:rect l="l" t="t" r="r" b="b"/>
              <a:pathLst>
                <a:path w="1003" h="970" extrusionOk="0">
                  <a:moveTo>
                    <a:pt x="1003" y="0"/>
                  </a:moveTo>
                  <a:cubicBezTo>
                    <a:pt x="619" y="251"/>
                    <a:pt x="268" y="585"/>
                    <a:pt x="0" y="969"/>
                  </a:cubicBezTo>
                  <a:cubicBezTo>
                    <a:pt x="385" y="702"/>
                    <a:pt x="719" y="368"/>
                    <a:pt x="100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62"/>
            <p:cNvSpPr/>
            <p:nvPr/>
          </p:nvSpPr>
          <p:spPr>
            <a:xfrm>
              <a:off x="1869700" y="2915350"/>
              <a:ext cx="25925" cy="18825"/>
            </a:xfrm>
            <a:custGeom>
              <a:avLst/>
              <a:gdLst/>
              <a:ahLst/>
              <a:cxnLst/>
              <a:rect l="l" t="t" r="r" b="b"/>
              <a:pathLst>
                <a:path w="1037" h="753" extrusionOk="0">
                  <a:moveTo>
                    <a:pt x="1" y="0"/>
                  </a:moveTo>
                  <a:cubicBezTo>
                    <a:pt x="301" y="318"/>
                    <a:pt x="652" y="568"/>
                    <a:pt x="1037" y="752"/>
                  </a:cubicBezTo>
                  <a:cubicBezTo>
                    <a:pt x="753" y="435"/>
                    <a:pt x="385" y="184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62"/>
            <p:cNvSpPr/>
            <p:nvPr/>
          </p:nvSpPr>
          <p:spPr>
            <a:xfrm>
              <a:off x="1723075" y="2811750"/>
              <a:ext cx="33450" cy="19250"/>
            </a:xfrm>
            <a:custGeom>
              <a:avLst/>
              <a:gdLst/>
              <a:ahLst/>
              <a:cxnLst/>
              <a:rect l="l" t="t" r="r" b="b"/>
              <a:pathLst>
                <a:path w="1338" h="770" extrusionOk="0">
                  <a:moveTo>
                    <a:pt x="1338" y="0"/>
                  </a:moveTo>
                  <a:lnTo>
                    <a:pt x="1338" y="0"/>
                  </a:lnTo>
                  <a:cubicBezTo>
                    <a:pt x="853" y="184"/>
                    <a:pt x="402" y="435"/>
                    <a:pt x="1" y="769"/>
                  </a:cubicBezTo>
                  <a:cubicBezTo>
                    <a:pt x="486" y="569"/>
                    <a:pt x="937" y="318"/>
                    <a:pt x="133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62"/>
            <p:cNvSpPr/>
            <p:nvPr/>
          </p:nvSpPr>
          <p:spPr>
            <a:xfrm>
              <a:off x="1812475" y="2800025"/>
              <a:ext cx="21750" cy="18425"/>
            </a:xfrm>
            <a:custGeom>
              <a:avLst/>
              <a:gdLst/>
              <a:ahLst/>
              <a:cxnLst/>
              <a:rect l="l" t="t" r="r" b="b"/>
              <a:pathLst>
                <a:path w="870" h="737" extrusionOk="0">
                  <a:moveTo>
                    <a:pt x="5" y="1"/>
                  </a:moveTo>
                  <a:cubicBezTo>
                    <a:pt x="3" y="1"/>
                    <a:pt x="2" y="1"/>
                    <a:pt x="1" y="2"/>
                  </a:cubicBezTo>
                  <a:cubicBezTo>
                    <a:pt x="118" y="403"/>
                    <a:pt x="452" y="687"/>
                    <a:pt x="853" y="737"/>
                  </a:cubicBezTo>
                  <a:cubicBezTo>
                    <a:pt x="869" y="703"/>
                    <a:pt x="619" y="603"/>
                    <a:pt x="385" y="403"/>
                  </a:cubicBezTo>
                  <a:cubicBezTo>
                    <a:pt x="160" y="209"/>
                    <a:pt x="43" y="1"/>
                    <a:pt x="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62"/>
            <p:cNvSpPr/>
            <p:nvPr/>
          </p:nvSpPr>
          <p:spPr>
            <a:xfrm>
              <a:off x="1702625" y="2643400"/>
              <a:ext cx="25075" cy="10900"/>
            </a:xfrm>
            <a:custGeom>
              <a:avLst/>
              <a:gdLst/>
              <a:ahLst/>
              <a:cxnLst/>
              <a:rect l="l" t="t" r="r" b="b"/>
              <a:pathLst>
                <a:path w="1003" h="436" extrusionOk="0">
                  <a:moveTo>
                    <a:pt x="986" y="1"/>
                  </a:moveTo>
                  <a:cubicBezTo>
                    <a:pt x="802" y="18"/>
                    <a:pt x="635" y="68"/>
                    <a:pt x="485" y="168"/>
                  </a:cubicBezTo>
                  <a:cubicBezTo>
                    <a:pt x="217" y="285"/>
                    <a:pt x="0" y="402"/>
                    <a:pt x="17" y="435"/>
                  </a:cubicBezTo>
                  <a:cubicBezTo>
                    <a:pt x="201" y="419"/>
                    <a:pt x="368" y="368"/>
                    <a:pt x="535" y="268"/>
                  </a:cubicBezTo>
                  <a:cubicBezTo>
                    <a:pt x="802" y="151"/>
                    <a:pt x="1003" y="18"/>
                    <a:pt x="9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62"/>
            <p:cNvSpPr/>
            <p:nvPr/>
          </p:nvSpPr>
          <p:spPr>
            <a:xfrm>
              <a:off x="1780325" y="2642575"/>
              <a:ext cx="26750" cy="13800"/>
            </a:xfrm>
            <a:custGeom>
              <a:avLst/>
              <a:gdLst/>
              <a:ahLst/>
              <a:cxnLst/>
              <a:rect l="l" t="t" r="r" b="b"/>
              <a:pathLst>
                <a:path w="1070" h="552" extrusionOk="0">
                  <a:moveTo>
                    <a:pt x="0" y="0"/>
                  </a:moveTo>
                  <a:cubicBezTo>
                    <a:pt x="318" y="251"/>
                    <a:pt x="685" y="435"/>
                    <a:pt x="1069" y="552"/>
                  </a:cubicBezTo>
                  <a:cubicBezTo>
                    <a:pt x="752" y="301"/>
                    <a:pt x="401" y="10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62"/>
            <p:cNvSpPr/>
            <p:nvPr/>
          </p:nvSpPr>
          <p:spPr>
            <a:xfrm>
              <a:off x="1847975" y="2633300"/>
              <a:ext cx="26775" cy="3600"/>
            </a:xfrm>
            <a:custGeom>
              <a:avLst/>
              <a:gdLst/>
              <a:ahLst/>
              <a:cxnLst/>
              <a:rect l="l" t="t" r="r" b="b"/>
              <a:pathLst>
                <a:path w="1071" h="144" extrusionOk="0">
                  <a:moveTo>
                    <a:pt x="775" y="1"/>
                  </a:moveTo>
                  <a:cubicBezTo>
                    <a:pt x="508" y="1"/>
                    <a:pt x="245" y="47"/>
                    <a:pt x="1" y="121"/>
                  </a:cubicBezTo>
                  <a:cubicBezTo>
                    <a:pt x="106" y="136"/>
                    <a:pt x="213" y="143"/>
                    <a:pt x="320" y="143"/>
                  </a:cubicBezTo>
                  <a:cubicBezTo>
                    <a:pt x="571" y="143"/>
                    <a:pt x="825" y="102"/>
                    <a:pt x="1070" y="21"/>
                  </a:cubicBezTo>
                  <a:cubicBezTo>
                    <a:pt x="972" y="7"/>
                    <a:pt x="873" y="1"/>
                    <a:pt x="7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62"/>
            <p:cNvSpPr/>
            <p:nvPr/>
          </p:nvSpPr>
          <p:spPr>
            <a:xfrm>
              <a:off x="1720175" y="3000925"/>
              <a:ext cx="22975" cy="16825"/>
            </a:xfrm>
            <a:custGeom>
              <a:avLst/>
              <a:gdLst/>
              <a:ahLst/>
              <a:cxnLst/>
              <a:rect l="l" t="t" r="r" b="b"/>
              <a:pathLst>
                <a:path w="919" h="673" extrusionOk="0">
                  <a:moveTo>
                    <a:pt x="25" y="1"/>
                  </a:moveTo>
                  <a:cubicBezTo>
                    <a:pt x="22" y="1"/>
                    <a:pt x="19" y="1"/>
                    <a:pt x="17" y="2"/>
                  </a:cubicBezTo>
                  <a:cubicBezTo>
                    <a:pt x="0" y="36"/>
                    <a:pt x="184" y="203"/>
                    <a:pt x="418" y="387"/>
                  </a:cubicBezTo>
                  <a:cubicBezTo>
                    <a:pt x="652" y="559"/>
                    <a:pt x="843" y="672"/>
                    <a:pt x="880" y="672"/>
                  </a:cubicBezTo>
                  <a:cubicBezTo>
                    <a:pt x="883" y="672"/>
                    <a:pt x="885" y="672"/>
                    <a:pt x="886" y="671"/>
                  </a:cubicBezTo>
                  <a:cubicBezTo>
                    <a:pt x="919" y="637"/>
                    <a:pt x="735" y="470"/>
                    <a:pt x="501" y="286"/>
                  </a:cubicBezTo>
                  <a:cubicBezTo>
                    <a:pt x="267" y="114"/>
                    <a:pt x="76" y="1"/>
                    <a:pt x="2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62"/>
            <p:cNvSpPr/>
            <p:nvPr/>
          </p:nvSpPr>
          <p:spPr>
            <a:xfrm>
              <a:off x="1823750" y="2999725"/>
              <a:ext cx="24675" cy="16725"/>
            </a:xfrm>
            <a:custGeom>
              <a:avLst/>
              <a:gdLst/>
              <a:ahLst/>
              <a:cxnLst/>
              <a:rect l="l" t="t" r="r" b="b"/>
              <a:pathLst>
                <a:path w="987" h="669" extrusionOk="0">
                  <a:moveTo>
                    <a:pt x="970" y="0"/>
                  </a:moveTo>
                  <a:lnTo>
                    <a:pt x="970" y="0"/>
                  </a:lnTo>
                  <a:cubicBezTo>
                    <a:pt x="636" y="234"/>
                    <a:pt x="318" y="451"/>
                    <a:pt x="1" y="669"/>
                  </a:cubicBezTo>
                  <a:cubicBezTo>
                    <a:pt x="201" y="652"/>
                    <a:pt x="385" y="568"/>
                    <a:pt x="552" y="435"/>
                  </a:cubicBezTo>
                  <a:cubicBezTo>
                    <a:pt x="819" y="251"/>
                    <a:pt x="987" y="34"/>
                    <a:pt x="9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62"/>
            <p:cNvSpPr/>
            <p:nvPr/>
          </p:nvSpPr>
          <p:spPr>
            <a:xfrm>
              <a:off x="1891000" y="3008500"/>
              <a:ext cx="25525" cy="12550"/>
            </a:xfrm>
            <a:custGeom>
              <a:avLst/>
              <a:gdLst/>
              <a:ahLst/>
              <a:cxnLst/>
              <a:rect l="l" t="t" r="r" b="b"/>
              <a:pathLst>
                <a:path w="1021" h="502" extrusionOk="0">
                  <a:moveTo>
                    <a:pt x="1" y="0"/>
                  </a:moveTo>
                  <a:lnTo>
                    <a:pt x="1" y="0"/>
                  </a:lnTo>
                  <a:cubicBezTo>
                    <a:pt x="302" y="234"/>
                    <a:pt x="652" y="418"/>
                    <a:pt x="1020" y="501"/>
                  </a:cubicBezTo>
                  <a:cubicBezTo>
                    <a:pt x="719" y="267"/>
                    <a:pt x="385" y="100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62"/>
            <p:cNvSpPr/>
            <p:nvPr/>
          </p:nvSpPr>
          <p:spPr>
            <a:xfrm>
              <a:off x="1761100" y="3081600"/>
              <a:ext cx="403525" cy="73525"/>
            </a:xfrm>
            <a:custGeom>
              <a:avLst/>
              <a:gdLst/>
              <a:ahLst/>
              <a:cxnLst/>
              <a:rect l="l" t="t" r="r" b="b"/>
              <a:pathLst>
                <a:path w="16141" h="2941" extrusionOk="0">
                  <a:moveTo>
                    <a:pt x="0" y="0"/>
                  </a:moveTo>
                  <a:cubicBezTo>
                    <a:pt x="51" y="234"/>
                    <a:pt x="134" y="435"/>
                    <a:pt x="251" y="635"/>
                  </a:cubicBezTo>
                  <a:cubicBezTo>
                    <a:pt x="535" y="1203"/>
                    <a:pt x="970" y="1671"/>
                    <a:pt x="1488" y="2022"/>
                  </a:cubicBezTo>
                  <a:cubicBezTo>
                    <a:pt x="2256" y="2557"/>
                    <a:pt x="3158" y="2841"/>
                    <a:pt x="4094" y="2891"/>
                  </a:cubicBezTo>
                  <a:cubicBezTo>
                    <a:pt x="5130" y="2941"/>
                    <a:pt x="6266" y="2941"/>
                    <a:pt x="7469" y="2941"/>
                  </a:cubicBezTo>
                  <a:cubicBezTo>
                    <a:pt x="9875" y="2924"/>
                    <a:pt x="12031" y="2874"/>
                    <a:pt x="13601" y="2824"/>
                  </a:cubicBezTo>
                  <a:cubicBezTo>
                    <a:pt x="14387" y="2790"/>
                    <a:pt x="15021" y="2757"/>
                    <a:pt x="15473" y="2740"/>
                  </a:cubicBezTo>
                  <a:cubicBezTo>
                    <a:pt x="15690" y="2724"/>
                    <a:pt x="15857" y="2707"/>
                    <a:pt x="15974" y="2707"/>
                  </a:cubicBezTo>
                  <a:cubicBezTo>
                    <a:pt x="16024" y="2690"/>
                    <a:pt x="16091" y="2690"/>
                    <a:pt x="16141" y="2673"/>
                  </a:cubicBezTo>
                  <a:lnTo>
                    <a:pt x="15974" y="2673"/>
                  </a:lnTo>
                  <a:lnTo>
                    <a:pt x="15456" y="2690"/>
                  </a:lnTo>
                  <a:lnTo>
                    <a:pt x="13601" y="2740"/>
                  </a:lnTo>
                  <a:cubicBezTo>
                    <a:pt x="12031" y="2757"/>
                    <a:pt x="9875" y="2807"/>
                    <a:pt x="7469" y="2824"/>
                  </a:cubicBezTo>
                  <a:cubicBezTo>
                    <a:pt x="6283" y="2824"/>
                    <a:pt x="5130" y="2824"/>
                    <a:pt x="4094" y="2774"/>
                  </a:cubicBezTo>
                  <a:cubicBezTo>
                    <a:pt x="3175" y="2740"/>
                    <a:pt x="2290" y="2456"/>
                    <a:pt x="1521" y="1955"/>
                  </a:cubicBezTo>
                  <a:cubicBezTo>
                    <a:pt x="1020" y="1621"/>
                    <a:pt x="585" y="1153"/>
                    <a:pt x="285" y="618"/>
                  </a:cubicBezTo>
                  <a:cubicBezTo>
                    <a:pt x="84" y="234"/>
                    <a:pt x="17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08DDCE3-DB3B-4189-A655-638B25275347}"/>
              </a:ext>
            </a:extLst>
          </p:cNvPr>
          <p:cNvSpPr txBox="1"/>
          <p:nvPr/>
        </p:nvSpPr>
        <p:spPr>
          <a:xfrm>
            <a:off x="4972051" y="2290604"/>
            <a:ext cx="38790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Class Imbalance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 precision metric and Lift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Time Constraints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50"/>
          <p:cNvSpPr txBox="1">
            <a:spLocks noGrp="1"/>
          </p:cNvSpPr>
          <p:nvPr>
            <p:ph type="title"/>
          </p:nvPr>
        </p:nvSpPr>
        <p:spPr>
          <a:xfrm>
            <a:off x="720000" y="367400"/>
            <a:ext cx="5995500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Work</a:t>
            </a:r>
            <a:endParaRPr dirty="0"/>
          </a:p>
        </p:txBody>
      </p:sp>
      <p:grpSp>
        <p:nvGrpSpPr>
          <p:cNvPr id="2325" name="Google Shape;2325;p50"/>
          <p:cNvGrpSpPr/>
          <p:nvPr/>
        </p:nvGrpSpPr>
        <p:grpSpPr>
          <a:xfrm>
            <a:off x="6047895" y="4387536"/>
            <a:ext cx="576726" cy="283581"/>
            <a:chOff x="6546428" y="4405392"/>
            <a:chExt cx="521830" cy="256588"/>
          </a:xfrm>
        </p:grpSpPr>
        <p:sp>
          <p:nvSpPr>
            <p:cNvPr id="2326" name="Google Shape;2326;p50"/>
            <p:cNvSpPr/>
            <p:nvPr/>
          </p:nvSpPr>
          <p:spPr>
            <a:xfrm>
              <a:off x="6564492" y="4539811"/>
              <a:ext cx="503766" cy="122169"/>
            </a:xfrm>
            <a:custGeom>
              <a:avLst/>
              <a:gdLst/>
              <a:ahLst/>
              <a:cxnLst/>
              <a:rect l="l" t="t" r="r" b="b"/>
              <a:pathLst>
                <a:path w="11183" h="2712" extrusionOk="0">
                  <a:moveTo>
                    <a:pt x="1" y="0"/>
                  </a:moveTo>
                  <a:lnTo>
                    <a:pt x="241" y="2712"/>
                  </a:lnTo>
                  <a:lnTo>
                    <a:pt x="11183" y="2712"/>
                  </a:lnTo>
                  <a:lnTo>
                    <a:pt x="11183" y="8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50"/>
            <p:cNvSpPr/>
            <p:nvPr/>
          </p:nvSpPr>
          <p:spPr>
            <a:xfrm>
              <a:off x="6592691" y="4470439"/>
              <a:ext cx="468359" cy="105546"/>
            </a:xfrm>
            <a:custGeom>
              <a:avLst/>
              <a:gdLst/>
              <a:ahLst/>
              <a:cxnLst/>
              <a:rect l="l" t="t" r="r" b="b"/>
              <a:pathLst>
                <a:path w="10397" h="2343" extrusionOk="0">
                  <a:moveTo>
                    <a:pt x="0" y="0"/>
                  </a:moveTo>
                  <a:lnTo>
                    <a:pt x="0" y="1589"/>
                  </a:lnTo>
                  <a:lnTo>
                    <a:pt x="10188" y="2343"/>
                  </a:lnTo>
                  <a:lnTo>
                    <a:pt x="103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50"/>
            <p:cNvSpPr/>
            <p:nvPr/>
          </p:nvSpPr>
          <p:spPr>
            <a:xfrm>
              <a:off x="6546428" y="4405392"/>
              <a:ext cx="471963" cy="65094"/>
            </a:xfrm>
            <a:custGeom>
              <a:avLst/>
              <a:gdLst/>
              <a:ahLst/>
              <a:cxnLst/>
              <a:rect l="l" t="t" r="r" b="b"/>
              <a:pathLst>
                <a:path w="10477" h="1445" extrusionOk="0">
                  <a:moveTo>
                    <a:pt x="1" y="0"/>
                  </a:moveTo>
                  <a:lnTo>
                    <a:pt x="209" y="1444"/>
                  </a:lnTo>
                  <a:lnTo>
                    <a:pt x="10477" y="1444"/>
                  </a:lnTo>
                  <a:lnTo>
                    <a:pt x="10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50"/>
            <p:cNvSpPr/>
            <p:nvPr/>
          </p:nvSpPr>
          <p:spPr>
            <a:xfrm>
              <a:off x="6592691" y="4470439"/>
              <a:ext cx="452457" cy="15947"/>
            </a:xfrm>
            <a:custGeom>
              <a:avLst/>
              <a:gdLst/>
              <a:ahLst/>
              <a:cxnLst/>
              <a:rect l="l" t="t" r="r" b="b"/>
              <a:pathLst>
                <a:path w="10044" h="354" extrusionOk="0">
                  <a:moveTo>
                    <a:pt x="0" y="0"/>
                  </a:moveTo>
                  <a:lnTo>
                    <a:pt x="0" y="353"/>
                  </a:lnTo>
                  <a:lnTo>
                    <a:pt x="100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50"/>
            <p:cNvSpPr/>
            <p:nvPr/>
          </p:nvSpPr>
          <p:spPr>
            <a:xfrm>
              <a:off x="6592691" y="4541973"/>
              <a:ext cx="460385" cy="34011"/>
            </a:xfrm>
            <a:custGeom>
              <a:avLst/>
              <a:gdLst/>
              <a:ahLst/>
              <a:cxnLst/>
              <a:rect l="l" t="t" r="r" b="b"/>
              <a:pathLst>
                <a:path w="10220" h="755" extrusionOk="0">
                  <a:moveTo>
                    <a:pt x="0" y="1"/>
                  </a:moveTo>
                  <a:lnTo>
                    <a:pt x="10188" y="755"/>
                  </a:lnTo>
                  <a:lnTo>
                    <a:pt x="10220" y="3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50"/>
            <p:cNvSpPr/>
            <p:nvPr/>
          </p:nvSpPr>
          <p:spPr>
            <a:xfrm>
              <a:off x="6844906" y="4504404"/>
              <a:ext cx="200236" cy="10136"/>
            </a:xfrm>
            <a:custGeom>
              <a:avLst/>
              <a:gdLst/>
              <a:ahLst/>
              <a:cxnLst/>
              <a:rect l="l" t="t" r="r" b="b"/>
              <a:pathLst>
                <a:path w="4445" h="225" extrusionOk="0">
                  <a:moveTo>
                    <a:pt x="1765" y="0"/>
                  </a:moveTo>
                  <a:lnTo>
                    <a:pt x="1" y="225"/>
                  </a:lnTo>
                  <a:lnTo>
                    <a:pt x="4445" y="225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50"/>
            <p:cNvSpPr/>
            <p:nvPr/>
          </p:nvSpPr>
          <p:spPr>
            <a:xfrm>
              <a:off x="6571023" y="4611345"/>
              <a:ext cx="149648" cy="10901"/>
            </a:xfrm>
            <a:custGeom>
              <a:avLst/>
              <a:gdLst/>
              <a:ahLst/>
              <a:cxnLst/>
              <a:rect l="l" t="t" r="r" b="b"/>
              <a:pathLst>
                <a:path w="3322" h="242" extrusionOk="0">
                  <a:moveTo>
                    <a:pt x="0" y="1"/>
                  </a:moveTo>
                  <a:lnTo>
                    <a:pt x="16" y="241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50"/>
            <p:cNvSpPr/>
            <p:nvPr/>
          </p:nvSpPr>
          <p:spPr>
            <a:xfrm>
              <a:off x="6710487" y="4428501"/>
              <a:ext cx="308620" cy="9460"/>
            </a:xfrm>
            <a:custGeom>
              <a:avLst/>
              <a:gdLst/>
              <a:ahLst/>
              <a:cxnLst/>
              <a:rect l="l" t="t" r="r" b="b"/>
              <a:pathLst>
                <a:path w="6851" h="210" extrusionOk="0">
                  <a:moveTo>
                    <a:pt x="6835" y="1"/>
                  </a:moveTo>
                  <a:lnTo>
                    <a:pt x="0" y="209"/>
                  </a:lnTo>
                  <a:cubicBezTo>
                    <a:pt x="0" y="209"/>
                    <a:pt x="6851" y="161"/>
                    <a:pt x="68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4" name="Google Shape;2334;p50"/>
          <p:cNvGrpSpPr/>
          <p:nvPr/>
        </p:nvGrpSpPr>
        <p:grpSpPr>
          <a:xfrm>
            <a:off x="6715558" y="4159917"/>
            <a:ext cx="589572" cy="505624"/>
            <a:chOff x="5954517" y="4199439"/>
            <a:chExt cx="533452" cy="457495"/>
          </a:xfrm>
        </p:grpSpPr>
        <p:sp>
          <p:nvSpPr>
            <p:cNvPr id="2335" name="Google Shape;2335;p50"/>
            <p:cNvSpPr/>
            <p:nvPr/>
          </p:nvSpPr>
          <p:spPr>
            <a:xfrm>
              <a:off x="5956724" y="4199439"/>
              <a:ext cx="526876" cy="70860"/>
            </a:xfrm>
            <a:custGeom>
              <a:avLst/>
              <a:gdLst/>
              <a:ahLst/>
              <a:cxnLst/>
              <a:rect l="l" t="t" r="r" b="b"/>
              <a:pathLst>
                <a:path w="11696" h="1573" extrusionOk="0">
                  <a:moveTo>
                    <a:pt x="0" y="0"/>
                  </a:moveTo>
                  <a:lnTo>
                    <a:pt x="0" y="1572"/>
                  </a:lnTo>
                  <a:lnTo>
                    <a:pt x="11696" y="1572"/>
                  </a:lnTo>
                  <a:lnTo>
                    <a:pt x="1169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50"/>
            <p:cNvSpPr/>
            <p:nvPr/>
          </p:nvSpPr>
          <p:spPr>
            <a:xfrm>
              <a:off x="6025375" y="4202322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4" y="0"/>
                  </a:moveTo>
                  <a:cubicBezTo>
                    <a:pt x="32" y="0"/>
                    <a:pt x="0" y="337"/>
                    <a:pt x="0" y="738"/>
                  </a:cubicBezTo>
                  <a:cubicBezTo>
                    <a:pt x="0" y="1139"/>
                    <a:pt x="32" y="1476"/>
                    <a:pt x="64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50"/>
            <p:cNvSpPr/>
            <p:nvPr/>
          </p:nvSpPr>
          <p:spPr>
            <a:xfrm>
              <a:off x="6013798" y="4200881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5" y="0"/>
                  </a:moveTo>
                  <a:cubicBezTo>
                    <a:pt x="33" y="0"/>
                    <a:pt x="1" y="337"/>
                    <a:pt x="1" y="738"/>
                  </a:cubicBezTo>
                  <a:cubicBezTo>
                    <a:pt x="1" y="1139"/>
                    <a:pt x="33" y="1476"/>
                    <a:pt x="65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50"/>
            <p:cNvSpPr/>
            <p:nvPr/>
          </p:nvSpPr>
          <p:spPr>
            <a:xfrm>
              <a:off x="6439487" y="4202322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4" y="0"/>
                  </a:moveTo>
                  <a:cubicBezTo>
                    <a:pt x="32" y="0"/>
                    <a:pt x="0" y="337"/>
                    <a:pt x="0" y="738"/>
                  </a:cubicBezTo>
                  <a:cubicBezTo>
                    <a:pt x="0" y="1139"/>
                    <a:pt x="32" y="1476"/>
                    <a:pt x="64" y="1476"/>
                  </a:cubicBezTo>
                  <a:cubicBezTo>
                    <a:pt x="112" y="1476"/>
                    <a:pt x="145" y="1139"/>
                    <a:pt x="145" y="738"/>
                  </a:cubicBezTo>
                  <a:cubicBezTo>
                    <a:pt x="145" y="337"/>
                    <a:pt x="112" y="0"/>
                    <a:pt x="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50"/>
            <p:cNvSpPr/>
            <p:nvPr/>
          </p:nvSpPr>
          <p:spPr>
            <a:xfrm>
              <a:off x="6427910" y="4200881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81" y="0"/>
                  </a:moveTo>
                  <a:cubicBezTo>
                    <a:pt x="33" y="0"/>
                    <a:pt x="0" y="337"/>
                    <a:pt x="0" y="738"/>
                  </a:cubicBezTo>
                  <a:cubicBezTo>
                    <a:pt x="0" y="1139"/>
                    <a:pt x="33" y="1476"/>
                    <a:pt x="81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50"/>
            <p:cNvSpPr/>
            <p:nvPr/>
          </p:nvSpPr>
          <p:spPr>
            <a:xfrm>
              <a:off x="6093305" y="4233404"/>
              <a:ext cx="268889" cy="6532"/>
            </a:xfrm>
            <a:custGeom>
              <a:avLst/>
              <a:gdLst/>
              <a:ahLst/>
              <a:cxnLst/>
              <a:rect l="l" t="t" r="r" b="b"/>
              <a:pathLst>
                <a:path w="5969" h="145" extrusionOk="0">
                  <a:moveTo>
                    <a:pt x="2984" y="0"/>
                  </a:moveTo>
                  <a:cubicBezTo>
                    <a:pt x="1332" y="0"/>
                    <a:pt x="0" y="32"/>
                    <a:pt x="0" y="80"/>
                  </a:cubicBezTo>
                  <a:cubicBezTo>
                    <a:pt x="0" y="112"/>
                    <a:pt x="1332" y="144"/>
                    <a:pt x="2984" y="144"/>
                  </a:cubicBezTo>
                  <a:cubicBezTo>
                    <a:pt x="4637" y="144"/>
                    <a:pt x="5968" y="112"/>
                    <a:pt x="5968" y="80"/>
                  </a:cubicBezTo>
                  <a:cubicBezTo>
                    <a:pt x="5968" y="32"/>
                    <a:pt x="4637" y="0"/>
                    <a:pt x="29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50"/>
            <p:cNvSpPr/>
            <p:nvPr/>
          </p:nvSpPr>
          <p:spPr>
            <a:xfrm>
              <a:off x="5954517" y="4516702"/>
              <a:ext cx="526921" cy="140233"/>
            </a:xfrm>
            <a:custGeom>
              <a:avLst/>
              <a:gdLst/>
              <a:ahLst/>
              <a:cxnLst/>
              <a:rect l="l" t="t" r="r" b="b"/>
              <a:pathLst>
                <a:path w="11697" h="3113" extrusionOk="0">
                  <a:moveTo>
                    <a:pt x="1" y="0"/>
                  </a:moveTo>
                  <a:lnTo>
                    <a:pt x="1" y="3112"/>
                  </a:lnTo>
                  <a:lnTo>
                    <a:pt x="11697" y="3112"/>
                  </a:lnTo>
                  <a:lnTo>
                    <a:pt x="116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50"/>
            <p:cNvSpPr/>
            <p:nvPr/>
          </p:nvSpPr>
          <p:spPr>
            <a:xfrm>
              <a:off x="5956003" y="4528234"/>
              <a:ext cx="531966" cy="122259"/>
            </a:xfrm>
            <a:custGeom>
              <a:avLst/>
              <a:gdLst/>
              <a:ahLst/>
              <a:cxnLst/>
              <a:rect l="l" t="t" r="r" b="b"/>
              <a:pathLst>
                <a:path w="11809" h="2714" extrusionOk="0">
                  <a:moveTo>
                    <a:pt x="6494" y="154"/>
                  </a:moveTo>
                  <a:cubicBezTo>
                    <a:pt x="6583" y="154"/>
                    <a:pt x="6674" y="183"/>
                    <a:pt x="6754" y="241"/>
                  </a:cubicBezTo>
                  <a:cubicBezTo>
                    <a:pt x="6947" y="354"/>
                    <a:pt x="7075" y="546"/>
                    <a:pt x="7123" y="771"/>
                  </a:cubicBezTo>
                  <a:cubicBezTo>
                    <a:pt x="7198" y="1203"/>
                    <a:pt x="7078" y="1636"/>
                    <a:pt x="6778" y="1940"/>
                  </a:cubicBezTo>
                  <a:lnTo>
                    <a:pt x="6778" y="1940"/>
                  </a:lnTo>
                  <a:cubicBezTo>
                    <a:pt x="6568" y="1811"/>
                    <a:pt x="6381" y="1646"/>
                    <a:pt x="6225" y="1445"/>
                  </a:cubicBezTo>
                  <a:cubicBezTo>
                    <a:pt x="6081" y="1284"/>
                    <a:pt x="6000" y="1076"/>
                    <a:pt x="5984" y="851"/>
                  </a:cubicBezTo>
                  <a:cubicBezTo>
                    <a:pt x="5968" y="643"/>
                    <a:pt x="6032" y="418"/>
                    <a:pt x="6193" y="274"/>
                  </a:cubicBezTo>
                  <a:cubicBezTo>
                    <a:pt x="6280" y="195"/>
                    <a:pt x="6386" y="154"/>
                    <a:pt x="6494" y="154"/>
                  </a:cubicBezTo>
                  <a:close/>
                  <a:moveTo>
                    <a:pt x="9312" y="127"/>
                  </a:moveTo>
                  <a:cubicBezTo>
                    <a:pt x="9326" y="127"/>
                    <a:pt x="9340" y="128"/>
                    <a:pt x="9353" y="129"/>
                  </a:cubicBezTo>
                  <a:cubicBezTo>
                    <a:pt x="9658" y="145"/>
                    <a:pt x="9931" y="482"/>
                    <a:pt x="9963" y="819"/>
                  </a:cubicBezTo>
                  <a:cubicBezTo>
                    <a:pt x="9979" y="1204"/>
                    <a:pt x="9851" y="1557"/>
                    <a:pt x="9578" y="1830"/>
                  </a:cubicBezTo>
                  <a:cubicBezTo>
                    <a:pt x="9517" y="1894"/>
                    <a:pt x="9451" y="1953"/>
                    <a:pt x="9381" y="2006"/>
                  </a:cubicBezTo>
                  <a:lnTo>
                    <a:pt x="9381" y="2006"/>
                  </a:lnTo>
                  <a:cubicBezTo>
                    <a:pt x="9201" y="1884"/>
                    <a:pt x="9053" y="1726"/>
                    <a:pt x="8936" y="1557"/>
                  </a:cubicBezTo>
                  <a:cubicBezTo>
                    <a:pt x="8776" y="1300"/>
                    <a:pt x="8712" y="1012"/>
                    <a:pt x="8744" y="723"/>
                  </a:cubicBezTo>
                  <a:cubicBezTo>
                    <a:pt x="8776" y="562"/>
                    <a:pt x="8840" y="418"/>
                    <a:pt x="8936" y="306"/>
                  </a:cubicBezTo>
                  <a:cubicBezTo>
                    <a:pt x="9039" y="203"/>
                    <a:pt x="9168" y="127"/>
                    <a:pt x="9312" y="127"/>
                  </a:cubicBezTo>
                  <a:close/>
                  <a:moveTo>
                    <a:pt x="3584" y="182"/>
                  </a:moveTo>
                  <a:cubicBezTo>
                    <a:pt x="3710" y="182"/>
                    <a:pt x="3837" y="221"/>
                    <a:pt x="3947" y="306"/>
                  </a:cubicBezTo>
                  <a:cubicBezTo>
                    <a:pt x="4203" y="530"/>
                    <a:pt x="4300" y="899"/>
                    <a:pt x="4187" y="1236"/>
                  </a:cubicBezTo>
                  <a:cubicBezTo>
                    <a:pt x="4091" y="1541"/>
                    <a:pt x="3899" y="1814"/>
                    <a:pt x="3642" y="2006"/>
                  </a:cubicBezTo>
                  <a:cubicBezTo>
                    <a:pt x="3620" y="2024"/>
                    <a:pt x="3599" y="2042"/>
                    <a:pt x="3577" y="2060"/>
                  </a:cubicBezTo>
                  <a:lnTo>
                    <a:pt x="3577" y="2060"/>
                  </a:lnTo>
                  <a:cubicBezTo>
                    <a:pt x="3434" y="1939"/>
                    <a:pt x="3310" y="1796"/>
                    <a:pt x="3209" y="1637"/>
                  </a:cubicBezTo>
                  <a:cubicBezTo>
                    <a:pt x="2984" y="1316"/>
                    <a:pt x="2936" y="899"/>
                    <a:pt x="3080" y="530"/>
                  </a:cubicBezTo>
                  <a:cubicBezTo>
                    <a:pt x="3145" y="354"/>
                    <a:pt x="3289" y="225"/>
                    <a:pt x="3465" y="193"/>
                  </a:cubicBezTo>
                  <a:cubicBezTo>
                    <a:pt x="3504" y="186"/>
                    <a:pt x="3544" y="182"/>
                    <a:pt x="3584" y="182"/>
                  </a:cubicBezTo>
                  <a:close/>
                  <a:moveTo>
                    <a:pt x="6450" y="1"/>
                  </a:moveTo>
                  <a:cubicBezTo>
                    <a:pt x="6321" y="17"/>
                    <a:pt x="6193" y="65"/>
                    <a:pt x="6097" y="161"/>
                  </a:cubicBezTo>
                  <a:cubicBezTo>
                    <a:pt x="5904" y="354"/>
                    <a:pt x="5808" y="610"/>
                    <a:pt x="5840" y="867"/>
                  </a:cubicBezTo>
                  <a:cubicBezTo>
                    <a:pt x="5856" y="1108"/>
                    <a:pt x="5952" y="1348"/>
                    <a:pt x="6113" y="1541"/>
                  </a:cubicBezTo>
                  <a:cubicBezTo>
                    <a:pt x="6269" y="1732"/>
                    <a:pt x="6458" y="1899"/>
                    <a:pt x="6670" y="2036"/>
                  </a:cubicBezTo>
                  <a:lnTo>
                    <a:pt x="6670" y="2036"/>
                  </a:lnTo>
                  <a:cubicBezTo>
                    <a:pt x="6323" y="2307"/>
                    <a:pt x="5905" y="2473"/>
                    <a:pt x="5471" y="2504"/>
                  </a:cubicBezTo>
                  <a:cubicBezTo>
                    <a:pt x="5342" y="2523"/>
                    <a:pt x="5211" y="2532"/>
                    <a:pt x="5080" y="2532"/>
                  </a:cubicBezTo>
                  <a:cubicBezTo>
                    <a:pt x="4772" y="2532"/>
                    <a:pt x="4464" y="2481"/>
                    <a:pt x="4171" y="2391"/>
                  </a:cubicBezTo>
                  <a:cubicBezTo>
                    <a:pt x="3985" y="2332"/>
                    <a:pt x="3813" y="2241"/>
                    <a:pt x="3659" y="2126"/>
                  </a:cubicBezTo>
                  <a:lnTo>
                    <a:pt x="3659" y="2126"/>
                  </a:lnTo>
                  <a:cubicBezTo>
                    <a:pt x="3675" y="2113"/>
                    <a:pt x="3691" y="2100"/>
                    <a:pt x="3706" y="2086"/>
                  </a:cubicBezTo>
                  <a:cubicBezTo>
                    <a:pt x="3979" y="1878"/>
                    <a:pt x="4187" y="1589"/>
                    <a:pt x="4300" y="1268"/>
                  </a:cubicBezTo>
                  <a:cubicBezTo>
                    <a:pt x="4428" y="883"/>
                    <a:pt x="4316" y="466"/>
                    <a:pt x="4027" y="209"/>
                  </a:cubicBezTo>
                  <a:cubicBezTo>
                    <a:pt x="3886" y="107"/>
                    <a:pt x="3724" y="55"/>
                    <a:pt x="3558" y="55"/>
                  </a:cubicBezTo>
                  <a:cubicBezTo>
                    <a:pt x="3517" y="55"/>
                    <a:pt x="3475" y="59"/>
                    <a:pt x="3433" y="65"/>
                  </a:cubicBezTo>
                  <a:cubicBezTo>
                    <a:pt x="3225" y="113"/>
                    <a:pt x="3032" y="257"/>
                    <a:pt x="2952" y="466"/>
                  </a:cubicBezTo>
                  <a:cubicBezTo>
                    <a:pt x="2808" y="883"/>
                    <a:pt x="2856" y="1348"/>
                    <a:pt x="3080" y="1717"/>
                  </a:cubicBezTo>
                  <a:cubicBezTo>
                    <a:pt x="3184" y="1883"/>
                    <a:pt x="3311" y="2028"/>
                    <a:pt x="3457" y="2151"/>
                  </a:cubicBezTo>
                  <a:lnTo>
                    <a:pt x="3457" y="2151"/>
                  </a:lnTo>
                  <a:cubicBezTo>
                    <a:pt x="3062" y="2434"/>
                    <a:pt x="2600" y="2604"/>
                    <a:pt x="2102" y="2632"/>
                  </a:cubicBezTo>
                  <a:cubicBezTo>
                    <a:pt x="2066" y="2633"/>
                    <a:pt x="2030" y="2634"/>
                    <a:pt x="1995" y="2634"/>
                  </a:cubicBezTo>
                  <a:cubicBezTo>
                    <a:pt x="1600" y="2634"/>
                    <a:pt x="1220" y="2552"/>
                    <a:pt x="866" y="2375"/>
                  </a:cubicBezTo>
                  <a:cubicBezTo>
                    <a:pt x="529" y="2215"/>
                    <a:pt x="241" y="1990"/>
                    <a:pt x="0" y="1717"/>
                  </a:cubicBezTo>
                  <a:lnTo>
                    <a:pt x="0" y="1717"/>
                  </a:lnTo>
                  <a:cubicBezTo>
                    <a:pt x="0" y="1733"/>
                    <a:pt x="16" y="1750"/>
                    <a:pt x="32" y="1766"/>
                  </a:cubicBezTo>
                  <a:cubicBezTo>
                    <a:pt x="80" y="1830"/>
                    <a:pt x="128" y="1878"/>
                    <a:pt x="177" y="1926"/>
                  </a:cubicBezTo>
                  <a:cubicBezTo>
                    <a:pt x="369" y="2135"/>
                    <a:pt x="594" y="2295"/>
                    <a:pt x="834" y="2423"/>
                  </a:cubicBezTo>
                  <a:cubicBezTo>
                    <a:pt x="1207" y="2617"/>
                    <a:pt x="1607" y="2714"/>
                    <a:pt x="2009" y="2714"/>
                  </a:cubicBezTo>
                  <a:cubicBezTo>
                    <a:pt x="2040" y="2714"/>
                    <a:pt x="2071" y="2713"/>
                    <a:pt x="2102" y="2712"/>
                  </a:cubicBezTo>
                  <a:cubicBezTo>
                    <a:pt x="2625" y="2698"/>
                    <a:pt x="3123" y="2522"/>
                    <a:pt x="3541" y="2217"/>
                  </a:cubicBezTo>
                  <a:lnTo>
                    <a:pt x="3541" y="2217"/>
                  </a:lnTo>
                  <a:cubicBezTo>
                    <a:pt x="3715" y="2347"/>
                    <a:pt x="3911" y="2449"/>
                    <a:pt x="4123" y="2520"/>
                  </a:cubicBezTo>
                  <a:cubicBezTo>
                    <a:pt x="4441" y="2622"/>
                    <a:pt x="4768" y="2676"/>
                    <a:pt x="5090" y="2676"/>
                  </a:cubicBezTo>
                  <a:cubicBezTo>
                    <a:pt x="5223" y="2676"/>
                    <a:pt x="5356" y="2667"/>
                    <a:pt x="5487" y="2648"/>
                  </a:cubicBezTo>
                  <a:cubicBezTo>
                    <a:pt x="5968" y="2616"/>
                    <a:pt x="6433" y="2423"/>
                    <a:pt x="6802" y="2119"/>
                  </a:cubicBezTo>
                  <a:cubicBezTo>
                    <a:pt x="6803" y="2118"/>
                    <a:pt x="6804" y="2117"/>
                    <a:pt x="6805" y="2117"/>
                  </a:cubicBezTo>
                  <a:lnTo>
                    <a:pt x="6805" y="2117"/>
                  </a:lnTo>
                  <a:cubicBezTo>
                    <a:pt x="6946" y="2195"/>
                    <a:pt x="7096" y="2261"/>
                    <a:pt x="7252" y="2311"/>
                  </a:cubicBezTo>
                  <a:cubicBezTo>
                    <a:pt x="7587" y="2427"/>
                    <a:pt x="7933" y="2481"/>
                    <a:pt x="8289" y="2481"/>
                  </a:cubicBezTo>
                  <a:cubicBezTo>
                    <a:pt x="8376" y="2481"/>
                    <a:pt x="8463" y="2478"/>
                    <a:pt x="8551" y="2471"/>
                  </a:cubicBezTo>
                  <a:cubicBezTo>
                    <a:pt x="8873" y="2436"/>
                    <a:pt x="9177" y="2320"/>
                    <a:pt x="9431" y="2131"/>
                  </a:cubicBezTo>
                  <a:lnTo>
                    <a:pt x="9431" y="2131"/>
                  </a:lnTo>
                  <a:cubicBezTo>
                    <a:pt x="9442" y="2138"/>
                    <a:pt x="9454" y="2144"/>
                    <a:pt x="9466" y="2151"/>
                  </a:cubicBezTo>
                  <a:cubicBezTo>
                    <a:pt x="9767" y="2295"/>
                    <a:pt x="10094" y="2367"/>
                    <a:pt x="10422" y="2367"/>
                  </a:cubicBezTo>
                  <a:cubicBezTo>
                    <a:pt x="10532" y="2367"/>
                    <a:pt x="10641" y="2359"/>
                    <a:pt x="10749" y="2343"/>
                  </a:cubicBezTo>
                  <a:cubicBezTo>
                    <a:pt x="11022" y="2295"/>
                    <a:pt x="11295" y="2215"/>
                    <a:pt x="11551" y="2102"/>
                  </a:cubicBezTo>
                  <a:cubicBezTo>
                    <a:pt x="11632" y="2070"/>
                    <a:pt x="11696" y="2038"/>
                    <a:pt x="11744" y="2022"/>
                  </a:cubicBezTo>
                  <a:cubicBezTo>
                    <a:pt x="11760" y="2006"/>
                    <a:pt x="11792" y="2006"/>
                    <a:pt x="11808" y="1990"/>
                  </a:cubicBezTo>
                  <a:cubicBezTo>
                    <a:pt x="11808" y="1988"/>
                    <a:pt x="11806" y="1987"/>
                    <a:pt x="11803" y="1987"/>
                  </a:cubicBezTo>
                  <a:cubicBezTo>
                    <a:pt x="11781" y="1987"/>
                    <a:pt x="11689" y="2031"/>
                    <a:pt x="11535" y="2086"/>
                  </a:cubicBezTo>
                  <a:cubicBezTo>
                    <a:pt x="11279" y="2183"/>
                    <a:pt x="11022" y="2247"/>
                    <a:pt x="10749" y="2279"/>
                  </a:cubicBezTo>
                  <a:cubicBezTo>
                    <a:pt x="10645" y="2295"/>
                    <a:pt x="10540" y="2303"/>
                    <a:pt x="10434" y="2303"/>
                  </a:cubicBezTo>
                  <a:cubicBezTo>
                    <a:pt x="10118" y="2303"/>
                    <a:pt x="9803" y="2231"/>
                    <a:pt x="9514" y="2086"/>
                  </a:cubicBezTo>
                  <a:cubicBezTo>
                    <a:pt x="9509" y="2084"/>
                    <a:pt x="9504" y="2081"/>
                    <a:pt x="9499" y="2078"/>
                  </a:cubicBezTo>
                  <a:lnTo>
                    <a:pt x="9499" y="2078"/>
                  </a:lnTo>
                  <a:cubicBezTo>
                    <a:pt x="9561" y="2027"/>
                    <a:pt x="9620" y="1971"/>
                    <a:pt x="9674" y="1910"/>
                  </a:cubicBezTo>
                  <a:cubicBezTo>
                    <a:pt x="9963" y="1621"/>
                    <a:pt x="10107" y="1220"/>
                    <a:pt x="10075" y="803"/>
                  </a:cubicBezTo>
                  <a:cubicBezTo>
                    <a:pt x="10059" y="610"/>
                    <a:pt x="9979" y="434"/>
                    <a:pt x="9851" y="274"/>
                  </a:cubicBezTo>
                  <a:cubicBezTo>
                    <a:pt x="9722" y="129"/>
                    <a:pt x="9546" y="33"/>
                    <a:pt x="9353" y="17"/>
                  </a:cubicBezTo>
                  <a:cubicBezTo>
                    <a:pt x="9337" y="15"/>
                    <a:pt x="9321" y="15"/>
                    <a:pt x="9305" y="15"/>
                  </a:cubicBezTo>
                  <a:cubicBezTo>
                    <a:pt x="9132" y="15"/>
                    <a:pt x="8974" y="94"/>
                    <a:pt x="8856" y="241"/>
                  </a:cubicBezTo>
                  <a:cubicBezTo>
                    <a:pt x="8744" y="370"/>
                    <a:pt x="8680" y="530"/>
                    <a:pt x="8647" y="707"/>
                  </a:cubicBezTo>
                  <a:cubicBezTo>
                    <a:pt x="8599" y="1012"/>
                    <a:pt x="8680" y="1332"/>
                    <a:pt x="8856" y="1605"/>
                  </a:cubicBezTo>
                  <a:cubicBezTo>
                    <a:pt x="8981" y="1780"/>
                    <a:pt x="9135" y="1936"/>
                    <a:pt x="9311" y="2057"/>
                  </a:cubicBezTo>
                  <a:lnTo>
                    <a:pt x="9311" y="2057"/>
                  </a:lnTo>
                  <a:cubicBezTo>
                    <a:pt x="9083" y="2211"/>
                    <a:pt x="8817" y="2305"/>
                    <a:pt x="8535" y="2327"/>
                  </a:cubicBezTo>
                  <a:cubicBezTo>
                    <a:pt x="8443" y="2338"/>
                    <a:pt x="8350" y="2343"/>
                    <a:pt x="8256" y="2343"/>
                  </a:cubicBezTo>
                  <a:cubicBezTo>
                    <a:pt x="7928" y="2343"/>
                    <a:pt x="7596" y="2279"/>
                    <a:pt x="7284" y="2167"/>
                  </a:cubicBezTo>
                  <a:cubicBezTo>
                    <a:pt x="7153" y="2126"/>
                    <a:pt x="7027" y="2075"/>
                    <a:pt x="6907" y="2013"/>
                  </a:cubicBezTo>
                  <a:lnTo>
                    <a:pt x="6907" y="2013"/>
                  </a:lnTo>
                  <a:cubicBezTo>
                    <a:pt x="7219" y="1667"/>
                    <a:pt x="7355" y="1203"/>
                    <a:pt x="7268" y="739"/>
                  </a:cubicBezTo>
                  <a:cubicBezTo>
                    <a:pt x="7220" y="482"/>
                    <a:pt x="7059" y="257"/>
                    <a:pt x="6835" y="113"/>
                  </a:cubicBezTo>
                  <a:cubicBezTo>
                    <a:pt x="6722" y="33"/>
                    <a:pt x="6594" y="1"/>
                    <a:pt x="64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50"/>
            <p:cNvSpPr/>
            <p:nvPr/>
          </p:nvSpPr>
          <p:spPr>
            <a:xfrm>
              <a:off x="5989034" y="4271694"/>
              <a:ext cx="479936" cy="244338"/>
            </a:xfrm>
            <a:custGeom>
              <a:avLst/>
              <a:gdLst/>
              <a:ahLst/>
              <a:cxnLst/>
              <a:rect l="l" t="t" r="r" b="b"/>
              <a:pathLst>
                <a:path w="10654" h="5424" extrusionOk="0">
                  <a:moveTo>
                    <a:pt x="1" y="0"/>
                  </a:moveTo>
                  <a:lnTo>
                    <a:pt x="1" y="5423"/>
                  </a:lnTo>
                  <a:lnTo>
                    <a:pt x="10654" y="5423"/>
                  </a:lnTo>
                  <a:lnTo>
                    <a:pt x="106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50"/>
            <p:cNvSpPr/>
            <p:nvPr/>
          </p:nvSpPr>
          <p:spPr>
            <a:xfrm>
              <a:off x="6065658" y="4280343"/>
              <a:ext cx="6532" cy="236409"/>
            </a:xfrm>
            <a:custGeom>
              <a:avLst/>
              <a:gdLst/>
              <a:ahLst/>
              <a:cxnLst/>
              <a:rect l="l" t="t" r="r" b="b"/>
              <a:pathLst>
                <a:path w="145" h="5248" extrusionOk="0">
                  <a:moveTo>
                    <a:pt x="65" y="1"/>
                  </a:moveTo>
                  <a:cubicBezTo>
                    <a:pt x="32" y="1"/>
                    <a:pt x="0" y="1172"/>
                    <a:pt x="0" y="2632"/>
                  </a:cubicBezTo>
                  <a:cubicBezTo>
                    <a:pt x="0" y="4076"/>
                    <a:pt x="32" y="5247"/>
                    <a:pt x="65" y="5247"/>
                  </a:cubicBezTo>
                  <a:cubicBezTo>
                    <a:pt x="113" y="5247"/>
                    <a:pt x="145" y="4076"/>
                    <a:pt x="145" y="2632"/>
                  </a:cubicBezTo>
                  <a:cubicBezTo>
                    <a:pt x="145" y="1172"/>
                    <a:pt x="113" y="1"/>
                    <a:pt x="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50"/>
            <p:cNvSpPr/>
            <p:nvPr/>
          </p:nvSpPr>
          <p:spPr>
            <a:xfrm>
              <a:off x="6101786" y="4277460"/>
              <a:ext cx="6532" cy="233481"/>
            </a:xfrm>
            <a:custGeom>
              <a:avLst/>
              <a:gdLst/>
              <a:ahLst/>
              <a:cxnLst/>
              <a:rect l="l" t="t" r="r" b="b"/>
              <a:pathLst>
                <a:path w="145" h="5183" extrusionOk="0">
                  <a:moveTo>
                    <a:pt x="81" y="1"/>
                  </a:moveTo>
                  <a:cubicBezTo>
                    <a:pt x="33" y="1"/>
                    <a:pt x="1" y="1156"/>
                    <a:pt x="1" y="2584"/>
                  </a:cubicBezTo>
                  <a:cubicBezTo>
                    <a:pt x="1" y="4012"/>
                    <a:pt x="33" y="5183"/>
                    <a:pt x="81" y="5183"/>
                  </a:cubicBezTo>
                  <a:cubicBezTo>
                    <a:pt x="113" y="5183"/>
                    <a:pt x="145" y="4012"/>
                    <a:pt x="145" y="2584"/>
                  </a:cubicBezTo>
                  <a:cubicBezTo>
                    <a:pt x="145" y="1156"/>
                    <a:pt x="113" y="1"/>
                    <a:pt x="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50"/>
            <p:cNvSpPr/>
            <p:nvPr/>
          </p:nvSpPr>
          <p:spPr>
            <a:xfrm>
              <a:off x="6411120" y="4269532"/>
              <a:ext cx="6532" cy="245734"/>
            </a:xfrm>
            <a:custGeom>
              <a:avLst/>
              <a:gdLst/>
              <a:ahLst/>
              <a:cxnLst/>
              <a:rect l="l" t="t" r="r" b="b"/>
              <a:pathLst>
                <a:path w="145" h="5455" extrusionOk="0">
                  <a:moveTo>
                    <a:pt x="80" y="0"/>
                  </a:moveTo>
                  <a:cubicBezTo>
                    <a:pt x="32" y="0"/>
                    <a:pt x="0" y="1220"/>
                    <a:pt x="0" y="2728"/>
                  </a:cubicBezTo>
                  <a:cubicBezTo>
                    <a:pt x="0" y="4236"/>
                    <a:pt x="32" y="5455"/>
                    <a:pt x="80" y="5455"/>
                  </a:cubicBezTo>
                  <a:cubicBezTo>
                    <a:pt x="112" y="5455"/>
                    <a:pt x="145" y="4236"/>
                    <a:pt x="145" y="2728"/>
                  </a:cubicBezTo>
                  <a:cubicBezTo>
                    <a:pt x="145" y="1220"/>
                    <a:pt x="112" y="0"/>
                    <a:pt x="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50"/>
            <p:cNvSpPr/>
            <p:nvPr/>
          </p:nvSpPr>
          <p:spPr>
            <a:xfrm>
              <a:off x="6368461" y="4273135"/>
              <a:ext cx="6532" cy="239247"/>
            </a:xfrm>
            <a:custGeom>
              <a:avLst/>
              <a:gdLst/>
              <a:ahLst/>
              <a:cxnLst/>
              <a:rect l="l" t="t" r="r" b="b"/>
              <a:pathLst>
                <a:path w="145" h="5311" extrusionOk="0">
                  <a:moveTo>
                    <a:pt x="65" y="0"/>
                  </a:moveTo>
                  <a:cubicBezTo>
                    <a:pt x="33" y="0"/>
                    <a:pt x="1" y="1188"/>
                    <a:pt x="1" y="2648"/>
                  </a:cubicBezTo>
                  <a:cubicBezTo>
                    <a:pt x="1" y="4124"/>
                    <a:pt x="33" y="5311"/>
                    <a:pt x="65" y="5311"/>
                  </a:cubicBezTo>
                  <a:cubicBezTo>
                    <a:pt x="113" y="5311"/>
                    <a:pt x="145" y="4124"/>
                    <a:pt x="145" y="2648"/>
                  </a:cubicBezTo>
                  <a:cubicBezTo>
                    <a:pt x="145" y="1188"/>
                    <a:pt x="113" y="0"/>
                    <a:pt x="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8" name="Google Shape;2348;p50"/>
          <p:cNvSpPr txBox="1">
            <a:spLocks noGrp="1"/>
          </p:cNvSpPr>
          <p:nvPr>
            <p:ph type="body" idx="4294967295"/>
          </p:nvPr>
        </p:nvSpPr>
        <p:spPr>
          <a:xfrm>
            <a:off x="709500" y="1392884"/>
            <a:ext cx="5323199" cy="28045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69999" marR="0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400" dirty="0"/>
              <a:t>Use sampling techniques as described, preferably k-means SMOTE.</a:t>
            </a:r>
          </a:p>
          <a:p>
            <a:pPr marL="269999" marR="0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endParaRPr lang="en-US" sz="1400" dirty="0"/>
          </a:p>
          <a:p>
            <a:pPr marL="269999" marR="0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400" dirty="0"/>
              <a:t>Use tree-based models like Random Forest.</a:t>
            </a:r>
          </a:p>
          <a:p>
            <a:pPr marL="269999" marR="0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endParaRPr lang="en-US" sz="1400" dirty="0"/>
          </a:p>
          <a:p>
            <a:pPr marL="269999" marR="0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400" dirty="0"/>
              <a:t>Explore models with boosting techniques like </a:t>
            </a:r>
            <a:r>
              <a:rPr lang="en-US" sz="1400" dirty="0" err="1"/>
              <a:t>XgBoost</a:t>
            </a:r>
            <a:r>
              <a:rPr lang="en-US" sz="1400" dirty="0"/>
              <a:t>.</a:t>
            </a:r>
          </a:p>
          <a:p>
            <a:pPr marL="269999" marR="0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endParaRPr lang="en-US" sz="1400" dirty="0"/>
          </a:p>
          <a:p>
            <a:pPr marL="269999" marR="0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400" dirty="0"/>
              <a:t>Explore model </a:t>
            </a:r>
            <a:r>
              <a:rPr lang="en-US" sz="1400" dirty="0" err="1"/>
              <a:t>explainability</a:t>
            </a:r>
            <a:r>
              <a:rPr lang="en-US" sz="1400" dirty="0"/>
              <a:t> techniques like LIME and SHAP to get better insights before contacting a client.</a:t>
            </a:r>
          </a:p>
          <a:p>
            <a:pPr marL="269999" marR="0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endParaRPr lang="en-US" sz="1400" dirty="0"/>
          </a:p>
          <a:p>
            <a:pPr marL="269999" indent="-257175">
              <a:lnSpc>
                <a:spcPct val="100000"/>
              </a:lnSpc>
              <a:buClr>
                <a:schemeClr val="dk1"/>
              </a:buClr>
              <a:buSzPts val="1200"/>
            </a:pPr>
            <a:r>
              <a:rPr lang="en-US" sz="1400" dirty="0"/>
              <a:t>Leverage model deployment strategies to deploy the model to production.</a:t>
            </a:r>
          </a:p>
          <a:p>
            <a:pPr marL="269999" marR="0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endParaRPr lang="en-US" sz="1400" dirty="0"/>
          </a:p>
        </p:txBody>
      </p:sp>
      <p:grpSp>
        <p:nvGrpSpPr>
          <p:cNvPr id="2349" name="Google Shape;2349;p50"/>
          <p:cNvGrpSpPr/>
          <p:nvPr/>
        </p:nvGrpSpPr>
        <p:grpSpPr>
          <a:xfrm>
            <a:off x="6804390" y="1403763"/>
            <a:ext cx="2356224" cy="3267435"/>
            <a:chOff x="5213500" y="1896950"/>
            <a:chExt cx="1894375" cy="2597325"/>
          </a:xfrm>
        </p:grpSpPr>
        <p:sp>
          <p:nvSpPr>
            <p:cNvPr id="2350" name="Google Shape;2350;p50"/>
            <p:cNvSpPr/>
            <p:nvPr/>
          </p:nvSpPr>
          <p:spPr>
            <a:xfrm>
              <a:off x="7045175" y="1896950"/>
              <a:ext cx="62700" cy="2588600"/>
            </a:xfrm>
            <a:custGeom>
              <a:avLst/>
              <a:gdLst/>
              <a:ahLst/>
              <a:cxnLst/>
              <a:rect l="l" t="t" r="r" b="b"/>
              <a:pathLst>
                <a:path w="2508" h="103544" extrusionOk="0">
                  <a:moveTo>
                    <a:pt x="1" y="1"/>
                  </a:moveTo>
                  <a:lnTo>
                    <a:pt x="168" y="103543"/>
                  </a:lnTo>
                  <a:lnTo>
                    <a:pt x="2507" y="103543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50"/>
            <p:cNvSpPr/>
            <p:nvPr/>
          </p:nvSpPr>
          <p:spPr>
            <a:xfrm>
              <a:off x="6905675" y="1897375"/>
              <a:ext cx="62675" cy="2588175"/>
            </a:xfrm>
            <a:custGeom>
              <a:avLst/>
              <a:gdLst/>
              <a:ahLst/>
              <a:cxnLst/>
              <a:rect l="l" t="t" r="r" b="b"/>
              <a:pathLst>
                <a:path w="2507" h="103527" extrusionOk="0">
                  <a:moveTo>
                    <a:pt x="0" y="0"/>
                  </a:moveTo>
                  <a:lnTo>
                    <a:pt x="167" y="103526"/>
                  </a:lnTo>
                  <a:lnTo>
                    <a:pt x="2507" y="103526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50"/>
            <p:cNvSpPr/>
            <p:nvPr/>
          </p:nvSpPr>
          <p:spPr>
            <a:xfrm>
              <a:off x="5687200" y="1899475"/>
              <a:ext cx="62675" cy="2588150"/>
            </a:xfrm>
            <a:custGeom>
              <a:avLst/>
              <a:gdLst/>
              <a:ahLst/>
              <a:cxnLst/>
              <a:rect l="l" t="t" r="r" b="b"/>
              <a:pathLst>
                <a:path w="2507" h="103526" extrusionOk="0">
                  <a:moveTo>
                    <a:pt x="0" y="0"/>
                  </a:moveTo>
                  <a:lnTo>
                    <a:pt x="184" y="103526"/>
                  </a:lnTo>
                  <a:lnTo>
                    <a:pt x="2507" y="103526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50"/>
            <p:cNvSpPr/>
            <p:nvPr/>
          </p:nvSpPr>
          <p:spPr>
            <a:xfrm>
              <a:off x="5547675" y="1899475"/>
              <a:ext cx="62675" cy="2588575"/>
            </a:xfrm>
            <a:custGeom>
              <a:avLst/>
              <a:gdLst/>
              <a:ahLst/>
              <a:cxnLst/>
              <a:rect l="l" t="t" r="r" b="b"/>
              <a:pathLst>
                <a:path w="2507" h="103543" extrusionOk="0">
                  <a:moveTo>
                    <a:pt x="2340" y="0"/>
                  </a:moveTo>
                  <a:lnTo>
                    <a:pt x="1" y="17"/>
                  </a:lnTo>
                  <a:lnTo>
                    <a:pt x="184" y="103543"/>
                  </a:lnTo>
                  <a:lnTo>
                    <a:pt x="2507" y="103543"/>
                  </a:lnTo>
                  <a:lnTo>
                    <a:pt x="234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50"/>
            <p:cNvSpPr/>
            <p:nvPr/>
          </p:nvSpPr>
          <p:spPr>
            <a:xfrm>
              <a:off x="5547675" y="1896950"/>
              <a:ext cx="1555600" cy="61850"/>
            </a:xfrm>
            <a:custGeom>
              <a:avLst/>
              <a:gdLst/>
              <a:ahLst/>
              <a:cxnLst/>
              <a:rect l="l" t="t" r="r" b="b"/>
              <a:pathLst>
                <a:path w="62224" h="2474" extrusionOk="0">
                  <a:moveTo>
                    <a:pt x="62223" y="1"/>
                  </a:moveTo>
                  <a:lnTo>
                    <a:pt x="1" y="118"/>
                  </a:lnTo>
                  <a:lnTo>
                    <a:pt x="17" y="2474"/>
                  </a:lnTo>
                  <a:lnTo>
                    <a:pt x="62223" y="2373"/>
                  </a:lnTo>
                  <a:lnTo>
                    <a:pt x="622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50"/>
            <p:cNvSpPr/>
            <p:nvPr/>
          </p:nvSpPr>
          <p:spPr>
            <a:xfrm>
              <a:off x="5548525" y="2428300"/>
              <a:ext cx="1555575" cy="20475"/>
            </a:xfrm>
            <a:custGeom>
              <a:avLst/>
              <a:gdLst/>
              <a:ahLst/>
              <a:cxnLst/>
              <a:rect l="l" t="t" r="r" b="b"/>
              <a:pathLst>
                <a:path w="62223" h="819" extrusionOk="0">
                  <a:moveTo>
                    <a:pt x="62223" y="0"/>
                  </a:moveTo>
                  <a:lnTo>
                    <a:pt x="0" y="117"/>
                  </a:lnTo>
                  <a:lnTo>
                    <a:pt x="17" y="819"/>
                  </a:lnTo>
                  <a:lnTo>
                    <a:pt x="62223" y="718"/>
                  </a:lnTo>
                  <a:lnTo>
                    <a:pt x="622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50"/>
            <p:cNvSpPr/>
            <p:nvPr/>
          </p:nvSpPr>
          <p:spPr>
            <a:xfrm>
              <a:off x="5549350" y="2929550"/>
              <a:ext cx="1555600" cy="20075"/>
            </a:xfrm>
            <a:custGeom>
              <a:avLst/>
              <a:gdLst/>
              <a:ahLst/>
              <a:cxnLst/>
              <a:rect l="l" t="t" r="r" b="b"/>
              <a:pathLst>
                <a:path w="62224" h="803" extrusionOk="0">
                  <a:moveTo>
                    <a:pt x="62223" y="0"/>
                  </a:moveTo>
                  <a:lnTo>
                    <a:pt x="1" y="100"/>
                  </a:lnTo>
                  <a:lnTo>
                    <a:pt x="17" y="802"/>
                  </a:lnTo>
                  <a:lnTo>
                    <a:pt x="62223" y="702"/>
                  </a:lnTo>
                  <a:lnTo>
                    <a:pt x="6222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50"/>
            <p:cNvSpPr/>
            <p:nvPr/>
          </p:nvSpPr>
          <p:spPr>
            <a:xfrm>
              <a:off x="5550600" y="3430375"/>
              <a:ext cx="1555175" cy="20075"/>
            </a:xfrm>
            <a:custGeom>
              <a:avLst/>
              <a:gdLst/>
              <a:ahLst/>
              <a:cxnLst/>
              <a:rect l="l" t="t" r="r" b="b"/>
              <a:pathLst>
                <a:path w="62207" h="803" extrusionOk="0">
                  <a:moveTo>
                    <a:pt x="62207" y="1"/>
                  </a:moveTo>
                  <a:lnTo>
                    <a:pt x="1" y="101"/>
                  </a:lnTo>
                  <a:lnTo>
                    <a:pt x="1" y="803"/>
                  </a:lnTo>
                  <a:lnTo>
                    <a:pt x="62207" y="702"/>
                  </a:lnTo>
                  <a:lnTo>
                    <a:pt x="6220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50"/>
            <p:cNvSpPr/>
            <p:nvPr/>
          </p:nvSpPr>
          <p:spPr>
            <a:xfrm>
              <a:off x="5551450" y="3931225"/>
              <a:ext cx="1555175" cy="20075"/>
            </a:xfrm>
            <a:custGeom>
              <a:avLst/>
              <a:gdLst/>
              <a:ahLst/>
              <a:cxnLst/>
              <a:rect l="l" t="t" r="r" b="b"/>
              <a:pathLst>
                <a:path w="62207" h="803" extrusionOk="0">
                  <a:moveTo>
                    <a:pt x="62206" y="0"/>
                  </a:moveTo>
                  <a:lnTo>
                    <a:pt x="0" y="101"/>
                  </a:lnTo>
                  <a:lnTo>
                    <a:pt x="0" y="802"/>
                  </a:lnTo>
                  <a:lnTo>
                    <a:pt x="62206" y="702"/>
                  </a:lnTo>
                  <a:lnTo>
                    <a:pt x="6220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50"/>
            <p:cNvSpPr/>
            <p:nvPr/>
          </p:nvSpPr>
          <p:spPr>
            <a:xfrm>
              <a:off x="6199325" y="3640075"/>
              <a:ext cx="276125" cy="292850"/>
            </a:xfrm>
            <a:custGeom>
              <a:avLst/>
              <a:gdLst/>
              <a:ahLst/>
              <a:cxnLst/>
              <a:rect l="l" t="t" r="r" b="b"/>
              <a:pathLst>
                <a:path w="11045" h="11714" extrusionOk="0">
                  <a:moveTo>
                    <a:pt x="11011" y="0"/>
                  </a:moveTo>
                  <a:lnTo>
                    <a:pt x="0" y="17"/>
                  </a:lnTo>
                  <a:lnTo>
                    <a:pt x="17" y="11713"/>
                  </a:lnTo>
                  <a:lnTo>
                    <a:pt x="11044" y="11680"/>
                  </a:lnTo>
                  <a:lnTo>
                    <a:pt x="110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50"/>
            <p:cNvSpPr/>
            <p:nvPr/>
          </p:nvSpPr>
          <p:spPr>
            <a:xfrm>
              <a:off x="5924875" y="3640500"/>
              <a:ext cx="276125" cy="292825"/>
            </a:xfrm>
            <a:custGeom>
              <a:avLst/>
              <a:gdLst/>
              <a:ahLst/>
              <a:cxnLst/>
              <a:rect l="l" t="t" r="r" b="b"/>
              <a:pathLst>
                <a:path w="11045" h="11713" extrusionOk="0">
                  <a:moveTo>
                    <a:pt x="11028" y="0"/>
                  </a:moveTo>
                  <a:lnTo>
                    <a:pt x="1" y="17"/>
                  </a:lnTo>
                  <a:lnTo>
                    <a:pt x="17" y="11713"/>
                  </a:lnTo>
                  <a:lnTo>
                    <a:pt x="11045" y="11679"/>
                  </a:lnTo>
                  <a:lnTo>
                    <a:pt x="1102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50"/>
            <p:cNvSpPr/>
            <p:nvPr/>
          </p:nvSpPr>
          <p:spPr>
            <a:xfrm>
              <a:off x="5922375" y="3714875"/>
              <a:ext cx="555150" cy="7525"/>
            </a:xfrm>
            <a:custGeom>
              <a:avLst/>
              <a:gdLst/>
              <a:ahLst/>
              <a:cxnLst/>
              <a:rect l="l" t="t" r="r" b="b"/>
              <a:pathLst>
                <a:path w="22206" h="301" extrusionOk="0">
                  <a:moveTo>
                    <a:pt x="13223" y="1"/>
                  </a:moveTo>
                  <a:cubicBezTo>
                    <a:pt x="8851" y="1"/>
                    <a:pt x="4481" y="33"/>
                    <a:pt x="117" y="83"/>
                  </a:cubicBezTo>
                  <a:cubicBezTo>
                    <a:pt x="0" y="83"/>
                    <a:pt x="0" y="250"/>
                    <a:pt x="117" y="250"/>
                  </a:cubicBezTo>
                  <a:cubicBezTo>
                    <a:pt x="3465" y="280"/>
                    <a:pt x="6819" y="301"/>
                    <a:pt x="10175" y="301"/>
                  </a:cubicBezTo>
                  <a:cubicBezTo>
                    <a:pt x="14154" y="301"/>
                    <a:pt x="18135" y="272"/>
                    <a:pt x="22106" y="200"/>
                  </a:cubicBezTo>
                  <a:cubicBezTo>
                    <a:pt x="22206" y="200"/>
                    <a:pt x="22206" y="49"/>
                    <a:pt x="22106" y="49"/>
                  </a:cubicBezTo>
                  <a:cubicBezTo>
                    <a:pt x="19144" y="16"/>
                    <a:pt x="16183" y="1"/>
                    <a:pt x="132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50"/>
            <p:cNvSpPr/>
            <p:nvPr/>
          </p:nvSpPr>
          <p:spPr>
            <a:xfrm>
              <a:off x="6271150" y="2538975"/>
              <a:ext cx="202200" cy="214725"/>
            </a:xfrm>
            <a:custGeom>
              <a:avLst/>
              <a:gdLst/>
              <a:ahLst/>
              <a:cxnLst/>
              <a:rect l="l" t="t" r="r" b="b"/>
              <a:pathLst>
                <a:path w="8088" h="8589" extrusionOk="0">
                  <a:moveTo>
                    <a:pt x="8071" y="1"/>
                  </a:moveTo>
                  <a:lnTo>
                    <a:pt x="1" y="17"/>
                  </a:lnTo>
                  <a:lnTo>
                    <a:pt x="18" y="8589"/>
                  </a:lnTo>
                  <a:lnTo>
                    <a:pt x="8088" y="8572"/>
                  </a:lnTo>
                  <a:lnTo>
                    <a:pt x="80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50"/>
            <p:cNvSpPr/>
            <p:nvPr/>
          </p:nvSpPr>
          <p:spPr>
            <a:xfrm>
              <a:off x="6070250" y="2539400"/>
              <a:ext cx="202200" cy="214725"/>
            </a:xfrm>
            <a:custGeom>
              <a:avLst/>
              <a:gdLst/>
              <a:ahLst/>
              <a:cxnLst/>
              <a:rect l="l" t="t" r="r" b="b"/>
              <a:pathLst>
                <a:path w="8088" h="8589" extrusionOk="0">
                  <a:moveTo>
                    <a:pt x="8070" y="0"/>
                  </a:moveTo>
                  <a:lnTo>
                    <a:pt x="0" y="17"/>
                  </a:lnTo>
                  <a:lnTo>
                    <a:pt x="17" y="8589"/>
                  </a:lnTo>
                  <a:lnTo>
                    <a:pt x="8087" y="8572"/>
                  </a:lnTo>
                  <a:lnTo>
                    <a:pt x="807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50"/>
            <p:cNvSpPr/>
            <p:nvPr/>
          </p:nvSpPr>
          <p:spPr>
            <a:xfrm>
              <a:off x="6067725" y="2593475"/>
              <a:ext cx="407300" cy="6525"/>
            </a:xfrm>
            <a:custGeom>
              <a:avLst/>
              <a:gdLst/>
              <a:ahLst/>
              <a:cxnLst/>
              <a:rect l="l" t="t" r="r" b="b"/>
              <a:pathLst>
                <a:path w="16292" h="261" extrusionOk="0">
                  <a:moveTo>
                    <a:pt x="9147" y="0"/>
                  </a:moveTo>
                  <a:cubicBezTo>
                    <a:pt x="6130" y="0"/>
                    <a:pt x="3113" y="22"/>
                    <a:pt x="101" y="60"/>
                  </a:cubicBezTo>
                  <a:cubicBezTo>
                    <a:pt x="1" y="60"/>
                    <a:pt x="1" y="227"/>
                    <a:pt x="101" y="227"/>
                  </a:cubicBezTo>
                  <a:cubicBezTo>
                    <a:pt x="2442" y="249"/>
                    <a:pt x="4786" y="261"/>
                    <a:pt x="7131" y="261"/>
                  </a:cubicBezTo>
                  <a:cubicBezTo>
                    <a:pt x="10158" y="261"/>
                    <a:pt x="13186" y="240"/>
                    <a:pt x="16208" y="193"/>
                  </a:cubicBezTo>
                  <a:cubicBezTo>
                    <a:pt x="16292" y="177"/>
                    <a:pt x="16292" y="60"/>
                    <a:pt x="16208" y="43"/>
                  </a:cubicBezTo>
                  <a:cubicBezTo>
                    <a:pt x="13857" y="14"/>
                    <a:pt x="11502" y="0"/>
                    <a:pt x="91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50"/>
            <p:cNvSpPr/>
            <p:nvPr/>
          </p:nvSpPr>
          <p:spPr>
            <a:xfrm>
              <a:off x="6233575" y="2749925"/>
              <a:ext cx="366775" cy="175050"/>
            </a:xfrm>
            <a:custGeom>
              <a:avLst/>
              <a:gdLst/>
              <a:ahLst/>
              <a:cxnLst/>
              <a:rect l="l" t="t" r="r" b="b"/>
              <a:pathLst>
                <a:path w="14671" h="7002" extrusionOk="0">
                  <a:moveTo>
                    <a:pt x="14670" y="1"/>
                  </a:moveTo>
                  <a:lnTo>
                    <a:pt x="0" y="17"/>
                  </a:lnTo>
                  <a:lnTo>
                    <a:pt x="17" y="7001"/>
                  </a:lnTo>
                  <a:lnTo>
                    <a:pt x="14670" y="6968"/>
                  </a:lnTo>
                  <a:lnTo>
                    <a:pt x="146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50"/>
            <p:cNvSpPr/>
            <p:nvPr/>
          </p:nvSpPr>
          <p:spPr>
            <a:xfrm>
              <a:off x="5869325" y="2748675"/>
              <a:ext cx="366775" cy="175050"/>
            </a:xfrm>
            <a:custGeom>
              <a:avLst/>
              <a:gdLst/>
              <a:ahLst/>
              <a:cxnLst/>
              <a:rect l="l" t="t" r="r" b="b"/>
              <a:pathLst>
                <a:path w="14671" h="7002" extrusionOk="0">
                  <a:moveTo>
                    <a:pt x="14654" y="0"/>
                  </a:moveTo>
                  <a:lnTo>
                    <a:pt x="0" y="34"/>
                  </a:lnTo>
                  <a:lnTo>
                    <a:pt x="0" y="7001"/>
                  </a:lnTo>
                  <a:lnTo>
                    <a:pt x="14670" y="6985"/>
                  </a:lnTo>
                  <a:lnTo>
                    <a:pt x="1465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50"/>
            <p:cNvSpPr/>
            <p:nvPr/>
          </p:nvSpPr>
          <p:spPr>
            <a:xfrm>
              <a:off x="5865975" y="2792450"/>
              <a:ext cx="736450" cy="9100"/>
            </a:xfrm>
            <a:custGeom>
              <a:avLst/>
              <a:gdLst/>
              <a:ahLst/>
              <a:cxnLst/>
              <a:rect l="l" t="t" r="r" b="b"/>
              <a:pathLst>
                <a:path w="29458" h="364" extrusionOk="0">
                  <a:moveTo>
                    <a:pt x="17345" y="0"/>
                  </a:moveTo>
                  <a:cubicBezTo>
                    <a:pt x="11598" y="0"/>
                    <a:pt x="5846" y="52"/>
                    <a:pt x="101" y="121"/>
                  </a:cubicBezTo>
                  <a:cubicBezTo>
                    <a:pt x="1" y="121"/>
                    <a:pt x="1" y="288"/>
                    <a:pt x="101" y="288"/>
                  </a:cubicBezTo>
                  <a:cubicBezTo>
                    <a:pt x="4671" y="335"/>
                    <a:pt x="9245" y="363"/>
                    <a:pt x="13818" y="363"/>
                  </a:cubicBezTo>
                  <a:cubicBezTo>
                    <a:pt x="19008" y="363"/>
                    <a:pt x="24196" y="327"/>
                    <a:pt x="29374" y="238"/>
                  </a:cubicBezTo>
                  <a:cubicBezTo>
                    <a:pt x="29458" y="221"/>
                    <a:pt x="29458" y="87"/>
                    <a:pt x="29374" y="87"/>
                  </a:cubicBezTo>
                  <a:cubicBezTo>
                    <a:pt x="25369" y="26"/>
                    <a:pt x="21358" y="0"/>
                    <a:pt x="173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50"/>
            <p:cNvSpPr/>
            <p:nvPr/>
          </p:nvSpPr>
          <p:spPr>
            <a:xfrm>
              <a:off x="6493375" y="2071150"/>
              <a:ext cx="92775" cy="359250"/>
            </a:xfrm>
            <a:custGeom>
              <a:avLst/>
              <a:gdLst/>
              <a:ahLst/>
              <a:cxnLst/>
              <a:rect l="l" t="t" r="r" b="b"/>
              <a:pathLst>
                <a:path w="3711" h="14370" extrusionOk="0">
                  <a:moveTo>
                    <a:pt x="1" y="0"/>
                  </a:moveTo>
                  <a:lnTo>
                    <a:pt x="18" y="14370"/>
                  </a:lnTo>
                  <a:lnTo>
                    <a:pt x="3710" y="14370"/>
                  </a:lnTo>
                  <a:lnTo>
                    <a:pt x="36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50"/>
            <p:cNvSpPr/>
            <p:nvPr/>
          </p:nvSpPr>
          <p:spPr>
            <a:xfrm>
              <a:off x="6587375" y="2168050"/>
              <a:ext cx="92750" cy="261100"/>
            </a:xfrm>
            <a:custGeom>
              <a:avLst/>
              <a:gdLst/>
              <a:ahLst/>
              <a:cxnLst/>
              <a:rect l="l" t="t" r="r" b="b"/>
              <a:pathLst>
                <a:path w="3710" h="10444" extrusionOk="0">
                  <a:moveTo>
                    <a:pt x="0" y="1"/>
                  </a:moveTo>
                  <a:lnTo>
                    <a:pt x="17" y="10443"/>
                  </a:lnTo>
                  <a:lnTo>
                    <a:pt x="3710" y="10443"/>
                  </a:lnTo>
                  <a:lnTo>
                    <a:pt x="36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50"/>
            <p:cNvSpPr/>
            <p:nvPr/>
          </p:nvSpPr>
          <p:spPr>
            <a:xfrm>
              <a:off x="6349275" y="2138400"/>
              <a:ext cx="143725" cy="291575"/>
            </a:xfrm>
            <a:custGeom>
              <a:avLst/>
              <a:gdLst/>
              <a:ahLst/>
              <a:cxnLst/>
              <a:rect l="l" t="t" r="r" b="b"/>
              <a:pathLst>
                <a:path w="5749" h="11663" extrusionOk="0">
                  <a:moveTo>
                    <a:pt x="5715" y="0"/>
                  </a:moveTo>
                  <a:lnTo>
                    <a:pt x="0" y="17"/>
                  </a:lnTo>
                  <a:lnTo>
                    <a:pt x="17" y="11663"/>
                  </a:lnTo>
                  <a:lnTo>
                    <a:pt x="5748" y="11646"/>
                  </a:lnTo>
                  <a:lnTo>
                    <a:pt x="57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50"/>
            <p:cNvSpPr/>
            <p:nvPr/>
          </p:nvSpPr>
          <p:spPr>
            <a:xfrm>
              <a:off x="6305825" y="2138800"/>
              <a:ext cx="45975" cy="291175"/>
            </a:xfrm>
            <a:custGeom>
              <a:avLst/>
              <a:gdLst/>
              <a:ahLst/>
              <a:cxnLst/>
              <a:rect l="l" t="t" r="r" b="b"/>
              <a:pathLst>
                <a:path w="1839" h="11647" extrusionOk="0">
                  <a:moveTo>
                    <a:pt x="1" y="1"/>
                  </a:moveTo>
                  <a:lnTo>
                    <a:pt x="17" y="11647"/>
                  </a:lnTo>
                  <a:lnTo>
                    <a:pt x="1839" y="11647"/>
                  </a:lnTo>
                  <a:lnTo>
                    <a:pt x="182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50"/>
            <p:cNvSpPr/>
            <p:nvPr/>
          </p:nvSpPr>
          <p:spPr>
            <a:xfrm>
              <a:off x="6260725" y="2206075"/>
              <a:ext cx="45550" cy="223900"/>
            </a:xfrm>
            <a:custGeom>
              <a:avLst/>
              <a:gdLst/>
              <a:ahLst/>
              <a:cxnLst/>
              <a:rect l="l" t="t" r="r" b="b"/>
              <a:pathLst>
                <a:path w="1822" h="8956" extrusionOk="0">
                  <a:moveTo>
                    <a:pt x="1805" y="0"/>
                  </a:moveTo>
                  <a:lnTo>
                    <a:pt x="0" y="17"/>
                  </a:lnTo>
                  <a:lnTo>
                    <a:pt x="0" y="8956"/>
                  </a:lnTo>
                  <a:lnTo>
                    <a:pt x="1821" y="8956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50"/>
            <p:cNvSpPr/>
            <p:nvPr/>
          </p:nvSpPr>
          <p:spPr>
            <a:xfrm>
              <a:off x="6520125" y="3087025"/>
              <a:ext cx="215150" cy="346300"/>
            </a:xfrm>
            <a:custGeom>
              <a:avLst/>
              <a:gdLst/>
              <a:ahLst/>
              <a:cxnLst/>
              <a:rect l="l" t="t" r="r" b="b"/>
              <a:pathLst>
                <a:path w="8606" h="13852" extrusionOk="0">
                  <a:moveTo>
                    <a:pt x="3409" y="0"/>
                  </a:moveTo>
                  <a:lnTo>
                    <a:pt x="0" y="1437"/>
                  </a:lnTo>
                  <a:lnTo>
                    <a:pt x="5197" y="13852"/>
                  </a:lnTo>
                  <a:lnTo>
                    <a:pt x="8605" y="12431"/>
                  </a:lnTo>
                  <a:lnTo>
                    <a:pt x="34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50"/>
            <p:cNvSpPr/>
            <p:nvPr/>
          </p:nvSpPr>
          <p:spPr>
            <a:xfrm>
              <a:off x="6439925" y="3074075"/>
              <a:ext cx="92750" cy="359250"/>
            </a:xfrm>
            <a:custGeom>
              <a:avLst/>
              <a:gdLst/>
              <a:ahLst/>
              <a:cxnLst/>
              <a:rect l="l" t="t" r="r" b="b"/>
              <a:pathLst>
                <a:path w="3710" h="14370" extrusionOk="0">
                  <a:moveTo>
                    <a:pt x="3693" y="0"/>
                  </a:moveTo>
                  <a:lnTo>
                    <a:pt x="0" y="17"/>
                  </a:lnTo>
                  <a:lnTo>
                    <a:pt x="34" y="14370"/>
                  </a:lnTo>
                  <a:lnTo>
                    <a:pt x="3709" y="14370"/>
                  </a:lnTo>
                  <a:lnTo>
                    <a:pt x="369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50"/>
            <p:cNvSpPr/>
            <p:nvPr/>
          </p:nvSpPr>
          <p:spPr>
            <a:xfrm>
              <a:off x="6249850" y="3141750"/>
              <a:ext cx="143725" cy="291150"/>
            </a:xfrm>
            <a:custGeom>
              <a:avLst/>
              <a:gdLst/>
              <a:ahLst/>
              <a:cxnLst/>
              <a:rect l="l" t="t" r="r" b="b"/>
              <a:pathLst>
                <a:path w="5749" h="11646" extrusionOk="0">
                  <a:moveTo>
                    <a:pt x="5732" y="0"/>
                  </a:moveTo>
                  <a:lnTo>
                    <a:pt x="1" y="17"/>
                  </a:lnTo>
                  <a:lnTo>
                    <a:pt x="17" y="11646"/>
                  </a:lnTo>
                  <a:lnTo>
                    <a:pt x="5749" y="11646"/>
                  </a:lnTo>
                  <a:lnTo>
                    <a:pt x="57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50"/>
            <p:cNvSpPr/>
            <p:nvPr/>
          </p:nvSpPr>
          <p:spPr>
            <a:xfrm>
              <a:off x="6392725" y="3033975"/>
              <a:ext cx="32175" cy="398925"/>
            </a:xfrm>
            <a:custGeom>
              <a:avLst/>
              <a:gdLst/>
              <a:ahLst/>
              <a:cxnLst/>
              <a:rect l="l" t="t" r="r" b="b"/>
              <a:pathLst>
                <a:path w="1287" h="15957" extrusionOk="0">
                  <a:moveTo>
                    <a:pt x="0" y="0"/>
                  </a:moveTo>
                  <a:lnTo>
                    <a:pt x="34" y="15957"/>
                  </a:lnTo>
                  <a:lnTo>
                    <a:pt x="1287" y="15957"/>
                  </a:lnTo>
                  <a:lnTo>
                    <a:pt x="125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50"/>
            <p:cNvSpPr/>
            <p:nvPr/>
          </p:nvSpPr>
          <p:spPr>
            <a:xfrm>
              <a:off x="6424450" y="3096200"/>
              <a:ext cx="15900" cy="336700"/>
            </a:xfrm>
            <a:custGeom>
              <a:avLst/>
              <a:gdLst/>
              <a:ahLst/>
              <a:cxnLst/>
              <a:rect l="l" t="t" r="r" b="b"/>
              <a:pathLst>
                <a:path w="636" h="13468" extrusionOk="0">
                  <a:moveTo>
                    <a:pt x="1" y="1"/>
                  </a:moveTo>
                  <a:lnTo>
                    <a:pt x="18" y="13468"/>
                  </a:lnTo>
                  <a:lnTo>
                    <a:pt x="636" y="13468"/>
                  </a:lnTo>
                  <a:lnTo>
                    <a:pt x="619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50"/>
            <p:cNvSpPr/>
            <p:nvPr/>
          </p:nvSpPr>
          <p:spPr>
            <a:xfrm>
              <a:off x="5912350" y="3418275"/>
              <a:ext cx="336700" cy="16300"/>
            </a:xfrm>
            <a:custGeom>
              <a:avLst/>
              <a:gdLst/>
              <a:ahLst/>
              <a:cxnLst/>
              <a:rect l="l" t="t" r="r" b="b"/>
              <a:pathLst>
                <a:path w="13468" h="652" extrusionOk="0">
                  <a:moveTo>
                    <a:pt x="13467" y="0"/>
                  </a:moveTo>
                  <a:lnTo>
                    <a:pt x="0" y="17"/>
                  </a:lnTo>
                  <a:lnTo>
                    <a:pt x="0" y="652"/>
                  </a:lnTo>
                  <a:lnTo>
                    <a:pt x="13467" y="618"/>
                  </a:lnTo>
                  <a:lnTo>
                    <a:pt x="1346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50"/>
            <p:cNvSpPr/>
            <p:nvPr/>
          </p:nvSpPr>
          <p:spPr>
            <a:xfrm>
              <a:off x="5883100" y="3325125"/>
              <a:ext cx="367200" cy="93575"/>
            </a:xfrm>
            <a:custGeom>
              <a:avLst/>
              <a:gdLst/>
              <a:ahLst/>
              <a:cxnLst/>
              <a:rect l="l" t="t" r="r" b="b"/>
              <a:pathLst>
                <a:path w="14688" h="3743" extrusionOk="0">
                  <a:moveTo>
                    <a:pt x="14687" y="0"/>
                  </a:moveTo>
                  <a:lnTo>
                    <a:pt x="1" y="17"/>
                  </a:lnTo>
                  <a:lnTo>
                    <a:pt x="17" y="3743"/>
                  </a:lnTo>
                  <a:lnTo>
                    <a:pt x="14687" y="3726"/>
                  </a:lnTo>
                  <a:lnTo>
                    <a:pt x="146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50"/>
            <p:cNvSpPr/>
            <p:nvPr/>
          </p:nvSpPr>
          <p:spPr>
            <a:xfrm>
              <a:off x="5955375" y="3231125"/>
              <a:ext cx="294925" cy="94025"/>
            </a:xfrm>
            <a:custGeom>
              <a:avLst/>
              <a:gdLst/>
              <a:ahLst/>
              <a:cxnLst/>
              <a:rect l="l" t="t" r="r" b="b"/>
              <a:pathLst>
                <a:path w="11797" h="3761" extrusionOk="0">
                  <a:moveTo>
                    <a:pt x="11780" y="1"/>
                  </a:moveTo>
                  <a:lnTo>
                    <a:pt x="0" y="34"/>
                  </a:lnTo>
                  <a:lnTo>
                    <a:pt x="0" y="3760"/>
                  </a:lnTo>
                  <a:lnTo>
                    <a:pt x="11796" y="3727"/>
                  </a:lnTo>
                  <a:lnTo>
                    <a:pt x="1178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50"/>
            <p:cNvSpPr/>
            <p:nvPr/>
          </p:nvSpPr>
          <p:spPr>
            <a:xfrm>
              <a:off x="5836725" y="4382350"/>
              <a:ext cx="244825" cy="107575"/>
            </a:xfrm>
            <a:custGeom>
              <a:avLst/>
              <a:gdLst/>
              <a:ahLst/>
              <a:cxnLst/>
              <a:rect l="l" t="t" r="r" b="b"/>
              <a:pathLst>
                <a:path w="9793" h="4303" extrusionOk="0">
                  <a:moveTo>
                    <a:pt x="4496" y="0"/>
                  </a:moveTo>
                  <a:lnTo>
                    <a:pt x="4479" y="2824"/>
                  </a:lnTo>
                  <a:cubicBezTo>
                    <a:pt x="4479" y="2824"/>
                    <a:pt x="1" y="3827"/>
                    <a:pt x="1087" y="4161"/>
                  </a:cubicBezTo>
                  <a:cubicBezTo>
                    <a:pt x="1446" y="4266"/>
                    <a:pt x="2486" y="4302"/>
                    <a:pt x="3729" y="4302"/>
                  </a:cubicBezTo>
                  <a:cubicBezTo>
                    <a:pt x="5843" y="4302"/>
                    <a:pt x="8542" y="4197"/>
                    <a:pt x="9458" y="4144"/>
                  </a:cubicBezTo>
                  <a:lnTo>
                    <a:pt x="9792" y="4111"/>
                  </a:lnTo>
                  <a:lnTo>
                    <a:pt x="97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50"/>
            <p:cNvSpPr/>
            <p:nvPr/>
          </p:nvSpPr>
          <p:spPr>
            <a:xfrm>
              <a:off x="6033900" y="4448225"/>
              <a:ext cx="47225" cy="37750"/>
            </a:xfrm>
            <a:custGeom>
              <a:avLst/>
              <a:gdLst/>
              <a:ahLst/>
              <a:cxnLst/>
              <a:rect l="l" t="t" r="r" b="b"/>
              <a:pathLst>
                <a:path w="1889" h="1510" extrusionOk="0">
                  <a:moveTo>
                    <a:pt x="1757" y="0"/>
                  </a:moveTo>
                  <a:cubicBezTo>
                    <a:pt x="1365" y="0"/>
                    <a:pt x="969" y="134"/>
                    <a:pt x="669" y="390"/>
                  </a:cubicBezTo>
                  <a:cubicBezTo>
                    <a:pt x="301" y="657"/>
                    <a:pt x="67" y="1058"/>
                    <a:pt x="0" y="1509"/>
                  </a:cubicBezTo>
                  <a:lnTo>
                    <a:pt x="1889" y="1476"/>
                  </a:lnTo>
                  <a:lnTo>
                    <a:pt x="1889" y="5"/>
                  </a:lnTo>
                  <a:cubicBezTo>
                    <a:pt x="1845" y="2"/>
                    <a:pt x="1801" y="0"/>
                    <a:pt x="1757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50"/>
            <p:cNvSpPr/>
            <p:nvPr/>
          </p:nvSpPr>
          <p:spPr>
            <a:xfrm>
              <a:off x="5855125" y="4467150"/>
              <a:ext cx="226425" cy="22475"/>
            </a:xfrm>
            <a:custGeom>
              <a:avLst/>
              <a:gdLst/>
              <a:ahLst/>
              <a:cxnLst/>
              <a:rect l="l" t="t" r="r" b="b"/>
              <a:pathLst>
                <a:path w="9057" h="899" extrusionOk="0">
                  <a:moveTo>
                    <a:pt x="1571" y="0"/>
                  </a:moveTo>
                  <a:cubicBezTo>
                    <a:pt x="1571" y="0"/>
                    <a:pt x="0" y="451"/>
                    <a:pt x="201" y="702"/>
                  </a:cubicBezTo>
                  <a:cubicBezTo>
                    <a:pt x="293" y="836"/>
                    <a:pt x="1842" y="898"/>
                    <a:pt x="3701" y="898"/>
                  </a:cubicBezTo>
                  <a:cubicBezTo>
                    <a:pt x="5560" y="898"/>
                    <a:pt x="7728" y="836"/>
                    <a:pt x="9056" y="719"/>
                  </a:cubicBezTo>
                  <a:lnTo>
                    <a:pt x="9040" y="602"/>
                  </a:lnTo>
                  <a:lnTo>
                    <a:pt x="2039" y="669"/>
                  </a:lnTo>
                  <a:cubicBezTo>
                    <a:pt x="2039" y="669"/>
                    <a:pt x="1872" y="0"/>
                    <a:pt x="1571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50"/>
            <p:cNvSpPr/>
            <p:nvPr/>
          </p:nvSpPr>
          <p:spPr>
            <a:xfrm>
              <a:off x="5858875" y="4480925"/>
              <a:ext cx="223500" cy="3375"/>
            </a:xfrm>
            <a:custGeom>
              <a:avLst/>
              <a:gdLst/>
              <a:ahLst/>
              <a:cxnLst/>
              <a:rect l="l" t="t" r="r" b="b"/>
              <a:pathLst>
                <a:path w="8940" h="135" extrusionOk="0">
                  <a:moveTo>
                    <a:pt x="55" y="27"/>
                  </a:moveTo>
                  <a:cubicBezTo>
                    <a:pt x="38" y="27"/>
                    <a:pt x="23" y="34"/>
                    <a:pt x="1" y="34"/>
                  </a:cubicBezTo>
                  <a:lnTo>
                    <a:pt x="84" y="34"/>
                  </a:lnTo>
                  <a:cubicBezTo>
                    <a:pt x="73" y="29"/>
                    <a:pt x="64" y="27"/>
                    <a:pt x="55" y="27"/>
                  </a:cubicBezTo>
                  <a:close/>
                  <a:moveTo>
                    <a:pt x="8839" y="1"/>
                  </a:moveTo>
                  <a:lnTo>
                    <a:pt x="8589" y="17"/>
                  </a:lnTo>
                  <a:lnTo>
                    <a:pt x="7620" y="34"/>
                  </a:lnTo>
                  <a:cubicBezTo>
                    <a:pt x="6818" y="51"/>
                    <a:pt x="5698" y="68"/>
                    <a:pt x="4462" y="68"/>
                  </a:cubicBezTo>
                  <a:cubicBezTo>
                    <a:pt x="4100" y="72"/>
                    <a:pt x="3749" y="74"/>
                    <a:pt x="3413" y="74"/>
                  </a:cubicBezTo>
                  <a:cubicBezTo>
                    <a:pt x="2604" y="74"/>
                    <a:pt x="1883" y="63"/>
                    <a:pt x="1304" y="51"/>
                  </a:cubicBezTo>
                  <a:cubicBezTo>
                    <a:pt x="936" y="34"/>
                    <a:pt x="602" y="34"/>
                    <a:pt x="351" y="34"/>
                  </a:cubicBezTo>
                  <a:lnTo>
                    <a:pt x="84" y="34"/>
                  </a:lnTo>
                  <a:lnTo>
                    <a:pt x="351" y="51"/>
                  </a:lnTo>
                  <a:lnTo>
                    <a:pt x="1304" y="101"/>
                  </a:lnTo>
                  <a:cubicBezTo>
                    <a:pt x="2106" y="118"/>
                    <a:pt x="3225" y="134"/>
                    <a:pt x="4462" y="134"/>
                  </a:cubicBezTo>
                  <a:cubicBezTo>
                    <a:pt x="5698" y="134"/>
                    <a:pt x="6818" y="118"/>
                    <a:pt x="7620" y="84"/>
                  </a:cubicBezTo>
                  <a:lnTo>
                    <a:pt x="8589" y="34"/>
                  </a:lnTo>
                  <a:cubicBezTo>
                    <a:pt x="8672" y="34"/>
                    <a:pt x="8773" y="34"/>
                    <a:pt x="8839" y="17"/>
                  </a:cubicBezTo>
                  <a:lnTo>
                    <a:pt x="8940" y="17"/>
                  </a:lnTo>
                  <a:cubicBezTo>
                    <a:pt x="8906" y="1"/>
                    <a:pt x="8873" y="1"/>
                    <a:pt x="88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50"/>
            <p:cNvSpPr/>
            <p:nvPr/>
          </p:nvSpPr>
          <p:spPr>
            <a:xfrm>
              <a:off x="5893125" y="4465900"/>
              <a:ext cx="13400" cy="20475"/>
            </a:xfrm>
            <a:custGeom>
              <a:avLst/>
              <a:gdLst/>
              <a:ahLst/>
              <a:cxnLst/>
              <a:rect l="l" t="t" r="r" b="b"/>
              <a:pathLst>
                <a:path w="536" h="819" extrusionOk="0">
                  <a:moveTo>
                    <a:pt x="1" y="0"/>
                  </a:moveTo>
                  <a:lnTo>
                    <a:pt x="1" y="0"/>
                  </a:lnTo>
                  <a:cubicBezTo>
                    <a:pt x="268" y="201"/>
                    <a:pt x="452" y="501"/>
                    <a:pt x="519" y="819"/>
                  </a:cubicBezTo>
                  <a:cubicBezTo>
                    <a:pt x="535" y="468"/>
                    <a:pt x="335" y="15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50"/>
            <p:cNvSpPr/>
            <p:nvPr/>
          </p:nvSpPr>
          <p:spPr>
            <a:xfrm>
              <a:off x="5939925" y="4452525"/>
              <a:ext cx="7950" cy="11300"/>
            </a:xfrm>
            <a:custGeom>
              <a:avLst/>
              <a:gdLst/>
              <a:ahLst/>
              <a:cxnLst/>
              <a:rect l="l" t="t" r="r" b="b"/>
              <a:pathLst>
                <a:path w="318" h="452" extrusionOk="0">
                  <a:moveTo>
                    <a:pt x="17" y="0"/>
                  </a:moveTo>
                  <a:lnTo>
                    <a:pt x="17" y="0"/>
                  </a:lnTo>
                  <a:cubicBezTo>
                    <a:pt x="0" y="17"/>
                    <a:pt x="50" y="117"/>
                    <a:pt x="134" y="251"/>
                  </a:cubicBezTo>
                  <a:cubicBezTo>
                    <a:pt x="201" y="368"/>
                    <a:pt x="284" y="452"/>
                    <a:pt x="301" y="452"/>
                  </a:cubicBezTo>
                  <a:cubicBezTo>
                    <a:pt x="317" y="435"/>
                    <a:pt x="251" y="335"/>
                    <a:pt x="184" y="218"/>
                  </a:cubicBezTo>
                  <a:cubicBezTo>
                    <a:pt x="100" y="84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50"/>
            <p:cNvSpPr/>
            <p:nvPr/>
          </p:nvSpPr>
          <p:spPr>
            <a:xfrm>
              <a:off x="5949525" y="4450425"/>
              <a:ext cx="8800" cy="7625"/>
            </a:xfrm>
            <a:custGeom>
              <a:avLst/>
              <a:gdLst/>
              <a:ahLst/>
              <a:cxnLst/>
              <a:rect l="l" t="t" r="r" b="b"/>
              <a:pathLst>
                <a:path w="352" h="305" extrusionOk="0">
                  <a:moveTo>
                    <a:pt x="0" y="1"/>
                  </a:moveTo>
                  <a:cubicBezTo>
                    <a:pt x="0" y="18"/>
                    <a:pt x="67" y="101"/>
                    <a:pt x="151" y="185"/>
                  </a:cubicBezTo>
                  <a:cubicBezTo>
                    <a:pt x="223" y="257"/>
                    <a:pt x="296" y="305"/>
                    <a:pt x="325" y="305"/>
                  </a:cubicBezTo>
                  <a:cubicBezTo>
                    <a:pt x="329" y="305"/>
                    <a:pt x="332" y="304"/>
                    <a:pt x="334" y="302"/>
                  </a:cubicBezTo>
                  <a:cubicBezTo>
                    <a:pt x="351" y="285"/>
                    <a:pt x="284" y="218"/>
                    <a:pt x="201" y="135"/>
                  </a:cubicBezTo>
                  <a:cubicBezTo>
                    <a:pt x="101" y="51"/>
                    <a:pt x="17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50"/>
            <p:cNvSpPr/>
            <p:nvPr/>
          </p:nvSpPr>
          <p:spPr>
            <a:xfrm>
              <a:off x="5950775" y="4444850"/>
              <a:ext cx="13800" cy="1700"/>
            </a:xfrm>
            <a:custGeom>
              <a:avLst/>
              <a:gdLst/>
              <a:ahLst/>
              <a:cxnLst/>
              <a:rect l="l" t="t" r="r" b="b"/>
              <a:pathLst>
                <a:path w="552" h="68" extrusionOk="0">
                  <a:moveTo>
                    <a:pt x="304" y="0"/>
                  </a:moveTo>
                  <a:cubicBezTo>
                    <a:pt x="203" y="0"/>
                    <a:pt x="102" y="13"/>
                    <a:pt x="0" y="40"/>
                  </a:cubicBezTo>
                  <a:cubicBezTo>
                    <a:pt x="59" y="60"/>
                    <a:pt x="112" y="68"/>
                    <a:pt x="166" y="68"/>
                  </a:cubicBezTo>
                  <a:cubicBezTo>
                    <a:pt x="204" y="68"/>
                    <a:pt x="243" y="64"/>
                    <a:pt x="284" y="57"/>
                  </a:cubicBezTo>
                  <a:cubicBezTo>
                    <a:pt x="307" y="61"/>
                    <a:pt x="330" y="63"/>
                    <a:pt x="355" y="63"/>
                  </a:cubicBezTo>
                  <a:cubicBezTo>
                    <a:pt x="421" y="63"/>
                    <a:pt x="491" y="48"/>
                    <a:pt x="552" y="23"/>
                  </a:cubicBezTo>
                  <a:cubicBezTo>
                    <a:pt x="469" y="8"/>
                    <a:pt x="387" y="0"/>
                    <a:pt x="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50"/>
            <p:cNvSpPr/>
            <p:nvPr/>
          </p:nvSpPr>
          <p:spPr>
            <a:xfrm>
              <a:off x="5951200" y="4436650"/>
              <a:ext cx="15900" cy="2575"/>
            </a:xfrm>
            <a:custGeom>
              <a:avLst/>
              <a:gdLst/>
              <a:ahLst/>
              <a:cxnLst/>
              <a:rect l="l" t="t" r="r" b="b"/>
              <a:pathLst>
                <a:path w="636" h="103" extrusionOk="0">
                  <a:moveTo>
                    <a:pt x="635" y="1"/>
                  </a:moveTo>
                  <a:lnTo>
                    <a:pt x="635" y="1"/>
                  </a:lnTo>
                  <a:cubicBezTo>
                    <a:pt x="418" y="17"/>
                    <a:pt x="217" y="34"/>
                    <a:pt x="0" y="51"/>
                  </a:cubicBezTo>
                  <a:cubicBezTo>
                    <a:pt x="91" y="85"/>
                    <a:pt x="181" y="103"/>
                    <a:pt x="270" y="103"/>
                  </a:cubicBezTo>
                  <a:cubicBezTo>
                    <a:pt x="395" y="103"/>
                    <a:pt x="518" y="69"/>
                    <a:pt x="6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50"/>
            <p:cNvSpPr/>
            <p:nvPr/>
          </p:nvSpPr>
          <p:spPr>
            <a:xfrm>
              <a:off x="5917775" y="4440475"/>
              <a:ext cx="25075" cy="14175"/>
            </a:xfrm>
            <a:custGeom>
              <a:avLst/>
              <a:gdLst/>
              <a:ahLst/>
              <a:cxnLst/>
              <a:rect l="l" t="t" r="r" b="b"/>
              <a:pathLst>
                <a:path w="1003" h="567" extrusionOk="0">
                  <a:moveTo>
                    <a:pt x="336" y="60"/>
                  </a:moveTo>
                  <a:cubicBezTo>
                    <a:pt x="391" y="60"/>
                    <a:pt x="446" y="68"/>
                    <a:pt x="502" y="81"/>
                  </a:cubicBezTo>
                  <a:cubicBezTo>
                    <a:pt x="619" y="115"/>
                    <a:pt x="719" y="182"/>
                    <a:pt x="802" y="265"/>
                  </a:cubicBezTo>
                  <a:cubicBezTo>
                    <a:pt x="847" y="333"/>
                    <a:pt x="885" y="392"/>
                    <a:pt x="915" y="460"/>
                  </a:cubicBezTo>
                  <a:lnTo>
                    <a:pt x="915" y="460"/>
                  </a:lnTo>
                  <a:cubicBezTo>
                    <a:pt x="856" y="454"/>
                    <a:pt x="771" y="441"/>
                    <a:pt x="669" y="416"/>
                  </a:cubicBezTo>
                  <a:cubicBezTo>
                    <a:pt x="552" y="399"/>
                    <a:pt x="435" y="366"/>
                    <a:pt x="318" y="332"/>
                  </a:cubicBezTo>
                  <a:cubicBezTo>
                    <a:pt x="251" y="315"/>
                    <a:pt x="184" y="282"/>
                    <a:pt x="134" y="249"/>
                  </a:cubicBezTo>
                  <a:cubicBezTo>
                    <a:pt x="67" y="215"/>
                    <a:pt x="51" y="148"/>
                    <a:pt x="101" y="115"/>
                  </a:cubicBezTo>
                  <a:cubicBezTo>
                    <a:pt x="179" y="76"/>
                    <a:pt x="257" y="60"/>
                    <a:pt x="336" y="60"/>
                  </a:cubicBezTo>
                  <a:close/>
                  <a:moveTo>
                    <a:pt x="337" y="1"/>
                  </a:moveTo>
                  <a:cubicBezTo>
                    <a:pt x="246" y="1"/>
                    <a:pt x="154" y="21"/>
                    <a:pt x="67" y="65"/>
                  </a:cubicBezTo>
                  <a:cubicBezTo>
                    <a:pt x="17" y="98"/>
                    <a:pt x="0" y="148"/>
                    <a:pt x="17" y="198"/>
                  </a:cubicBezTo>
                  <a:cubicBezTo>
                    <a:pt x="34" y="249"/>
                    <a:pt x="51" y="282"/>
                    <a:pt x="101" y="299"/>
                  </a:cubicBezTo>
                  <a:cubicBezTo>
                    <a:pt x="168" y="332"/>
                    <a:pt x="234" y="366"/>
                    <a:pt x="301" y="382"/>
                  </a:cubicBezTo>
                  <a:cubicBezTo>
                    <a:pt x="418" y="432"/>
                    <a:pt x="535" y="449"/>
                    <a:pt x="669" y="466"/>
                  </a:cubicBezTo>
                  <a:cubicBezTo>
                    <a:pt x="719" y="474"/>
                    <a:pt x="773" y="478"/>
                    <a:pt x="830" y="478"/>
                  </a:cubicBezTo>
                  <a:cubicBezTo>
                    <a:pt x="860" y="478"/>
                    <a:pt x="890" y="477"/>
                    <a:pt x="921" y="475"/>
                  </a:cubicBezTo>
                  <a:lnTo>
                    <a:pt x="921" y="475"/>
                  </a:lnTo>
                  <a:cubicBezTo>
                    <a:pt x="933" y="503"/>
                    <a:pt x="944" y="533"/>
                    <a:pt x="953" y="566"/>
                  </a:cubicBezTo>
                  <a:cubicBezTo>
                    <a:pt x="953" y="535"/>
                    <a:pt x="953" y="504"/>
                    <a:pt x="940" y="473"/>
                  </a:cubicBezTo>
                  <a:lnTo>
                    <a:pt x="940" y="473"/>
                  </a:lnTo>
                  <a:cubicBezTo>
                    <a:pt x="961" y="471"/>
                    <a:pt x="982" y="469"/>
                    <a:pt x="1003" y="466"/>
                  </a:cubicBezTo>
                  <a:cubicBezTo>
                    <a:pt x="1003" y="466"/>
                    <a:pt x="979" y="466"/>
                    <a:pt x="935" y="462"/>
                  </a:cubicBezTo>
                  <a:lnTo>
                    <a:pt x="935" y="462"/>
                  </a:lnTo>
                  <a:cubicBezTo>
                    <a:pt x="918" y="380"/>
                    <a:pt x="885" y="314"/>
                    <a:pt x="836" y="249"/>
                  </a:cubicBezTo>
                  <a:cubicBezTo>
                    <a:pt x="712" y="90"/>
                    <a:pt x="526" y="1"/>
                    <a:pt x="3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50"/>
            <p:cNvSpPr/>
            <p:nvPr/>
          </p:nvSpPr>
          <p:spPr>
            <a:xfrm>
              <a:off x="5939075" y="4436225"/>
              <a:ext cx="12975" cy="16325"/>
            </a:xfrm>
            <a:custGeom>
              <a:avLst/>
              <a:gdLst/>
              <a:ahLst/>
              <a:cxnLst/>
              <a:rect l="l" t="t" r="r" b="b"/>
              <a:pathLst>
                <a:path w="519" h="653" extrusionOk="0">
                  <a:moveTo>
                    <a:pt x="402" y="1"/>
                  </a:moveTo>
                  <a:cubicBezTo>
                    <a:pt x="285" y="1"/>
                    <a:pt x="168" y="68"/>
                    <a:pt x="118" y="168"/>
                  </a:cubicBezTo>
                  <a:cubicBezTo>
                    <a:pt x="67" y="251"/>
                    <a:pt x="34" y="335"/>
                    <a:pt x="17" y="419"/>
                  </a:cubicBezTo>
                  <a:cubicBezTo>
                    <a:pt x="1" y="502"/>
                    <a:pt x="17" y="586"/>
                    <a:pt x="67" y="652"/>
                  </a:cubicBezTo>
                  <a:cubicBezTo>
                    <a:pt x="51" y="586"/>
                    <a:pt x="51" y="502"/>
                    <a:pt x="67" y="435"/>
                  </a:cubicBezTo>
                  <a:cubicBezTo>
                    <a:pt x="84" y="352"/>
                    <a:pt x="118" y="268"/>
                    <a:pt x="168" y="201"/>
                  </a:cubicBezTo>
                  <a:cubicBezTo>
                    <a:pt x="213" y="140"/>
                    <a:pt x="287" y="66"/>
                    <a:pt x="363" y="66"/>
                  </a:cubicBezTo>
                  <a:cubicBezTo>
                    <a:pt x="370" y="66"/>
                    <a:pt x="378" y="66"/>
                    <a:pt x="385" y="68"/>
                  </a:cubicBezTo>
                  <a:cubicBezTo>
                    <a:pt x="468" y="84"/>
                    <a:pt x="435" y="201"/>
                    <a:pt x="385" y="285"/>
                  </a:cubicBezTo>
                  <a:cubicBezTo>
                    <a:pt x="351" y="352"/>
                    <a:pt x="301" y="419"/>
                    <a:pt x="251" y="485"/>
                  </a:cubicBezTo>
                  <a:cubicBezTo>
                    <a:pt x="151" y="586"/>
                    <a:pt x="84" y="636"/>
                    <a:pt x="84" y="652"/>
                  </a:cubicBezTo>
                  <a:cubicBezTo>
                    <a:pt x="168" y="619"/>
                    <a:pt x="235" y="569"/>
                    <a:pt x="285" y="519"/>
                  </a:cubicBezTo>
                  <a:cubicBezTo>
                    <a:pt x="351" y="452"/>
                    <a:pt x="402" y="385"/>
                    <a:pt x="435" y="302"/>
                  </a:cubicBezTo>
                  <a:cubicBezTo>
                    <a:pt x="468" y="268"/>
                    <a:pt x="485" y="218"/>
                    <a:pt x="502" y="151"/>
                  </a:cubicBezTo>
                  <a:cubicBezTo>
                    <a:pt x="519" y="84"/>
                    <a:pt x="468" y="18"/>
                    <a:pt x="4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50"/>
            <p:cNvSpPr/>
            <p:nvPr/>
          </p:nvSpPr>
          <p:spPr>
            <a:xfrm>
              <a:off x="6036400" y="4446775"/>
              <a:ext cx="46825" cy="38350"/>
            </a:xfrm>
            <a:custGeom>
              <a:avLst/>
              <a:gdLst/>
              <a:ahLst/>
              <a:cxnLst/>
              <a:rect l="l" t="t" r="r" b="b"/>
              <a:pathLst>
                <a:path w="1873" h="1534" extrusionOk="0">
                  <a:moveTo>
                    <a:pt x="1621" y="1"/>
                  </a:moveTo>
                  <a:cubicBezTo>
                    <a:pt x="1571" y="1"/>
                    <a:pt x="1521" y="5"/>
                    <a:pt x="1471" y="13"/>
                  </a:cubicBezTo>
                  <a:cubicBezTo>
                    <a:pt x="819" y="47"/>
                    <a:pt x="251" y="498"/>
                    <a:pt x="51" y="1133"/>
                  </a:cubicBezTo>
                  <a:cubicBezTo>
                    <a:pt x="34" y="1233"/>
                    <a:pt x="17" y="1333"/>
                    <a:pt x="1" y="1417"/>
                  </a:cubicBezTo>
                  <a:cubicBezTo>
                    <a:pt x="1" y="1450"/>
                    <a:pt x="1" y="1500"/>
                    <a:pt x="1" y="1534"/>
                  </a:cubicBezTo>
                  <a:cubicBezTo>
                    <a:pt x="17" y="1534"/>
                    <a:pt x="17" y="1383"/>
                    <a:pt x="101" y="1149"/>
                  </a:cubicBezTo>
                  <a:cubicBezTo>
                    <a:pt x="301" y="548"/>
                    <a:pt x="853" y="114"/>
                    <a:pt x="1488" y="47"/>
                  </a:cubicBezTo>
                  <a:cubicBezTo>
                    <a:pt x="1605" y="38"/>
                    <a:pt x="1701" y="38"/>
                    <a:pt x="1768" y="38"/>
                  </a:cubicBezTo>
                  <a:cubicBezTo>
                    <a:pt x="1834" y="38"/>
                    <a:pt x="1872" y="38"/>
                    <a:pt x="1872" y="30"/>
                  </a:cubicBezTo>
                  <a:cubicBezTo>
                    <a:pt x="1839" y="30"/>
                    <a:pt x="1805" y="13"/>
                    <a:pt x="1772" y="13"/>
                  </a:cubicBezTo>
                  <a:cubicBezTo>
                    <a:pt x="1722" y="5"/>
                    <a:pt x="1672" y="1"/>
                    <a:pt x="16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50"/>
            <p:cNvSpPr/>
            <p:nvPr/>
          </p:nvSpPr>
          <p:spPr>
            <a:xfrm>
              <a:off x="6068575" y="4388625"/>
              <a:ext cx="2525" cy="54325"/>
            </a:xfrm>
            <a:custGeom>
              <a:avLst/>
              <a:gdLst/>
              <a:ahLst/>
              <a:cxnLst/>
              <a:rect l="l" t="t" r="r" b="b"/>
              <a:pathLst>
                <a:path w="101" h="2173" extrusionOk="0">
                  <a:moveTo>
                    <a:pt x="34" y="0"/>
                  </a:moveTo>
                  <a:lnTo>
                    <a:pt x="34" y="0"/>
                  </a:lnTo>
                  <a:cubicBezTo>
                    <a:pt x="0" y="735"/>
                    <a:pt x="17" y="1454"/>
                    <a:pt x="67" y="2172"/>
                  </a:cubicBezTo>
                  <a:cubicBezTo>
                    <a:pt x="101" y="1454"/>
                    <a:pt x="84" y="719"/>
                    <a:pt x="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50"/>
            <p:cNvSpPr/>
            <p:nvPr/>
          </p:nvSpPr>
          <p:spPr>
            <a:xfrm>
              <a:off x="5981275" y="4468650"/>
              <a:ext cx="38450" cy="2125"/>
            </a:xfrm>
            <a:custGeom>
              <a:avLst/>
              <a:gdLst/>
              <a:ahLst/>
              <a:cxnLst/>
              <a:rect l="l" t="t" r="r" b="b"/>
              <a:pathLst>
                <a:path w="1538" h="85" extrusionOk="0">
                  <a:moveTo>
                    <a:pt x="1454" y="0"/>
                  </a:moveTo>
                  <a:cubicBezTo>
                    <a:pt x="1326" y="0"/>
                    <a:pt x="1064" y="12"/>
                    <a:pt x="769" y="24"/>
                  </a:cubicBezTo>
                  <a:cubicBezTo>
                    <a:pt x="479" y="24"/>
                    <a:pt x="234" y="16"/>
                    <a:pt x="103" y="16"/>
                  </a:cubicBezTo>
                  <a:cubicBezTo>
                    <a:pt x="37" y="16"/>
                    <a:pt x="0" y="18"/>
                    <a:pt x="0" y="24"/>
                  </a:cubicBezTo>
                  <a:cubicBezTo>
                    <a:pt x="239" y="64"/>
                    <a:pt x="486" y="85"/>
                    <a:pt x="733" y="85"/>
                  </a:cubicBezTo>
                  <a:cubicBezTo>
                    <a:pt x="1004" y="85"/>
                    <a:pt x="1275" y="60"/>
                    <a:pt x="1537" y="7"/>
                  </a:cubicBezTo>
                  <a:cubicBezTo>
                    <a:pt x="1537" y="2"/>
                    <a:pt x="1507" y="0"/>
                    <a:pt x="14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50"/>
            <p:cNvSpPr/>
            <p:nvPr/>
          </p:nvSpPr>
          <p:spPr>
            <a:xfrm>
              <a:off x="6041425" y="4468725"/>
              <a:ext cx="4200" cy="7625"/>
            </a:xfrm>
            <a:custGeom>
              <a:avLst/>
              <a:gdLst/>
              <a:ahLst/>
              <a:cxnLst/>
              <a:rect l="l" t="t" r="r" b="b"/>
              <a:pathLst>
                <a:path w="168" h="305" extrusionOk="0">
                  <a:moveTo>
                    <a:pt x="158" y="1"/>
                  </a:moveTo>
                  <a:cubicBezTo>
                    <a:pt x="134" y="1"/>
                    <a:pt x="77" y="48"/>
                    <a:pt x="34" y="121"/>
                  </a:cubicBezTo>
                  <a:cubicBezTo>
                    <a:pt x="0" y="221"/>
                    <a:pt x="17" y="305"/>
                    <a:pt x="34" y="305"/>
                  </a:cubicBezTo>
                  <a:cubicBezTo>
                    <a:pt x="50" y="305"/>
                    <a:pt x="67" y="238"/>
                    <a:pt x="100" y="154"/>
                  </a:cubicBezTo>
                  <a:cubicBezTo>
                    <a:pt x="134" y="71"/>
                    <a:pt x="167" y="21"/>
                    <a:pt x="167" y="4"/>
                  </a:cubicBezTo>
                  <a:cubicBezTo>
                    <a:pt x="165" y="2"/>
                    <a:pt x="162" y="1"/>
                    <a:pt x="1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50"/>
            <p:cNvSpPr/>
            <p:nvPr/>
          </p:nvSpPr>
          <p:spPr>
            <a:xfrm>
              <a:off x="6049775" y="4456600"/>
              <a:ext cx="5875" cy="5150"/>
            </a:xfrm>
            <a:custGeom>
              <a:avLst/>
              <a:gdLst/>
              <a:ahLst/>
              <a:cxnLst/>
              <a:rect l="l" t="t" r="r" b="b"/>
              <a:pathLst>
                <a:path w="235" h="206" extrusionOk="0">
                  <a:moveTo>
                    <a:pt x="206" y="0"/>
                  </a:moveTo>
                  <a:cubicBezTo>
                    <a:pt x="183" y="0"/>
                    <a:pt x="142" y="30"/>
                    <a:pt x="101" y="71"/>
                  </a:cubicBezTo>
                  <a:cubicBezTo>
                    <a:pt x="34" y="138"/>
                    <a:pt x="0" y="188"/>
                    <a:pt x="17" y="205"/>
                  </a:cubicBezTo>
                  <a:cubicBezTo>
                    <a:pt x="34" y="205"/>
                    <a:pt x="84" y="172"/>
                    <a:pt x="134" y="122"/>
                  </a:cubicBezTo>
                  <a:cubicBezTo>
                    <a:pt x="201" y="71"/>
                    <a:pt x="234" y="5"/>
                    <a:pt x="218" y="5"/>
                  </a:cubicBezTo>
                  <a:cubicBezTo>
                    <a:pt x="215" y="2"/>
                    <a:pt x="211" y="0"/>
                    <a:pt x="2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50"/>
            <p:cNvSpPr/>
            <p:nvPr/>
          </p:nvSpPr>
          <p:spPr>
            <a:xfrm>
              <a:off x="6061475" y="4450475"/>
              <a:ext cx="7825" cy="3325"/>
            </a:xfrm>
            <a:custGeom>
              <a:avLst/>
              <a:gdLst/>
              <a:ahLst/>
              <a:cxnLst/>
              <a:rect l="l" t="t" r="r" b="b"/>
              <a:pathLst>
                <a:path w="313" h="133" extrusionOk="0">
                  <a:moveTo>
                    <a:pt x="225" y="1"/>
                  </a:moveTo>
                  <a:cubicBezTo>
                    <a:pt x="199" y="1"/>
                    <a:pt x="167" y="5"/>
                    <a:pt x="134" y="16"/>
                  </a:cubicBezTo>
                  <a:cubicBezTo>
                    <a:pt x="34" y="32"/>
                    <a:pt x="0" y="116"/>
                    <a:pt x="0" y="133"/>
                  </a:cubicBezTo>
                  <a:cubicBezTo>
                    <a:pt x="17" y="133"/>
                    <a:pt x="84" y="99"/>
                    <a:pt x="151" y="66"/>
                  </a:cubicBezTo>
                  <a:cubicBezTo>
                    <a:pt x="234" y="32"/>
                    <a:pt x="301" y="49"/>
                    <a:pt x="301" y="16"/>
                  </a:cubicBezTo>
                  <a:cubicBezTo>
                    <a:pt x="312" y="16"/>
                    <a:pt x="279" y="1"/>
                    <a:pt x="2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50"/>
            <p:cNvSpPr/>
            <p:nvPr/>
          </p:nvSpPr>
          <p:spPr>
            <a:xfrm>
              <a:off x="6074825" y="4448025"/>
              <a:ext cx="4200" cy="2325"/>
            </a:xfrm>
            <a:custGeom>
              <a:avLst/>
              <a:gdLst/>
              <a:ahLst/>
              <a:cxnLst/>
              <a:rect l="l" t="t" r="r" b="b"/>
              <a:pathLst>
                <a:path w="168" h="93" extrusionOk="0">
                  <a:moveTo>
                    <a:pt x="139" y="1"/>
                  </a:moveTo>
                  <a:cubicBezTo>
                    <a:pt x="122" y="1"/>
                    <a:pt x="101" y="5"/>
                    <a:pt x="84" y="13"/>
                  </a:cubicBezTo>
                  <a:cubicBezTo>
                    <a:pt x="34" y="30"/>
                    <a:pt x="1" y="64"/>
                    <a:pt x="1" y="80"/>
                  </a:cubicBezTo>
                  <a:cubicBezTo>
                    <a:pt x="9" y="89"/>
                    <a:pt x="22" y="93"/>
                    <a:pt x="38" y="93"/>
                  </a:cubicBezTo>
                  <a:cubicBezTo>
                    <a:pt x="55" y="93"/>
                    <a:pt x="76" y="89"/>
                    <a:pt x="101" y="80"/>
                  </a:cubicBezTo>
                  <a:cubicBezTo>
                    <a:pt x="135" y="64"/>
                    <a:pt x="168" y="30"/>
                    <a:pt x="168" y="13"/>
                  </a:cubicBezTo>
                  <a:cubicBezTo>
                    <a:pt x="168" y="5"/>
                    <a:pt x="155" y="1"/>
                    <a:pt x="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50"/>
            <p:cNvSpPr/>
            <p:nvPr/>
          </p:nvSpPr>
          <p:spPr>
            <a:xfrm>
              <a:off x="5485025" y="2132125"/>
              <a:ext cx="1176300" cy="313725"/>
            </a:xfrm>
            <a:custGeom>
              <a:avLst/>
              <a:gdLst/>
              <a:ahLst/>
              <a:cxnLst/>
              <a:rect l="l" t="t" r="r" b="b"/>
              <a:pathLst>
                <a:path w="47052" h="12549" extrusionOk="0">
                  <a:moveTo>
                    <a:pt x="685" y="1"/>
                  </a:moveTo>
                  <a:lnTo>
                    <a:pt x="0" y="10828"/>
                  </a:lnTo>
                  <a:lnTo>
                    <a:pt x="47052" y="12549"/>
                  </a:lnTo>
                  <a:lnTo>
                    <a:pt x="47052" y="1855"/>
                  </a:lnTo>
                  <a:lnTo>
                    <a:pt x="6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50"/>
            <p:cNvSpPr/>
            <p:nvPr/>
          </p:nvSpPr>
          <p:spPr>
            <a:xfrm>
              <a:off x="5213500" y="2230225"/>
              <a:ext cx="81900" cy="54975"/>
            </a:xfrm>
            <a:custGeom>
              <a:avLst/>
              <a:gdLst/>
              <a:ahLst/>
              <a:cxnLst/>
              <a:rect l="l" t="t" r="r" b="b"/>
              <a:pathLst>
                <a:path w="3276" h="2199" extrusionOk="0">
                  <a:moveTo>
                    <a:pt x="2519" y="1"/>
                  </a:moveTo>
                  <a:cubicBezTo>
                    <a:pt x="1688" y="1"/>
                    <a:pt x="416" y="129"/>
                    <a:pt x="1" y="872"/>
                  </a:cubicBezTo>
                  <a:cubicBezTo>
                    <a:pt x="1" y="872"/>
                    <a:pt x="494" y="2199"/>
                    <a:pt x="2860" y="2199"/>
                  </a:cubicBezTo>
                  <a:cubicBezTo>
                    <a:pt x="2957" y="2199"/>
                    <a:pt x="3056" y="2197"/>
                    <a:pt x="3159" y="2192"/>
                  </a:cubicBezTo>
                  <a:lnTo>
                    <a:pt x="3276" y="37"/>
                  </a:lnTo>
                  <a:cubicBezTo>
                    <a:pt x="3276" y="37"/>
                    <a:pt x="2959" y="1"/>
                    <a:pt x="2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50"/>
            <p:cNvSpPr/>
            <p:nvPr/>
          </p:nvSpPr>
          <p:spPr>
            <a:xfrm>
              <a:off x="5282850" y="2132125"/>
              <a:ext cx="219325" cy="270700"/>
            </a:xfrm>
            <a:custGeom>
              <a:avLst/>
              <a:gdLst/>
              <a:ahLst/>
              <a:cxnLst/>
              <a:rect l="l" t="t" r="r" b="b"/>
              <a:pathLst>
                <a:path w="8773" h="10828" extrusionOk="0">
                  <a:moveTo>
                    <a:pt x="8772" y="1"/>
                  </a:moveTo>
                  <a:lnTo>
                    <a:pt x="6684" y="1956"/>
                  </a:lnTo>
                  <a:cubicBezTo>
                    <a:pt x="6266" y="2340"/>
                    <a:pt x="5798" y="2657"/>
                    <a:pt x="5280" y="2875"/>
                  </a:cubicBezTo>
                  <a:cubicBezTo>
                    <a:pt x="4645" y="3159"/>
                    <a:pt x="3793" y="3509"/>
                    <a:pt x="3292" y="3543"/>
                  </a:cubicBezTo>
                  <a:cubicBezTo>
                    <a:pt x="2971" y="3559"/>
                    <a:pt x="2648" y="3566"/>
                    <a:pt x="2324" y="3566"/>
                  </a:cubicBezTo>
                  <a:cubicBezTo>
                    <a:pt x="1638" y="3566"/>
                    <a:pt x="949" y="3533"/>
                    <a:pt x="268" y="3476"/>
                  </a:cubicBezTo>
                  <a:lnTo>
                    <a:pt x="0" y="6433"/>
                  </a:lnTo>
                  <a:lnTo>
                    <a:pt x="3175" y="6734"/>
                  </a:lnTo>
                  <a:cubicBezTo>
                    <a:pt x="3175" y="6734"/>
                    <a:pt x="4478" y="6851"/>
                    <a:pt x="5982" y="8472"/>
                  </a:cubicBezTo>
                  <a:cubicBezTo>
                    <a:pt x="7486" y="10093"/>
                    <a:pt x="8087" y="10828"/>
                    <a:pt x="8087" y="10828"/>
                  </a:cubicBezTo>
                  <a:lnTo>
                    <a:pt x="87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50"/>
            <p:cNvSpPr/>
            <p:nvPr/>
          </p:nvSpPr>
          <p:spPr>
            <a:xfrm>
              <a:off x="6661300" y="2178500"/>
              <a:ext cx="69800" cy="267350"/>
            </a:xfrm>
            <a:custGeom>
              <a:avLst/>
              <a:gdLst/>
              <a:ahLst/>
              <a:cxnLst/>
              <a:rect l="l" t="t" r="r" b="b"/>
              <a:pathLst>
                <a:path w="2792" h="10694" extrusionOk="0">
                  <a:moveTo>
                    <a:pt x="1" y="0"/>
                  </a:moveTo>
                  <a:lnTo>
                    <a:pt x="1" y="10694"/>
                  </a:lnTo>
                  <a:cubicBezTo>
                    <a:pt x="1" y="10694"/>
                    <a:pt x="1755" y="9307"/>
                    <a:pt x="2240" y="5748"/>
                  </a:cubicBezTo>
                  <a:cubicBezTo>
                    <a:pt x="2791" y="1604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50"/>
            <p:cNvSpPr/>
            <p:nvPr/>
          </p:nvSpPr>
          <p:spPr>
            <a:xfrm>
              <a:off x="5492550" y="2230700"/>
              <a:ext cx="1168775" cy="114900"/>
            </a:xfrm>
            <a:custGeom>
              <a:avLst/>
              <a:gdLst/>
              <a:ahLst/>
              <a:cxnLst/>
              <a:rect l="l" t="t" r="r" b="b"/>
              <a:pathLst>
                <a:path w="46751" h="4596" extrusionOk="0">
                  <a:moveTo>
                    <a:pt x="167" y="1"/>
                  </a:moveTo>
                  <a:lnTo>
                    <a:pt x="0" y="2741"/>
                  </a:lnTo>
                  <a:lnTo>
                    <a:pt x="46751" y="4596"/>
                  </a:lnTo>
                  <a:lnTo>
                    <a:pt x="46751" y="1705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50"/>
            <p:cNvSpPr/>
            <p:nvPr/>
          </p:nvSpPr>
          <p:spPr>
            <a:xfrm>
              <a:off x="6088200" y="2176000"/>
              <a:ext cx="208875" cy="251050"/>
            </a:xfrm>
            <a:custGeom>
              <a:avLst/>
              <a:gdLst/>
              <a:ahLst/>
              <a:cxnLst/>
              <a:rect l="l" t="t" r="r" b="b"/>
              <a:pathLst>
                <a:path w="8355" h="10042" extrusionOk="0">
                  <a:moveTo>
                    <a:pt x="3108" y="0"/>
                  </a:moveTo>
                  <a:lnTo>
                    <a:pt x="251" y="618"/>
                  </a:lnTo>
                  <a:lnTo>
                    <a:pt x="1" y="9925"/>
                  </a:lnTo>
                  <a:lnTo>
                    <a:pt x="2290" y="10042"/>
                  </a:lnTo>
                  <a:cubicBezTo>
                    <a:pt x="2290" y="9607"/>
                    <a:pt x="2273" y="9073"/>
                    <a:pt x="2273" y="8622"/>
                  </a:cubicBezTo>
                  <a:lnTo>
                    <a:pt x="2273" y="8622"/>
                  </a:lnTo>
                  <a:cubicBezTo>
                    <a:pt x="2301" y="8625"/>
                    <a:pt x="2329" y="8627"/>
                    <a:pt x="2357" y="8627"/>
                  </a:cubicBezTo>
                  <a:cubicBezTo>
                    <a:pt x="2721" y="8627"/>
                    <a:pt x="3023" y="8332"/>
                    <a:pt x="3225" y="8037"/>
                  </a:cubicBezTo>
                  <a:cubicBezTo>
                    <a:pt x="3443" y="7703"/>
                    <a:pt x="3593" y="7318"/>
                    <a:pt x="3877" y="7051"/>
                  </a:cubicBezTo>
                  <a:cubicBezTo>
                    <a:pt x="4050" y="6889"/>
                    <a:pt x="4302" y="6776"/>
                    <a:pt x="4538" y="6776"/>
                  </a:cubicBezTo>
                  <a:cubicBezTo>
                    <a:pt x="4690" y="6776"/>
                    <a:pt x="4835" y="6823"/>
                    <a:pt x="4946" y="6934"/>
                  </a:cubicBezTo>
                  <a:cubicBezTo>
                    <a:pt x="5080" y="7051"/>
                    <a:pt x="5164" y="7268"/>
                    <a:pt x="5347" y="7285"/>
                  </a:cubicBezTo>
                  <a:cubicBezTo>
                    <a:pt x="5368" y="7289"/>
                    <a:pt x="5387" y="7291"/>
                    <a:pt x="5406" y="7291"/>
                  </a:cubicBezTo>
                  <a:cubicBezTo>
                    <a:pt x="5688" y="7291"/>
                    <a:pt x="5736" y="6830"/>
                    <a:pt x="5798" y="6516"/>
                  </a:cubicBezTo>
                  <a:cubicBezTo>
                    <a:pt x="5966" y="5781"/>
                    <a:pt x="6834" y="5497"/>
                    <a:pt x="7386" y="4979"/>
                  </a:cubicBezTo>
                  <a:cubicBezTo>
                    <a:pt x="8355" y="4060"/>
                    <a:pt x="8154" y="2456"/>
                    <a:pt x="6985" y="1805"/>
                  </a:cubicBezTo>
                  <a:cubicBezTo>
                    <a:pt x="6367" y="1454"/>
                    <a:pt x="5581" y="1454"/>
                    <a:pt x="4963" y="1103"/>
                  </a:cubicBezTo>
                  <a:cubicBezTo>
                    <a:pt x="4328" y="752"/>
                    <a:pt x="3844" y="50"/>
                    <a:pt x="3108" y="0"/>
                  </a:cubicBez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50"/>
            <p:cNvSpPr/>
            <p:nvPr/>
          </p:nvSpPr>
          <p:spPr>
            <a:xfrm>
              <a:off x="6219775" y="4386525"/>
              <a:ext cx="244400" cy="107750"/>
            </a:xfrm>
            <a:custGeom>
              <a:avLst/>
              <a:gdLst/>
              <a:ahLst/>
              <a:cxnLst/>
              <a:rect l="l" t="t" r="r" b="b"/>
              <a:pathLst>
                <a:path w="9776" h="4310" extrusionOk="0">
                  <a:moveTo>
                    <a:pt x="17" y="1"/>
                  </a:moveTo>
                  <a:lnTo>
                    <a:pt x="1" y="4128"/>
                  </a:lnTo>
                  <a:lnTo>
                    <a:pt x="318" y="4144"/>
                  </a:lnTo>
                  <a:cubicBezTo>
                    <a:pt x="1237" y="4197"/>
                    <a:pt x="3951" y="4310"/>
                    <a:pt x="6068" y="4310"/>
                  </a:cubicBezTo>
                  <a:cubicBezTo>
                    <a:pt x="7302" y="4310"/>
                    <a:pt x="8333" y="4272"/>
                    <a:pt x="8689" y="4161"/>
                  </a:cubicBezTo>
                  <a:cubicBezTo>
                    <a:pt x="9775" y="3827"/>
                    <a:pt x="5297" y="2824"/>
                    <a:pt x="5297" y="2824"/>
                  </a:cubicBezTo>
                  <a:lnTo>
                    <a:pt x="5281" y="17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50"/>
            <p:cNvSpPr/>
            <p:nvPr/>
          </p:nvSpPr>
          <p:spPr>
            <a:xfrm>
              <a:off x="6219775" y="4452400"/>
              <a:ext cx="47650" cy="37750"/>
            </a:xfrm>
            <a:custGeom>
              <a:avLst/>
              <a:gdLst/>
              <a:ahLst/>
              <a:cxnLst/>
              <a:rect l="l" t="t" r="r" b="b"/>
              <a:pathLst>
                <a:path w="1906" h="1510" extrusionOk="0">
                  <a:moveTo>
                    <a:pt x="132" y="0"/>
                  </a:moveTo>
                  <a:cubicBezTo>
                    <a:pt x="88" y="0"/>
                    <a:pt x="44" y="2"/>
                    <a:pt x="1" y="5"/>
                  </a:cubicBezTo>
                  <a:lnTo>
                    <a:pt x="1" y="1476"/>
                  </a:lnTo>
                  <a:lnTo>
                    <a:pt x="1906" y="1509"/>
                  </a:lnTo>
                  <a:cubicBezTo>
                    <a:pt x="1822" y="1058"/>
                    <a:pt x="1588" y="657"/>
                    <a:pt x="1237" y="390"/>
                  </a:cubicBezTo>
                  <a:cubicBezTo>
                    <a:pt x="922" y="134"/>
                    <a:pt x="525" y="0"/>
                    <a:pt x="132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50"/>
            <p:cNvSpPr/>
            <p:nvPr/>
          </p:nvSpPr>
          <p:spPr>
            <a:xfrm>
              <a:off x="6219375" y="4471325"/>
              <a:ext cx="226425" cy="22475"/>
            </a:xfrm>
            <a:custGeom>
              <a:avLst/>
              <a:gdLst/>
              <a:ahLst/>
              <a:cxnLst/>
              <a:rect l="l" t="t" r="r" b="b"/>
              <a:pathLst>
                <a:path w="9057" h="899" extrusionOk="0">
                  <a:moveTo>
                    <a:pt x="7502" y="0"/>
                  </a:moveTo>
                  <a:cubicBezTo>
                    <a:pt x="7185" y="17"/>
                    <a:pt x="7034" y="669"/>
                    <a:pt x="7034" y="669"/>
                  </a:cubicBezTo>
                  <a:lnTo>
                    <a:pt x="17" y="602"/>
                  </a:lnTo>
                  <a:lnTo>
                    <a:pt x="0" y="719"/>
                  </a:lnTo>
                  <a:cubicBezTo>
                    <a:pt x="1328" y="836"/>
                    <a:pt x="3496" y="898"/>
                    <a:pt x="5357" y="898"/>
                  </a:cubicBezTo>
                  <a:cubicBezTo>
                    <a:pt x="7218" y="898"/>
                    <a:pt x="8772" y="836"/>
                    <a:pt x="8872" y="702"/>
                  </a:cubicBezTo>
                  <a:cubicBezTo>
                    <a:pt x="9056" y="452"/>
                    <a:pt x="7502" y="0"/>
                    <a:pt x="7502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50"/>
            <p:cNvSpPr/>
            <p:nvPr/>
          </p:nvSpPr>
          <p:spPr>
            <a:xfrm>
              <a:off x="6218950" y="4485100"/>
              <a:ext cx="221000" cy="3475"/>
            </a:xfrm>
            <a:custGeom>
              <a:avLst/>
              <a:gdLst/>
              <a:ahLst/>
              <a:cxnLst/>
              <a:rect l="l" t="t" r="r" b="b"/>
              <a:pathLst>
                <a:path w="8840" h="139" extrusionOk="0">
                  <a:moveTo>
                    <a:pt x="84" y="1"/>
                  </a:moveTo>
                  <a:cubicBezTo>
                    <a:pt x="50" y="1"/>
                    <a:pt x="17" y="1"/>
                    <a:pt x="0" y="17"/>
                  </a:cubicBezTo>
                  <a:lnTo>
                    <a:pt x="84" y="17"/>
                  </a:lnTo>
                  <a:cubicBezTo>
                    <a:pt x="167" y="34"/>
                    <a:pt x="251" y="34"/>
                    <a:pt x="335" y="34"/>
                  </a:cubicBezTo>
                  <a:lnTo>
                    <a:pt x="1304" y="84"/>
                  </a:lnTo>
                  <a:cubicBezTo>
                    <a:pt x="2106" y="118"/>
                    <a:pt x="3225" y="134"/>
                    <a:pt x="4462" y="134"/>
                  </a:cubicBezTo>
                  <a:cubicBezTo>
                    <a:pt x="4698" y="138"/>
                    <a:pt x="4930" y="139"/>
                    <a:pt x="5156" y="139"/>
                  </a:cubicBezTo>
                  <a:cubicBezTo>
                    <a:pt x="6114" y="139"/>
                    <a:pt x="6971" y="115"/>
                    <a:pt x="7619" y="101"/>
                  </a:cubicBezTo>
                  <a:cubicBezTo>
                    <a:pt x="8004" y="84"/>
                    <a:pt x="8321" y="68"/>
                    <a:pt x="8572" y="51"/>
                  </a:cubicBezTo>
                  <a:lnTo>
                    <a:pt x="8839" y="34"/>
                  </a:lnTo>
                  <a:lnTo>
                    <a:pt x="8572" y="34"/>
                  </a:lnTo>
                  <a:lnTo>
                    <a:pt x="7619" y="51"/>
                  </a:lnTo>
                  <a:cubicBezTo>
                    <a:pt x="6817" y="68"/>
                    <a:pt x="5698" y="84"/>
                    <a:pt x="4462" y="84"/>
                  </a:cubicBezTo>
                  <a:cubicBezTo>
                    <a:pt x="3225" y="68"/>
                    <a:pt x="2106" y="51"/>
                    <a:pt x="1304" y="34"/>
                  </a:cubicBezTo>
                  <a:cubicBezTo>
                    <a:pt x="919" y="34"/>
                    <a:pt x="602" y="17"/>
                    <a:pt x="351" y="17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50"/>
            <p:cNvSpPr/>
            <p:nvPr/>
          </p:nvSpPr>
          <p:spPr>
            <a:xfrm>
              <a:off x="6394375" y="4470075"/>
              <a:ext cx="13400" cy="20475"/>
            </a:xfrm>
            <a:custGeom>
              <a:avLst/>
              <a:gdLst/>
              <a:ahLst/>
              <a:cxnLst/>
              <a:rect l="l" t="t" r="r" b="b"/>
              <a:pathLst>
                <a:path w="536" h="819" extrusionOk="0">
                  <a:moveTo>
                    <a:pt x="536" y="0"/>
                  </a:moveTo>
                  <a:lnTo>
                    <a:pt x="536" y="0"/>
                  </a:lnTo>
                  <a:cubicBezTo>
                    <a:pt x="201" y="151"/>
                    <a:pt x="1" y="468"/>
                    <a:pt x="34" y="819"/>
                  </a:cubicBezTo>
                  <a:cubicBezTo>
                    <a:pt x="68" y="669"/>
                    <a:pt x="135" y="518"/>
                    <a:pt x="201" y="368"/>
                  </a:cubicBezTo>
                  <a:cubicBezTo>
                    <a:pt x="302" y="234"/>
                    <a:pt x="402" y="117"/>
                    <a:pt x="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50"/>
            <p:cNvSpPr/>
            <p:nvPr/>
          </p:nvSpPr>
          <p:spPr>
            <a:xfrm>
              <a:off x="6353450" y="4457075"/>
              <a:ext cx="7550" cy="10925"/>
            </a:xfrm>
            <a:custGeom>
              <a:avLst/>
              <a:gdLst/>
              <a:ahLst/>
              <a:cxnLst/>
              <a:rect l="l" t="t" r="r" b="b"/>
              <a:pathLst>
                <a:path w="302" h="437" extrusionOk="0">
                  <a:moveTo>
                    <a:pt x="279" y="0"/>
                  </a:moveTo>
                  <a:cubicBezTo>
                    <a:pt x="256" y="0"/>
                    <a:pt x="194" y="80"/>
                    <a:pt x="117" y="203"/>
                  </a:cubicBezTo>
                  <a:cubicBezTo>
                    <a:pt x="51" y="320"/>
                    <a:pt x="1" y="420"/>
                    <a:pt x="17" y="437"/>
                  </a:cubicBezTo>
                  <a:cubicBezTo>
                    <a:pt x="17" y="437"/>
                    <a:pt x="101" y="353"/>
                    <a:pt x="184" y="236"/>
                  </a:cubicBezTo>
                  <a:cubicBezTo>
                    <a:pt x="251" y="103"/>
                    <a:pt x="301" y="2"/>
                    <a:pt x="285" y="2"/>
                  </a:cubicBezTo>
                  <a:cubicBezTo>
                    <a:pt x="283" y="1"/>
                    <a:pt x="281" y="0"/>
                    <a:pt x="2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50"/>
            <p:cNvSpPr/>
            <p:nvPr/>
          </p:nvSpPr>
          <p:spPr>
            <a:xfrm>
              <a:off x="6342600" y="4454950"/>
              <a:ext cx="8775" cy="7275"/>
            </a:xfrm>
            <a:custGeom>
              <a:avLst/>
              <a:gdLst/>
              <a:ahLst/>
              <a:cxnLst/>
              <a:rect l="l" t="t" r="r" b="b"/>
              <a:pathLst>
                <a:path w="351" h="291" extrusionOk="0">
                  <a:moveTo>
                    <a:pt x="341" y="1"/>
                  </a:moveTo>
                  <a:cubicBezTo>
                    <a:pt x="313" y="1"/>
                    <a:pt x="240" y="48"/>
                    <a:pt x="167" y="121"/>
                  </a:cubicBezTo>
                  <a:cubicBezTo>
                    <a:pt x="67" y="204"/>
                    <a:pt x="0" y="271"/>
                    <a:pt x="17" y="288"/>
                  </a:cubicBezTo>
                  <a:cubicBezTo>
                    <a:pt x="19" y="290"/>
                    <a:pt x="22" y="291"/>
                    <a:pt x="26" y="291"/>
                  </a:cubicBezTo>
                  <a:cubicBezTo>
                    <a:pt x="55" y="291"/>
                    <a:pt x="128" y="244"/>
                    <a:pt x="201" y="171"/>
                  </a:cubicBezTo>
                  <a:cubicBezTo>
                    <a:pt x="301" y="87"/>
                    <a:pt x="351" y="4"/>
                    <a:pt x="351" y="4"/>
                  </a:cubicBezTo>
                  <a:cubicBezTo>
                    <a:pt x="349" y="2"/>
                    <a:pt x="346" y="1"/>
                    <a:pt x="3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50"/>
            <p:cNvSpPr/>
            <p:nvPr/>
          </p:nvSpPr>
          <p:spPr>
            <a:xfrm>
              <a:off x="6336325" y="4449025"/>
              <a:ext cx="13800" cy="1850"/>
            </a:xfrm>
            <a:custGeom>
              <a:avLst/>
              <a:gdLst/>
              <a:ahLst/>
              <a:cxnLst/>
              <a:rect l="l" t="t" r="r" b="b"/>
              <a:pathLst>
                <a:path w="552" h="74" extrusionOk="0">
                  <a:moveTo>
                    <a:pt x="248" y="0"/>
                  </a:moveTo>
                  <a:cubicBezTo>
                    <a:pt x="166" y="0"/>
                    <a:pt x="83" y="9"/>
                    <a:pt x="0" y="24"/>
                  </a:cubicBezTo>
                  <a:cubicBezTo>
                    <a:pt x="84" y="57"/>
                    <a:pt x="184" y="74"/>
                    <a:pt x="268" y="74"/>
                  </a:cubicBezTo>
                  <a:cubicBezTo>
                    <a:pt x="368" y="74"/>
                    <a:pt x="468" y="74"/>
                    <a:pt x="552" y="40"/>
                  </a:cubicBezTo>
                  <a:cubicBezTo>
                    <a:pt x="451" y="13"/>
                    <a:pt x="349" y="0"/>
                    <a:pt x="2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50"/>
            <p:cNvSpPr/>
            <p:nvPr/>
          </p:nvSpPr>
          <p:spPr>
            <a:xfrm>
              <a:off x="6333825" y="4440825"/>
              <a:ext cx="15900" cy="2575"/>
            </a:xfrm>
            <a:custGeom>
              <a:avLst/>
              <a:gdLst/>
              <a:ahLst/>
              <a:cxnLst/>
              <a:rect l="l" t="t" r="r" b="b"/>
              <a:pathLst>
                <a:path w="636" h="103" extrusionOk="0">
                  <a:moveTo>
                    <a:pt x="0" y="1"/>
                  </a:moveTo>
                  <a:cubicBezTo>
                    <a:pt x="117" y="69"/>
                    <a:pt x="240" y="103"/>
                    <a:pt x="365" y="103"/>
                  </a:cubicBezTo>
                  <a:cubicBezTo>
                    <a:pt x="454" y="103"/>
                    <a:pt x="545" y="86"/>
                    <a:pt x="635" y="51"/>
                  </a:cubicBezTo>
                  <a:cubicBezTo>
                    <a:pt x="418" y="51"/>
                    <a:pt x="217" y="34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50"/>
            <p:cNvSpPr/>
            <p:nvPr/>
          </p:nvSpPr>
          <p:spPr>
            <a:xfrm>
              <a:off x="6358050" y="4444675"/>
              <a:ext cx="25075" cy="14150"/>
            </a:xfrm>
            <a:custGeom>
              <a:avLst/>
              <a:gdLst/>
              <a:ahLst/>
              <a:cxnLst/>
              <a:rect l="l" t="t" r="r" b="b"/>
              <a:pathLst>
                <a:path w="1003" h="566" extrusionOk="0">
                  <a:moveTo>
                    <a:pt x="668" y="59"/>
                  </a:moveTo>
                  <a:cubicBezTo>
                    <a:pt x="746" y="59"/>
                    <a:pt x="824" y="75"/>
                    <a:pt x="903" y="114"/>
                  </a:cubicBezTo>
                  <a:cubicBezTo>
                    <a:pt x="953" y="147"/>
                    <a:pt x="936" y="214"/>
                    <a:pt x="869" y="248"/>
                  </a:cubicBezTo>
                  <a:cubicBezTo>
                    <a:pt x="819" y="281"/>
                    <a:pt x="752" y="314"/>
                    <a:pt x="685" y="331"/>
                  </a:cubicBezTo>
                  <a:cubicBezTo>
                    <a:pt x="568" y="365"/>
                    <a:pt x="451" y="398"/>
                    <a:pt x="334" y="415"/>
                  </a:cubicBezTo>
                  <a:cubicBezTo>
                    <a:pt x="235" y="440"/>
                    <a:pt x="152" y="452"/>
                    <a:pt x="93" y="458"/>
                  </a:cubicBezTo>
                  <a:lnTo>
                    <a:pt x="93" y="458"/>
                  </a:lnTo>
                  <a:cubicBezTo>
                    <a:pt x="124" y="395"/>
                    <a:pt x="164" y="335"/>
                    <a:pt x="218" y="281"/>
                  </a:cubicBezTo>
                  <a:cubicBezTo>
                    <a:pt x="284" y="181"/>
                    <a:pt x="385" y="114"/>
                    <a:pt x="502" y="81"/>
                  </a:cubicBezTo>
                  <a:cubicBezTo>
                    <a:pt x="557" y="67"/>
                    <a:pt x="612" y="59"/>
                    <a:pt x="668" y="59"/>
                  </a:cubicBezTo>
                  <a:close/>
                  <a:moveTo>
                    <a:pt x="667" y="0"/>
                  </a:moveTo>
                  <a:cubicBezTo>
                    <a:pt x="477" y="0"/>
                    <a:pt x="292" y="89"/>
                    <a:pt x="167" y="248"/>
                  </a:cubicBezTo>
                  <a:cubicBezTo>
                    <a:pt x="118" y="313"/>
                    <a:pt x="85" y="379"/>
                    <a:pt x="68" y="461"/>
                  </a:cubicBezTo>
                  <a:lnTo>
                    <a:pt x="68" y="461"/>
                  </a:lnTo>
                  <a:cubicBezTo>
                    <a:pt x="25" y="465"/>
                    <a:pt x="0" y="465"/>
                    <a:pt x="0" y="465"/>
                  </a:cubicBezTo>
                  <a:cubicBezTo>
                    <a:pt x="21" y="468"/>
                    <a:pt x="43" y="470"/>
                    <a:pt x="64" y="472"/>
                  </a:cubicBezTo>
                  <a:lnTo>
                    <a:pt x="64" y="472"/>
                  </a:lnTo>
                  <a:cubicBezTo>
                    <a:pt x="50" y="503"/>
                    <a:pt x="50" y="534"/>
                    <a:pt x="50" y="565"/>
                  </a:cubicBezTo>
                  <a:cubicBezTo>
                    <a:pt x="61" y="535"/>
                    <a:pt x="72" y="504"/>
                    <a:pt x="86" y="474"/>
                  </a:cubicBezTo>
                  <a:lnTo>
                    <a:pt x="86" y="474"/>
                  </a:lnTo>
                  <a:cubicBezTo>
                    <a:pt x="116" y="476"/>
                    <a:pt x="145" y="477"/>
                    <a:pt x="174" y="477"/>
                  </a:cubicBezTo>
                  <a:cubicBezTo>
                    <a:pt x="230" y="477"/>
                    <a:pt x="284" y="473"/>
                    <a:pt x="334" y="465"/>
                  </a:cubicBezTo>
                  <a:cubicBezTo>
                    <a:pt x="468" y="448"/>
                    <a:pt x="585" y="431"/>
                    <a:pt x="702" y="381"/>
                  </a:cubicBezTo>
                  <a:cubicBezTo>
                    <a:pt x="769" y="365"/>
                    <a:pt x="836" y="348"/>
                    <a:pt x="903" y="298"/>
                  </a:cubicBezTo>
                  <a:cubicBezTo>
                    <a:pt x="953" y="281"/>
                    <a:pt x="986" y="248"/>
                    <a:pt x="986" y="198"/>
                  </a:cubicBezTo>
                  <a:cubicBezTo>
                    <a:pt x="1003" y="147"/>
                    <a:pt x="986" y="97"/>
                    <a:pt x="936" y="64"/>
                  </a:cubicBezTo>
                  <a:cubicBezTo>
                    <a:pt x="849" y="21"/>
                    <a:pt x="758" y="0"/>
                    <a:pt x="6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50"/>
            <p:cNvSpPr/>
            <p:nvPr/>
          </p:nvSpPr>
          <p:spPr>
            <a:xfrm>
              <a:off x="6348850" y="4440400"/>
              <a:ext cx="12975" cy="16325"/>
            </a:xfrm>
            <a:custGeom>
              <a:avLst/>
              <a:gdLst/>
              <a:ahLst/>
              <a:cxnLst/>
              <a:rect l="l" t="t" r="r" b="b"/>
              <a:pathLst>
                <a:path w="519" h="653" extrusionOk="0">
                  <a:moveTo>
                    <a:pt x="134" y="1"/>
                  </a:moveTo>
                  <a:cubicBezTo>
                    <a:pt x="51" y="18"/>
                    <a:pt x="1" y="84"/>
                    <a:pt x="17" y="151"/>
                  </a:cubicBezTo>
                  <a:cubicBezTo>
                    <a:pt x="34" y="218"/>
                    <a:pt x="51" y="268"/>
                    <a:pt x="84" y="302"/>
                  </a:cubicBezTo>
                  <a:cubicBezTo>
                    <a:pt x="118" y="385"/>
                    <a:pt x="185" y="452"/>
                    <a:pt x="235" y="519"/>
                  </a:cubicBezTo>
                  <a:cubicBezTo>
                    <a:pt x="285" y="569"/>
                    <a:pt x="352" y="619"/>
                    <a:pt x="435" y="653"/>
                  </a:cubicBezTo>
                  <a:cubicBezTo>
                    <a:pt x="435" y="636"/>
                    <a:pt x="368" y="586"/>
                    <a:pt x="268" y="485"/>
                  </a:cubicBezTo>
                  <a:cubicBezTo>
                    <a:pt x="218" y="419"/>
                    <a:pt x="168" y="352"/>
                    <a:pt x="134" y="285"/>
                  </a:cubicBezTo>
                  <a:cubicBezTo>
                    <a:pt x="84" y="201"/>
                    <a:pt x="51" y="84"/>
                    <a:pt x="134" y="68"/>
                  </a:cubicBezTo>
                  <a:cubicBezTo>
                    <a:pt x="142" y="66"/>
                    <a:pt x="149" y="66"/>
                    <a:pt x="156" y="66"/>
                  </a:cubicBezTo>
                  <a:cubicBezTo>
                    <a:pt x="232" y="66"/>
                    <a:pt x="307" y="140"/>
                    <a:pt x="368" y="201"/>
                  </a:cubicBezTo>
                  <a:cubicBezTo>
                    <a:pt x="402" y="268"/>
                    <a:pt x="435" y="352"/>
                    <a:pt x="452" y="435"/>
                  </a:cubicBezTo>
                  <a:cubicBezTo>
                    <a:pt x="469" y="502"/>
                    <a:pt x="469" y="586"/>
                    <a:pt x="469" y="653"/>
                  </a:cubicBezTo>
                  <a:cubicBezTo>
                    <a:pt x="502" y="586"/>
                    <a:pt x="519" y="502"/>
                    <a:pt x="502" y="419"/>
                  </a:cubicBezTo>
                  <a:cubicBezTo>
                    <a:pt x="485" y="335"/>
                    <a:pt x="452" y="252"/>
                    <a:pt x="402" y="168"/>
                  </a:cubicBezTo>
                  <a:cubicBezTo>
                    <a:pt x="352" y="68"/>
                    <a:pt x="251" y="1"/>
                    <a:pt x="1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50"/>
            <p:cNvSpPr/>
            <p:nvPr/>
          </p:nvSpPr>
          <p:spPr>
            <a:xfrm>
              <a:off x="6217700" y="4450950"/>
              <a:ext cx="47225" cy="38350"/>
            </a:xfrm>
            <a:custGeom>
              <a:avLst/>
              <a:gdLst/>
              <a:ahLst/>
              <a:cxnLst/>
              <a:rect l="l" t="t" r="r" b="b"/>
              <a:pathLst>
                <a:path w="1889" h="1534" extrusionOk="0">
                  <a:moveTo>
                    <a:pt x="253" y="1"/>
                  </a:moveTo>
                  <a:cubicBezTo>
                    <a:pt x="205" y="1"/>
                    <a:pt x="159" y="5"/>
                    <a:pt x="117" y="13"/>
                  </a:cubicBezTo>
                  <a:cubicBezTo>
                    <a:pt x="84" y="13"/>
                    <a:pt x="34" y="30"/>
                    <a:pt x="0" y="30"/>
                  </a:cubicBezTo>
                  <a:cubicBezTo>
                    <a:pt x="9" y="38"/>
                    <a:pt x="46" y="38"/>
                    <a:pt x="113" y="38"/>
                  </a:cubicBezTo>
                  <a:cubicBezTo>
                    <a:pt x="180" y="38"/>
                    <a:pt x="276" y="38"/>
                    <a:pt x="401" y="47"/>
                  </a:cubicBezTo>
                  <a:cubicBezTo>
                    <a:pt x="1036" y="130"/>
                    <a:pt x="1571" y="548"/>
                    <a:pt x="1771" y="1150"/>
                  </a:cubicBezTo>
                  <a:cubicBezTo>
                    <a:pt x="1855" y="1383"/>
                    <a:pt x="1855" y="1534"/>
                    <a:pt x="1872" y="1534"/>
                  </a:cubicBezTo>
                  <a:cubicBezTo>
                    <a:pt x="1888" y="1500"/>
                    <a:pt x="1888" y="1450"/>
                    <a:pt x="1872" y="1417"/>
                  </a:cubicBezTo>
                  <a:cubicBezTo>
                    <a:pt x="1872" y="1333"/>
                    <a:pt x="1838" y="1233"/>
                    <a:pt x="1821" y="1133"/>
                  </a:cubicBezTo>
                  <a:cubicBezTo>
                    <a:pt x="1621" y="498"/>
                    <a:pt x="1070" y="47"/>
                    <a:pt x="401" y="13"/>
                  </a:cubicBezTo>
                  <a:cubicBezTo>
                    <a:pt x="351" y="5"/>
                    <a:pt x="301" y="1"/>
                    <a:pt x="2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50"/>
            <p:cNvSpPr/>
            <p:nvPr/>
          </p:nvSpPr>
          <p:spPr>
            <a:xfrm>
              <a:off x="6230225" y="4392800"/>
              <a:ext cx="2125" cy="54325"/>
            </a:xfrm>
            <a:custGeom>
              <a:avLst/>
              <a:gdLst/>
              <a:ahLst/>
              <a:cxnLst/>
              <a:rect l="l" t="t" r="r" b="b"/>
              <a:pathLst>
                <a:path w="85" h="2173" extrusionOk="0">
                  <a:moveTo>
                    <a:pt x="51" y="0"/>
                  </a:moveTo>
                  <a:lnTo>
                    <a:pt x="51" y="0"/>
                  </a:lnTo>
                  <a:cubicBezTo>
                    <a:pt x="0" y="735"/>
                    <a:pt x="0" y="1454"/>
                    <a:pt x="17" y="2172"/>
                  </a:cubicBezTo>
                  <a:cubicBezTo>
                    <a:pt x="84" y="1454"/>
                    <a:pt x="84" y="735"/>
                    <a:pt x="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50"/>
            <p:cNvSpPr/>
            <p:nvPr/>
          </p:nvSpPr>
          <p:spPr>
            <a:xfrm>
              <a:off x="6281175" y="4472825"/>
              <a:ext cx="38475" cy="2125"/>
            </a:xfrm>
            <a:custGeom>
              <a:avLst/>
              <a:gdLst/>
              <a:ahLst/>
              <a:cxnLst/>
              <a:rect l="l" t="t" r="r" b="b"/>
              <a:pathLst>
                <a:path w="1539" h="85" extrusionOk="0">
                  <a:moveTo>
                    <a:pt x="84" y="0"/>
                  </a:moveTo>
                  <a:cubicBezTo>
                    <a:pt x="31" y="0"/>
                    <a:pt x="1" y="2"/>
                    <a:pt x="1" y="7"/>
                  </a:cubicBezTo>
                  <a:cubicBezTo>
                    <a:pt x="272" y="60"/>
                    <a:pt x="542" y="85"/>
                    <a:pt x="811" y="85"/>
                  </a:cubicBezTo>
                  <a:cubicBezTo>
                    <a:pt x="1056" y="85"/>
                    <a:pt x="1299" y="64"/>
                    <a:pt x="1538" y="24"/>
                  </a:cubicBezTo>
                  <a:cubicBezTo>
                    <a:pt x="1538" y="18"/>
                    <a:pt x="1501" y="16"/>
                    <a:pt x="1435" y="16"/>
                  </a:cubicBezTo>
                  <a:cubicBezTo>
                    <a:pt x="1304" y="16"/>
                    <a:pt x="1059" y="24"/>
                    <a:pt x="770" y="24"/>
                  </a:cubicBezTo>
                  <a:cubicBezTo>
                    <a:pt x="474" y="12"/>
                    <a:pt x="212" y="0"/>
                    <a:pt x="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50"/>
            <p:cNvSpPr/>
            <p:nvPr/>
          </p:nvSpPr>
          <p:spPr>
            <a:xfrm>
              <a:off x="6255275" y="4472925"/>
              <a:ext cx="4225" cy="7600"/>
            </a:xfrm>
            <a:custGeom>
              <a:avLst/>
              <a:gdLst/>
              <a:ahLst/>
              <a:cxnLst/>
              <a:rect l="l" t="t" r="r" b="b"/>
              <a:pathLst>
                <a:path w="169" h="304" extrusionOk="0">
                  <a:moveTo>
                    <a:pt x="21" y="0"/>
                  </a:moveTo>
                  <a:cubicBezTo>
                    <a:pt x="19" y="0"/>
                    <a:pt x="18" y="1"/>
                    <a:pt x="18" y="3"/>
                  </a:cubicBezTo>
                  <a:cubicBezTo>
                    <a:pt x="1" y="20"/>
                    <a:pt x="34" y="70"/>
                    <a:pt x="68" y="154"/>
                  </a:cubicBezTo>
                  <a:cubicBezTo>
                    <a:pt x="101" y="237"/>
                    <a:pt x="135" y="304"/>
                    <a:pt x="151" y="304"/>
                  </a:cubicBezTo>
                  <a:cubicBezTo>
                    <a:pt x="168" y="304"/>
                    <a:pt x="168" y="220"/>
                    <a:pt x="135" y="120"/>
                  </a:cubicBezTo>
                  <a:cubicBezTo>
                    <a:pt x="91" y="47"/>
                    <a:pt x="35" y="0"/>
                    <a:pt x="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50"/>
            <p:cNvSpPr/>
            <p:nvPr/>
          </p:nvSpPr>
          <p:spPr>
            <a:xfrm>
              <a:off x="6245675" y="4460775"/>
              <a:ext cx="5450" cy="5225"/>
            </a:xfrm>
            <a:custGeom>
              <a:avLst/>
              <a:gdLst/>
              <a:ahLst/>
              <a:cxnLst/>
              <a:rect l="l" t="t" r="r" b="b"/>
              <a:pathLst>
                <a:path w="218" h="209" extrusionOk="0">
                  <a:moveTo>
                    <a:pt x="13" y="0"/>
                  </a:moveTo>
                  <a:cubicBezTo>
                    <a:pt x="8" y="0"/>
                    <a:pt x="4" y="2"/>
                    <a:pt x="1" y="5"/>
                  </a:cubicBezTo>
                  <a:cubicBezTo>
                    <a:pt x="1" y="21"/>
                    <a:pt x="34" y="71"/>
                    <a:pt x="84" y="122"/>
                  </a:cubicBezTo>
                  <a:cubicBezTo>
                    <a:pt x="128" y="165"/>
                    <a:pt x="171" y="208"/>
                    <a:pt x="193" y="208"/>
                  </a:cubicBezTo>
                  <a:cubicBezTo>
                    <a:pt x="196" y="208"/>
                    <a:pt x="199" y="207"/>
                    <a:pt x="201" y="205"/>
                  </a:cubicBezTo>
                  <a:cubicBezTo>
                    <a:pt x="218" y="188"/>
                    <a:pt x="184" y="138"/>
                    <a:pt x="134" y="71"/>
                  </a:cubicBezTo>
                  <a:cubicBezTo>
                    <a:pt x="79" y="30"/>
                    <a:pt x="36" y="0"/>
                    <a:pt x="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50"/>
            <p:cNvSpPr/>
            <p:nvPr/>
          </p:nvSpPr>
          <p:spPr>
            <a:xfrm>
              <a:off x="6231900" y="4454675"/>
              <a:ext cx="7950" cy="3300"/>
            </a:xfrm>
            <a:custGeom>
              <a:avLst/>
              <a:gdLst/>
              <a:ahLst/>
              <a:cxnLst/>
              <a:rect l="l" t="t" r="r" b="b"/>
              <a:pathLst>
                <a:path w="318" h="132" extrusionOk="0">
                  <a:moveTo>
                    <a:pt x="92" y="0"/>
                  </a:moveTo>
                  <a:cubicBezTo>
                    <a:pt x="40" y="0"/>
                    <a:pt x="0" y="20"/>
                    <a:pt x="0" y="31"/>
                  </a:cubicBezTo>
                  <a:cubicBezTo>
                    <a:pt x="0" y="48"/>
                    <a:pt x="67" y="48"/>
                    <a:pt x="151" y="65"/>
                  </a:cubicBezTo>
                  <a:cubicBezTo>
                    <a:pt x="234" y="98"/>
                    <a:pt x="284" y="132"/>
                    <a:pt x="301" y="132"/>
                  </a:cubicBezTo>
                  <a:cubicBezTo>
                    <a:pt x="318" y="115"/>
                    <a:pt x="268" y="48"/>
                    <a:pt x="167" y="15"/>
                  </a:cubicBezTo>
                  <a:cubicBezTo>
                    <a:pt x="141" y="4"/>
                    <a:pt x="116" y="0"/>
                    <a:pt x="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50"/>
            <p:cNvSpPr/>
            <p:nvPr/>
          </p:nvSpPr>
          <p:spPr>
            <a:xfrm>
              <a:off x="6221875" y="4452200"/>
              <a:ext cx="4200" cy="2325"/>
            </a:xfrm>
            <a:custGeom>
              <a:avLst/>
              <a:gdLst/>
              <a:ahLst/>
              <a:cxnLst/>
              <a:rect l="l" t="t" r="r" b="b"/>
              <a:pathLst>
                <a:path w="168" h="93" extrusionOk="0">
                  <a:moveTo>
                    <a:pt x="38" y="1"/>
                  </a:moveTo>
                  <a:cubicBezTo>
                    <a:pt x="21" y="1"/>
                    <a:pt x="9" y="5"/>
                    <a:pt x="0" y="13"/>
                  </a:cubicBezTo>
                  <a:cubicBezTo>
                    <a:pt x="0" y="30"/>
                    <a:pt x="34" y="64"/>
                    <a:pt x="67" y="80"/>
                  </a:cubicBezTo>
                  <a:cubicBezTo>
                    <a:pt x="92" y="89"/>
                    <a:pt x="113" y="93"/>
                    <a:pt x="130" y="93"/>
                  </a:cubicBezTo>
                  <a:cubicBezTo>
                    <a:pt x="147" y="93"/>
                    <a:pt x="159" y="89"/>
                    <a:pt x="167" y="80"/>
                  </a:cubicBezTo>
                  <a:cubicBezTo>
                    <a:pt x="167" y="64"/>
                    <a:pt x="134" y="30"/>
                    <a:pt x="101" y="13"/>
                  </a:cubicBezTo>
                  <a:cubicBezTo>
                    <a:pt x="75" y="5"/>
                    <a:pt x="55" y="1"/>
                    <a:pt x="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50"/>
            <p:cNvSpPr/>
            <p:nvPr/>
          </p:nvSpPr>
          <p:spPr>
            <a:xfrm>
              <a:off x="5534325" y="2405325"/>
              <a:ext cx="347550" cy="294425"/>
            </a:xfrm>
            <a:custGeom>
              <a:avLst/>
              <a:gdLst/>
              <a:ahLst/>
              <a:cxnLst/>
              <a:rect l="l" t="t" r="r" b="b"/>
              <a:pathLst>
                <a:path w="13902" h="11777" extrusionOk="0">
                  <a:moveTo>
                    <a:pt x="769" y="0"/>
                  </a:moveTo>
                  <a:cubicBezTo>
                    <a:pt x="769" y="0"/>
                    <a:pt x="0" y="9641"/>
                    <a:pt x="2456" y="11195"/>
                  </a:cubicBezTo>
                  <a:cubicBezTo>
                    <a:pt x="3104" y="11610"/>
                    <a:pt x="3931" y="11777"/>
                    <a:pt x="4844" y="11777"/>
                  </a:cubicBezTo>
                  <a:cubicBezTo>
                    <a:pt x="8636" y="11777"/>
                    <a:pt x="13902" y="8889"/>
                    <a:pt x="13902" y="8889"/>
                  </a:cubicBezTo>
                  <a:lnTo>
                    <a:pt x="13718" y="3275"/>
                  </a:lnTo>
                  <a:cubicBezTo>
                    <a:pt x="13718" y="3275"/>
                    <a:pt x="5856" y="6587"/>
                    <a:pt x="5319" y="6587"/>
                  </a:cubicBezTo>
                  <a:cubicBezTo>
                    <a:pt x="5309" y="6587"/>
                    <a:pt x="5301" y="6586"/>
                    <a:pt x="5297" y="6583"/>
                  </a:cubicBezTo>
                  <a:cubicBezTo>
                    <a:pt x="5063" y="6483"/>
                    <a:pt x="4845" y="150"/>
                    <a:pt x="4845" y="150"/>
                  </a:cubicBezTo>
                  <a:lnTo>
                    <a:pt x="7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50"/>
            <p:cNvSpPr/>
            <p:nvPr/>
          </p:nvSpPr>
          <p:spPr>
            <a:xfrm>
              <a:off x="5921950" y="2111250"/>
              <a:ext cx="200100" cy="384325"/>
            </a:xfrm>
            <a:custGeom>
              <a:avLst/>
              <a:gdLst/>
              <a:ahLst/>
              <a:cxnLst/>
              <a:rect l="l" t="t" r="r" b="b"/>
              <a:pathLst>
                <a:path w="8004" h="15373" extrusionOk="0">
                  <a:moveTo>
                    <a:pt x="3877" y="0"/>
                  </a:moveTo>
                  <a:lnTo>
                    <a:pt x="118" y="1838"/>
                  </a:lnTo>
                  <a:cubicBezTo>
                    <a:pt x="118" y="1838"/>
                    <a:pt x="1" y="6550"/>
                    <a:pt x="118" y="8588"/>
                  </a:cubicBezTo>
                  <a:cubicBezTo>
                    <a:pt x="251" y="10644"/>
                    <a:pt x="2306" y="10861"/>
                    <a:pt x="2306" y="10861"/>
                  </a:cubicBezTo>
                  <a:cubicBezTo>
                    <a:pt x="2306" y="10861"/>
                    <a:pt x="2323" y="11746"/>
                    <a:pt x="2323" y="12766"/>
                  </a:cubicBezTo>
                  <a:cubicBezTo>
                    <a:pt x="2340" y="14186"/>
                    <a:pt x="3476" y="15339"/>
                    <a:pt x="4896" y="15372"/>
                  </a:cubicBezTo>
                  <a:cubicBezTo>
                    <a:pt x="4907" y="15372"/>
                    <a:pt x="4917" y="15372"/>
                    <a:pt x="4928" y="15372"/>
                  </a:cubicBezTo>
                  <a:cubicBezTo>
                    <a:pt x="6334" y="15372"/>
                    <a:pt x="7503" y="14275"/>
                    <a:pt x="7570" y="12866"/>
                  </a:cubicBezTo>
                  <a:lnTo>
                    <a:pt x="8004" y="3125"/>
                  </a:lnTo>
                  <a:lnTo>
                    <a:pt x="38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50"/>
            <p:cNvSpPr/>
            <p:nvPr/>
          </p:nvSpPr>
          <p:spPr>
            <a:xfrm>
              <a:off x="5936150" y="2236550"/>
              <a:ext cx="15075" cy="13275"/>
            </a:xfrm>
            <a:custGeom>
              <a:avLst/>
              <a:gdLst/>
              <a:ahLst/>
              <a:cxnLst/>
              <a:rect l="l" t="t" r="r" b="b"/>
              <a:pathLst>
                <a:path w="603" h="531" extrusionOk="0">
                  <a:moveTo>
                    <a:pt x="251" y="1"/>
                  </a:moveTo>
                  <a:cubicBezTo>
                    <a:pt x="118" y="1"/>
                    <a:pt x="1" y="118"/>
                    <a:pt x="1" y="268"/>
                  </a:cubicBezTo>
                  <a:cubicBezTo>
                    <a:pt x="1" y="426"/>
                    <a:pt x="130" y="531"/>
                    <a:pt x="260" y="531"/>
                  </a:cubicBezTo>
                  <a:cubicBezTo>
                    <a:pt x="323" y="531"/>
                    <a:pt x="386" y="506"/>
                    <a:pt x="435" y="452"/>
                  </a:cubicBezTo>
                  <a:cubicBezTo>
                    <a:pt x="602" y="285"/>
                    <a:pt x="485" y="1"/>
                    <a:pt x="2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50"/>
            <p:cNvSpPr/>
            <p:nvPr/>
          </p:nvSpPr>
          <p:spPr>
            <a:xfrm>
              <a:off x="5929475" y="2228000"/>
              <a:ext cx="26325" cy="8275"/>
            </a:xfrm>
            <a:custGeom>
              <a:avLst/>
              <a:gdLst/>
              <a:ahLst/>
              <a:cxnLst/>
              <a:rect l="l" t="t" r="r" b="b"/>
              <a:pathLst>
                <a:path w="1053" h="331" extrusionOk="0">
                  <a:moveTo>
                    <a:pt x="555" y="0"/>
                  </a:moveTo>
                  <a:cubicBezTo>
                    <a:pt x="393" y="0"/>
                    <a:pt x="231" y="56"/>
                    <a:pt x="101" y="159"/>
                  </a:cubicBezTo>
                  <a:cubicBezTo>
                    <a:pt x="17" y="243"/>
                    <a:pt x="0" y="309"/>
                    <a:pt x="17" y="326"/>
                  </a:cubicBezTo>
                  <a:cubicBezTo>
                    <a:pt x="20" y="329"/>
                    <a:pt x="24" y="330"/>
                    <a:pt x="30" y="330"/>
                  </a:cubicBezTo>
                  <a:cubicBezTo>
                    <a:pt x="85" y="330"/>
                    <a:pt x="260" y="191"/>
                    <a:pt x="518" y="176"/>
                  </a:cubicBezTo>
                  <a:cubicBezTo>
                    <a:pt x="535" y="175"/>
                    <a:pt x="552" y="174"/>
                    <a:pt x="568" y="174"/>
                  </a:cubicBezTo>
                  <a:cubicBezTo>
                    <a:pt x="795" y="174"/>
                    <a:pt x="961" y="265"/>
                    <a:pt x="1019" y="265"/>
                  </a:cubicBezTo>
                  <a:cubicBezTo>
                    <a:pt x="1027" y="265"/>
                    <a:pt x="1032" y="263"/>
                    <a:pt x="1036" y="259"/>
                  </a:cubicBezTo>
                  <a:cubicBezTo>
                    <a:pt x="1053" y="243"/>
                    <a:pt x="1020" y="176"/>
                    <a:pt x="919" y="109"/>
                  </a:cubicBezTo>
                  <a:cubicBezTo>
                    <a:pt x="809" y="35"/>
                    <a:pt x="682" y="0"/>
                    <a:pt x="5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50"/>
            <p:cNvSpPr/>
            <p:nvPr/>
          </p:nvSpPr>
          <p:spPr>
            <a:xfrm>
              <a:off x="6011750" y="2236550"/>
              <a:ext cx="15500" cy="13275"/>
            </a:xfrm>
            <a:custGeom>
              <a:avLst/>
              <a:gdLst/>
              <a:ahLst/>
              <a:cxnLst/>
              <a:rect l="l" t="t" r="r" b="b"/>
              <a:pathLst>
                <a:path w="620" h="531" extrusionOk="0">
                  <a:moveTo>
                    <a:pt x="268" y="1"/>
                  </a:moveTo>
                  <a:cubicBezTo>
                    <a:pt x="118" y="1"/>
                    <a:pt x="1" y="118"/>
                    <a:pt x="1" y="268"/>
                  </a:cubicBezTo>
                  <a:cubicBezTo>
                    <a:pt x="1" y="426"/>
                    <a:pt x="130" y="531"/>
                    <a:pt x="266" y="531"/>
                  </a:cubicBezTo>
                  <a:cubicBezTo>
                    <a:pt x="331" y="531"/>
                    <a:pt x="398" y="506"/>
                    <a:pt x="452" y="452"/>
                  </a:cubicBezTo>
                  <a:cubicBezTo>
                    <a:pt x="619" y="285"/>
                    <a:pt x="502" y="1"/>
                    <a:pt x="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50"/>
            <p:cNvSpPr/>
            <p:nvPr/>
          </p:nvSpPr>
          <p:spPr>
            <a:xfrm>
              <a:off x="6007175" y="2228000"/>
              <a:ext cx="26750" cy="8275"/>
            </a:xfrm>
            <a:custGeom>
              <a:avLst/>
              <a:gdLst/>
              <a:ahLst/>
              <a:cxnLst/>
              <a:rect l="l" t="t" r="r" b="b"/>
              <a:pathLst>
                <a:path w="1070" h="331" extrusionOk="0">
                  <a:moveTo>
                    <a:pt x="571" y="0"/>
                  </a:moveTo>
                  <a:cubicBezTo>
                    <a:pt x="410" y="0"/>
                    <a:pt x="248" y="56"/>
                    <a:pt x="117" y="159"/>
                  </a:cubicBezTo>
                  <a:cubicBezTo>
                    <a:pt x="34" y="243"/>
                    <a:pt x="0" y="309"/>
                    <a:pt x="17" y="326"/>
                  </a:cubicBezTo>
                  <a:cubicBezTo>
                    <a:pt x="20" y="329"/>
                    <a:pt x="24" y="330"/>
                    <a:pt x="30" y="330"/>
                  </a:cubicBezTo>
                  <a:cubicBezTo>
                    <a:pt x="87" y="330"/>
                    <a:pt x="276" y="191"/>
                    <a:pt x="535" y="176"/>
                  </a:cubicBezTo>
                  <a:cubicBezTo>
                    <a:pt x="552" y="175"/>
                    <a:pt x="568" y="174"/>
                    <a:pt x="584" y="174"/>
                  </a:cubicBezTo>
                  <a:cubicBezTo>
                    <a:pt x="811" y="174"/>
                    <a:pt x="978" y="265"/>
                    <a:pt x="1035" y="265"/>
                  </a:cubicBezTo>
                  <a:cubicBezTo>
                    <a:pt x="1043" y="265"/>
                    <a:pt x="1049" y="263"/>
                    <a:pt x="1053" y="259"/>
                  </a:cubicBezTo>
                  <a:cubicBezTo>
                    <a:pt x="1069" y="243"/>
                    <a:pt x="1036" y="176"/>
                    <a:pt x="936" y="109"/>
                  </a:cubicBezTo>
                  <a:cubicBezTo>
                    <a:pt x="825" y="35"/>
                    <a:pt x="698" y="0"/>
                    <a:pt x="5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50"/>
            <p:cNvSpPr/>
            <p:nvPr/>
          </p:nvSpPr>
          <p:spPr>
            <a:xfrm>
              <a:off x="5963300" y="2234050"/>
              <a:ext cx="21325" cy="62675"/>
            </a:xfrm>
            <a:custGeom>
              <a:avLst/>
              <a:gdLst/>
              <a:ahLst/>
              <a:cxnLst/>
              <a:rect l="l" t="t" r="r" b="b"/>
              <a:pathLst>
                <a:path w="853" h="2507" extrusionOk="0">
                  <a:moveTo>
                    <a:pt x="801" y="0"/>
                  </a:moveTo>
                  <a:cubicBezTo>
                    <a:pt x="763" y="0"/>
                    <a:pt x="499" y="662"/>
                    <a:pt x="235" y="1471"/>
                  </a:cubicBezTo>
                  <a:cubicBezTo>
                    <a:pt x="184" y="1671"/>
                    <a:pt x="118" y="1872"/>
                    <a:pt x="51" y="2056"/>
                  </a:cubicBezTo>
                  <a:cubicBezTo>
                    <a:pt x="17" y="2156"/>
                    <a:pt x="1" y="2273"/>
                    <a:pt x="34" y="2373"/>
                  </a:cubicBezTo>
                  <a:cubicBezTo>
                    <a:pt x="51" y="2440"/>
                    <a:pt x="101" y="2473"/>
                    <a:pt x="168" y="2490"/>
                  </a:cubicBezTo>
                  <a:cubicBezTo>
                    <a:pt x="218" y="2507"/>
                    <a:pt x="251" y="2507"/>
                    <a:pt x="301" y="2507"/>
                  </a:cubicBezTo>
                  <a:cubicBezTo>
                    <a:pt x="452" y="2507"/>
                    <a:pt x="619" y="2507"/>
                    <a:pt x="769" y="2457"/>
                  </a:cubicBezTo>
                  <a:cubicBezTo>
                    <a:pt x="619" y="2407"/>
                    <a:pt x="452" y="2373"/>
                    <a:pt x="301" y="2373"/>
                  </a:cubicBezTo>
                  <a:cubicBezTo>
                    <a:pt x="235" y="2373"/>
                    <a:pt x="168" y="2356"/>
                    <a:pt x="168" y="2323"/>
                  </a:cubicBezTo>
                  <a:cubicBezTo>
                    <a:pt x="168" y="2256"/>
                    <a:pt x="184" y="2173"/>
                    <a:pt x="218" y="2106"/>
                  </a:cubicBezTo>
                  <a:cubicBezTo>
                    <a:pt x="268" y="1922"/>
                    <a:pt x="335" y="1722"/>
                    <a:pt x="402" y="1521"/>
                  </a:cubicBezTo>
                  <a:cubicBezTo>
                    <a:pt x="669" y="702"/>
                    <a:pt x="853" y="17"/>
                    <a:pt x="803" y="1"/>
                  </a:cubicBezTo>
                  <a:cubicBezTo>
                    <a:pt x="802" y="0"/>
                    <a:pt x="802" y="0"/>
                    <a:pt x="8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50"/>
            <p:cNvSpPr/>
            <p:nvPr/>
          </p:nvSpPr>
          <p:spPr>
            <a:xfrm>
              <a:off x="5971650" y="2301325"/>
              <a:ext cx="38475" cy="20675"/>
            </a:xfrm>
            <a:custGeom>
              <a:avLst/>
              <a:gdLst/>
              <a:ahLst/>
              <a:cxnLst/>
              <a:rect l="l" t="t" r="r" b="b"/>
              <a:pathLst>
                <a:path w="1539" h="827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1382" y="0"/>
                    <a:pt x="499" y="501"/>
                    <a:pt x="1" y="501"/>
                  </a:cubicBezTo>
                  <a:cubicBezTo>
                    <a:pt x="143" y="714"/>
                    <a:pt x="385" y="826"/>
                    <a:pt x="634" y="826"/>
                  </a:cubicBezTo>
                  <a:cubicBezTo>
                    <a:pt x="736" y="826"/>
                    <a:pt x="839" y="807"/>
                    <a:pt x="937" y="768"/>
                  </a:cubicBezTo>
                  <a:cubicBezTo>
                    <a:pt x="1538" y="518"/>
                    <a:pt x="1354" y="33"/>
                    <a:pt x="1354" y="33"/>
                  </a:cubicBezTo>
                  <a:cubicBezTo>
                    <a:pt x="1389" y="10"/>
                    <a:pt x="1404" y="0"/>
                    <a:pt x="1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50"/>
            <p:cNvSpPr/>
            <p:nvPr/>
          </p:nvSpPr>
          <p:spPr>
            <a:xfrm>
              <a:off x="5977100" y="2359775"/>
              <a:ext cx="67675" cy="35625"/>
            </a:xfrm>
            <a:custGeom>
              <a:avLst/>
              <a:gdLst/>
              <a:ahLst/>
              <a:cxnLst/>
              <a:rect l="l" t="t" r="r" b="b"/>
              <a:pathLst>
                <a:path w="2707" h="1425" extrusionOk="0">
                  <a:moveTo>
                    <a:pt x="2707" y="1"/>
                  </a:moveTo>
                  <a:lnTo>
                    <a:pt x="2707" y="1"/>
                  </a:lnTo>
                  <a:cubicBezTo>
                    <a:pt x="1922" y="552"/>
                    <a:pt x="969" y="870"/>
                    <a:pt x="0" y="920"/>
                  </a:cubicBezTo>
                  <a:lnTo>
                    <a:pt x="50" y="1421"/>
                  </a:lnTo>
                  <a:cubicBezTo>
                    <a:pt x="106" y="1423"/>
                    <a:pt x="160" y="1424"/>
                    <a:pt x="214" y="1424"/>
                  </a:cubicBezTo>
                  <a:cubicBezTo>
                    <a:pt x="2137" y="1424"/>
                    <a:pt x="2707" y="1"/>
                    <a:pt x="2707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50"/>
            <p:cNvSpPr/>
            <p:nvPr/>
          </p:nvSpPr>
          <p:spPr>
            <a:xfrm>
              <a:off x="5896475" y="2076900"/>
              <a:ext cx="301675" cy="294175"/>
            </a:xfrm>
            <a:custGeom>
              <a:avLst/>
              <a:gdLst/>
              <a:ahLst/>
              <a:cxnLst/>
              <a:rect l="l" t="t" r="r" b="b"/>
              <a:pathLst>
                <a:path w="12067" h="11767" extrusionOk="0">
                  <a:moveTo>
                    <a:pt x="12047" y="6203"/>
                  </a:moveTo>
                  <a:lnTo>
                    <a:pt x="12058" y="6448"/>
                  </a:lnTo>
                  <a:lnTo>
                    <a:pt x="12058" y="6448"/>
                  </a:lnTo>
                  <a:cubicBezTo>
                    <a:pt x="12055" y="6292"/>
                    <a:pt x="12047" y="6203"/>
                    <a:pt x="12047" y="6203"/>
                  </a:cubicBezTo>
                  <a:close/>
                  <a:moveTo>
                    <a:pt x="5395" y="0"/>
                  </a:moveTo>
                  <a:cubicBezTo>
                    <a:pt x="4583" y="0"/>
                    <a:pt x="3470" y="218"/>
                    <a:pt x="2039" y="1708"/>
                  </a:cubicBezTo>
                  <a:cubicBezTo>
                    <a:pt x="0" y="3814"/>
                    <a:pt x="1120" y="6086"/>
                    <a:pt x="1120" y="6086"/>
                  </a:cubicBezTo>
                  <a:lnTo>
                    <a:pt x="1454" y="5769"/>
                  </a:lnTo>
                  <a:lnTo>
                    <a:pt x="4445" y="5000"/>
                  </a:lnTo>
                  <a:cubicBezTo>
                    <a:pt x="4211" y="4198"/>
                    <a:pt x="4562" y="3195"/>
                    <a:pt x="4762" y="2728"/>
                  </a:cubicBezTo>
                  <a:lnTo>
                    <a:pt x="4779" y="2711"/>
                  </a:lnTo>
                  <a:cubicBezTo>
                    <a:pt x="5364" y="5769"/>
                    <a:pt x="8739" y="6086"/>
                    <a:pt x="8739" y="6086"/>
                  </a:cubicBezTo>
                  <a:lnTo>
                    <a:pt x="8472" y="11767"/>
                  </a:lnTo>
                  <a:cubicBezTo>
                    <a:pt x="11819" y="11053"/>
                    <a:pt x="12067" y="7627"/>
                    <a:pt x="12060" y="6537"/>
                  </a:cubicBezTo>
                  <a:lnTo>
                    <a:pt x="12060" y="6537"/>
                  </a:lnTo>
                  <a:cubicBezTo>
                    <a:pt x="12061" y="6549"/>
                    <a:pt x="12063" y="6560"/>
                    <a:pt x="12064" y="6571"/>
                  </a:cubicBezTo>
                  <a:lnTo>
                    <a:pt x="12058" y="6448"/>
                  </a:lnTo>
                  <a:lnTo>
                    <a:pt x="12058" y="6448"/>
                  </a:lnTo>
                  <a:cubicBezTo>
                    <a:pt x="12059" y="6476"/>
                    <a:pt x="12059" y="6505"/>
                    <a:pt x="12060" y="6537"/>
                  </a:cubicBezTo>
                  <a:lnTo>
                    <a:pt x="12060" y="6537"/>
                  </a:lnTo>
                  <a:cubicBezTo>
                    <a:pt x="12008" y="6139"/>
                    <a:pt x="11912" y="5328"/>
                    <a:pt x="11847" y="5100"/>
                  </a:cubicBezTo>
                  <a:cubicBezTo>
                    <a:pt x="10727" y="840"/>
                    <a:pt x="6985" y="38"/>
                    <a:pt x="6249" y="38"/>
                  </a:cubicBezTo>
                  <a:cubicBezTo>
                    <a:pt x="6015" y="38"/>
                    <a:pt x="5731" y="0"/>
                    <a:pt x="5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50"/>
            <p:cNvSpPr/>
            <p:nvPr/>
          </p:nvSpPr>
          <p:spPr>
            <a:xfrm>
              <a:off x="6185675" y="2198775"/>
              <a:ext cx="91775" cy="98975"/>
            </a:xfrm>
            <a:custGeom>
              <a:avLst/>
              <a:gdLst/>
              <a:ahLst/>
              <a:cxnLst/>
              <a:rect l="l" t="t" r="r" b="b"/>
              <a:pathLst>
                <a:path w="3671" h="3959" extrusionOk="0">
                  <a:moveTo>
                    <a:pt x="1601" y="0"/>
                  </a:moveTo>
                  <a:cubicBezTo>
                    <a:pt x="1467" y="0"/>
                    <a:pt x="1332" y="14"/>
                    <a:pt x="1198" y="41"/>
                  </a:cubicBezTo>
                  <a:cubicBezTo>
                    <a:pt x="770" y="164"/>
                    <a:pt x="398" y="565"/>
                    <a:pt x="376" y="1004"/>
                  </a:cubicBezTo>
                  <a:lnTo>
                    <a:pt x="376" y="1004"/>
                  </a:lnTo>
                  <a:cubicBezTo>
                    <a:pt x="15" y="1700"/>
                    <a:pt x="0" y="2546"/>
                    <a:pt x="379" y="3266"/>
                  </a:cubicBezTo>
                  <a:cubicBezTo>
                    <a:pt x="529" y="3550"/>
                    <a:pt x="763" y="3784"/>
                    <a:pt x="1064" y="3901"/>
                  </a:cubicBezTo>
                  <a:cubicBezTo>
                    <a:pt x="1179" y="3939"/>
                    <a:pt x="1300" y="3958"/>
                    <a:pt x="1420" y="3958"/>
                  </a:cubicBezTo>
                  <a:cubicBezTo>
                    <a:pt x="1667" y="3958"/>
                    <a:pt x="1915" y="3880"/>
                    <a:pt x="2117" y="3734"/>
                  </a:cubicBezTo>
                  <a:cubicBezTo>
                    <a:pt x="2434" y="3534"/>
                    <a:pt x="2701" y="3266"/>
                    <a:pt x="2919" y="2965"/>
                  </a:cubicBezTo>
                  <a:cubicBezTo>
                    <a:pt x="3286" y="2498"/>
                    <a:pt x="3671" y="1946"/>
                    <a:pt x="3554" y="1345"/>
                  </a:cubicBezTo>
                  <a:cubicBezTo>
                    <a:pt x="3470" y="860"/>
                    <a:pt x="3052" y="493"/>
                    <a:pt x="2618" y="275"/>
                  </a:cubicBezTo>
                  <a:cubicBezTo>
                    <a:pt x="2303" y="94"/>
                    <a:pt x="1954" y="0"/>
                    <a:pt x="16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50"/>
            <p:cNvSpPr/>
            <p:nvPr/>
          </p:nvSpPr>
          <p:spPr>
            <a:xfrm>
              <a:off x="5901475" y="2104125"/>
              <a:ext cx="109900" cy="115750"/>
            </a:xfrm>
            <a:custGeom>
              <a:avLst/>
              <a:gdLst/>
              <a:ahLst/>
              <a:cxnLst/>
              <a:rect l="l" t="t" r="r" b="b"/>
              <a:pathLst>
                <a:path w="4396" h="4630" extrusionOk="0">
                  <a:moveTo>
                    <a:pt x="4146" y="1"/>
                  </a:moveTo>
                  <a:cubicBezTo>
                    <a:pt x="3968" y="1"/>
                    <a:pt x="3696" y="27"/>
                    <a:pt x="3359" y="118"/>
                  </a:cubicBezTo>
                  <a:cubicBezTo>
                    <a:pt x="1705" y="553"/>
                    <a:pt x="435" y="1906"/>
                    <a:pt x="118" y="3594"/>
                  </a:cubicBezTo>
                  <a:cubicBezTo>
                    <a:pt x="1" y="4228"/>
                    <a:pt x="68" y="4629"/>
                    <a:pt x="118" y="4629"/>
                  </a:cubicBezTo>
                  <a:cubicBezTo>
                    <a:pt x="168" y="4629"/>
                    <a:pt x="185" y="4245"/>
                    <a:pt x="352" y="3660"/>
                  </a:cubicBezTo>
                  <a:cubicBezTo>
                    <a:pt x="786" y="2123"/>
                    <a:pt x="1939" y="887"/>
                    <a:pt x="3443" y="352"/>
                  </a:cubicBezTo>
                  <a:cubicBezTo>
                    <a:pt x="4011" y="135"/>
                    <a:pt x="4395" y="85"/>
                    <a:pt x="4378" y="35"/>
                  </a:cubicBezTo>
                  <a:cubicBezTo>
                    <a:pt x="4378" y="19"/>
                    <a:pt x="4295" y="1"/>
                    <a:pt x="4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50"/>
            <p:cNvSpPr/>
            <p:nvPr/>
          </p:nvSpPr>
          <p:spPr>
            <a:xfrm>
              <a:off x="6127475" y="2252000"/>
              <a:ext cx="43875" cy="45125"/>
            </a:xfrm>
            <a:custGeom>
              <a:avLst/>
              <a:gdLst/>
              <a:ahLst/>
              <a:cxnLst/>
              <a:rect l="l" t="t" r="r" b="b"/>
              <a:pathLst>
                <a:path w="1755" h="1805" extrusionOk="0">
                  <a:moveTo>
                    <a:pt x="918" y="0"/>
                  </a:moveTo>
                  <a:cubicBezTo>
                    <a:pt x="907" y="0"/>
                    <a:pt x="896" y="1"/>
                    <a:pt x="886" y="1"/>
                  </a:cubicBezTo>
                  <a:cubicBezTo>
                    <a:pt x="535" y="68"/>
                    <a:pt x="251" y="318"/>
                    <a:pt x="151" y="636"/>
                  </a:cubicBezTo>
                  <a:cubicBezTo>
                    <a:pt x="34" y="970"/>
                    <a:pt x="0" y="1304"/>
                    <a:pt x="34" y="1655"/>
                  </a:cubicBezTo>
                  <a:lnTo>
                    <a:pt x="67" y="1689"/>
                  </a:lnTo>
                  <a:cubicBezTo>
                    <a:pt x="238" y="1766"/>
                    <a:pt x="419" y="1804"/>
                    <a:pt x="600" y="1804"/>
                  </a:cubicBezTo>
                  <a:cubicBezTo>
                    <a:pt x="808" y="1804"/>
                    <a:pt x="1015" y="1754"/>
                    <a:pt x="1203" y="1655"/>
                  </a:cubicBezTo>
                  <a:cubicBezTo>
                    <a:pt x="1554" y="1471"/>
                    <a:pt x="1755" y="1087"/>
                    <a:pt x="1704" y="686"/>
                  </a:cubicBezTo>
                  <a:cubicBezTo>
                    <a:pt x="1639" y="296"/>
                    <a:pt x="1305" y="0"/>
                    <a:pt x="9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50"/>
            <p:cNvSpPr/>
            <p:nvPr/>
          </p:nvSpPr>
          <p:spPr>
            <a:xfrm>
              <a:off x="6143350" y="2260275"/>
              <a:ext cx="16725" cy="29325"/>
            </a:xfrm>
            <a:custGeom>
              <a:avLst/>
              <a:gdLst/>
              <a:ahLst/>
              <a:cxnLst/>
              <a:rect l="l" t="t" r="r" b="b"/>
              <a:pathLst>
                <a:path w="669" h="1173" extrusionOk="0">
                  <a:moveTo>
                    <a:pt x="71" y="0"/>
                  </a:moveTo>
                  <a:cubicBezTo>
                    <a:pt x="42" y="0"/>
                    <a:pt x="23" y="8"/>
                    <a:pt x="17" y="21"/>
                  </a:cubicBezTo>
                  <a:cubicBezTo>
                    <a:pt x="17" y="38"/>
                    <a:pt x="100" y="71"/>
                    <a:pt x="201" y="171"/>
                  </a:cubicBezTo>
                  <a:cubicBezTo>
                    <a:pt x="468" y="388"/>
                    <a:pt x="451" y="806"/>
                    <a:pt x="184" y="1023"/>
                  </a:cubicBezTo>
                  <a:cubicBezTo>
                    <a:pt x="84" y="1107"/>
                    <a:pt x="0" y="1140"/>
                    <a:pt x="0" y="1157"/>
                  </a:cubicBezTo>
                  <a:cubicBezTo>
                    <a:pt x="0" y="1165"/>
                    <a:pt x="20" y="1172"/>
                    <a:pt x="56" y="1172"/>
                  </a:cubicBezTo>
                  <a:cubicBezTo>
                    <a:pt x="100" y="1172"/>
                    <a:pt x="168" y="1161"/>
                    <a:pt x="251" y="1124"/>
                  </a:cubicBezTo>
                  <a:cubicBezTo>
                    <a:pt x="652" y="890"/>
                    <a:pt x="668" y="305"/>
                    <a:pt x="267" y="71"/>
                  </a:cubicBezTo>
                  <a:cubicBezTo>
                    <a:pt x="186" y="20"/>
                    <a:pt x="116" y="0"/>
                    <a:pt x="71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50"/>
            <p:cNvSpPr/>
            <p:nvPr/>
          </p:nvSpPr>
          <p:spPr>
            <a:xfrm>
              <a:off x="5986275" y="2197950"/>
              <a:ext cx="91925" cy="83925"/>
            </a:xfrm>
            <a:custGeom>
              <a:avLst/>
              <a:gdLst/>
              <a:ahLst/>
              <a:cxnLst/>
              <a:rect l="l" t="t" r="r" b="b"/>
              <a:pathLst>
                <a:path w="3677" h="3357" extrusionOk="0">
                  <a:moveTo>
                    <a:pt x="1647" y="1"/>
                  </a:moveTo>
                  <a:cubicBezTo>
                    <a:pt x="1276" y="1"/>
                    <a:pt x="910" y="123"/>
                    <a:pt x="619" y="358"/>
                  </a:cubicBezTo>
                  <a:cubicBezTo>
                    <a:pt x="318" y="592"/>
                    <a:pt x="118" y="910"/>
                    <a:pt x="34" y="1277"/>
                  </a:cubicBezTo>
                  <a:cubicBezTo>
                    <a:pt x="17" y="1378"/>
                    <a:pt x="1" y="1478"/>
                    <a:pt x="1" y="1578"/>
                  </a:cubicBezTo>
                  <a:cubicBezTo>
                    <a:pt x="1" y="1645"/>
                    <a:pt x="17" y="1678"/>
                    <a:pt x="17" y="1678"/>
                  </a:cubicBezTo>
                  <a:cubicBezTo>
                    <a:pt x="34" y="1678"/>
                    <a:pt x="34" y="1528"/>
                    <a:pt x="101" y="1294"/>
                  </a:cubicBezTo>
                  <a:cubicBezTo>
                    <a:pt x="201" y="960"/>
                    <a:pt x="402" y="659"/>
                    <a:pt x="686" y="459"/>
                  </a:cubicBezTo>
                  <a:cubicBezTo>
                    <a:pt x="967" y="248"/>
                    <a:pt x="1283" y="152"/>
                    <a:pt x="1591" y="152"/>
                  </a:cubicBezTo>
                  <a:cubicBezTo>
                    <a:pt x="2382" y="152"/>
                    <a:pt x="3125" y="777"/>
                    <a:pt x="3125" y="1678"/>
                  </a:cubicBezTo>
                  <a:cubicBezTo>
                    <a:pt x="3125" y="2580"/>
                    <a:pt x="2382" y="3204"/>
                    <a:pt x="1591" y="3204"/>
                  </a:cubicBezTo>
                  <a:cubicBezTo>
                    <a:pt x="1283" y="3204"/>
                    <a:pt x="967" y="3109"/>
                    <a:pt x="686" y="2898"/>
                  </a:cubicBezTo>
                  <a:cubicBezTo>
                    <a:pt x="402" y="2698"/>
                    <a:pt x="201" y="2397"/>
                    <a:pt x="101" y="2063"/>
                  </a:cubicBezTo>
                  <a:cubicBezTo>
                    <a:pt x="34" y="1829"/>
                    <a:pt x="34" y="1678"/>
                    <a:pt x="17" y="1678"/>
                  </a:cubicBezTo>
                  <a:cubicBezTo>
                    <a:pt x="17" y="1678"/>
                    <a:pt x="1" y="1712"/>
                    <a:pt x="1" y="1779"/>
                  </a:cubicBezTo>
                  <a:cubicBezTo>
                    <a:pt x="1" y="1879"/>
                    <a:pt x="17" y="1979"/>
                    <a:pt x="34" y="2079"/>
                  </a:cubicBezTo>
                  <a:cubicBezTo>
                    <a:pt x="118" y="2447"/>
                    <a:pt x="318" y="2765"/>
                    <a:pt x="619" y="2998"/>
                  </a:cubicBezTo>
                  <a:cubicBezTo>
                    <a:pt x="910" y="3234"/>
                    <a:pt x="1276" y="3356"/>
                    <a:pt x="1647" y="3356"/>
                  </a:cubicBezTo>
                  <a:cubicBezTo>
                    <a:pt x="1829" y="3356"/>
                    <a:pt x="2013" y="3326"/>
                    <a:pt x="2189" y="3266"/>
                  </a:cubicBezTo>
                  <a:cubicBezTo>
                    <a:pt x="3677" y="2731"/>
                    <a:pt x="3677" y="626"/>
                    <a:pt x="2189" y="91"/>
                  </a:cubicBezTo>
                  <a:cubicBezTo>
                    <a:pt x="2013" y="31"/>
                    <a:pt x="1829" y="1"/>
                    <a:pt x="16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50"/>
            <p:cNvSpPr/>
            <p:nvPr/>
          </p:nvSpPr>
          <p:spPr>
            <a:xfrm>
              <a:off x="5893975" y="2197950"/>
              <a:ext cx="91900" cy="83925"/>
            </a:xfrm>
            <a:custGeom>
              <a:avLst/>
              <a:gdLst/>
              <a:ahLst/>
              <a:cxnLst/>
              <a:rect l="l" t="t" r="r" b="b"/>
              <a:pathLst>
                <a:path w="3676" h="3357" extrusionOk="0">
                  <a:moveTo>
                    <a:pt x="1646" y="1"/>
                  </a:moveTo>
                  <a:cubicBezTo>
                    <a:pt x="1275" y="1"/>
                    <a:pt x="909" y="123"/>
                    <a:pt x="618" y="358"/>
                  </a:cubicBezTo>
                  <a:cubicBezTo>
                    <a:pt x="318" y="592"/>
                    <a:pt x="117" y="910"/>
                    <a:pt x="33" y="1277"/>
                  </a:cubicBezTo>
                  <a:cubicBezTo>
                    <a:pt x="17" y="1378"/>
                    <a:pt x="0" y="1478"/>
                    <a:pt x="0" y="1578"/>
                  </a:cubicBezTo>
                  <a:cubicBezTo>
                    <a:pt x="0" y="1645"/>
                    <a:pt x="17" y="1678"/>
                    <a:pt x="17" y="1678"/>
                  </a:cubicBezTo>
                  <a:cubicBezTo>
                    <a:pt x="33" y="1678"/>
                    <a:pt x="33" y="1528"/>
                    <a:pt x="100" y="1294"/>
                  </a:cubicBezTo>
                  <a:cubicBezTo>
                    <a:pt x="201" y="960"/>
                    <a:pt x="401" y="659"/>
                    <a:pt x="685" y="459"/>
                  </a:cubicBezTo>
                  <a:cubicBezTo>
                    <a:pt x="967" y="248"/>
                    <a:pt x="1282" y="152"/>
                    <a:pt x="1591" y="152"/>
                  </a:cubicBezTo>
                  <a:cubicBezTo>
                    <a:pt x="2381" y="152"/>
                    <a:pt x="3125" y="777"/>
                    <a:pt x="3125" y="1678"/>
                  </a:cubicBezTo>
                  <a:cubicBezTo>
                    <a:pt x="3125" y="2580"/>
                    <a:pt x="2381" y="3204"/>
                    <a:pt x="1591" y="3204"/>
                  </a:cubicBezTo>
                  <a:cubicBezTo>
                    <a:pt x="1282" y="3204"/>
                    <a:pt x="967" y="3109"/>
                    <a:pt x="685" y="2898"/>
                  </a:cubicBezTo>
                  <a:cubicBezTo>
                    <a:pt x="401" y="2698"/>
                    <a:pt x="201" y="2397"/>
                    <a:pt x="100" y="2063"/>
                  </a:cubicBezTo>
                  <a:cubicBezTo>
                    <a:pt x="33" y="1829"/>
                    <a:pt x="33" y="1678"/>
                    <a:pt x="17" y="1678"/>
                  </a:cubicBezTo>
                  <a:cubicBezTo>
                    <a:pt x="17" y="1678"/>
                    <a:pt x="0" y="1712"/>
                    <a:pt x="0" y="1779"/>
                  </a:cubicBezTo>
                  <a:cubicBezTo>
                    <a:pt x="0" y="1879"/>
                    <a:pt x="17" y="1979"/>
                    <a:pt x="33" y="2079"/>
                  </a:cubicBezTo>
                  <a:cubicBezTo>
                    <a:pt x="117" y="2447"/>
                    <a:pt x="318" y="2765"/>
                    <a:pt x="618" y="2998"/>
                  </a:cubicBezTo>
                  <a:cubicBezTo>
                    <a:pt x="909" y="3234"/>
                    <a:pt x="1275" y="3356"/>
                    <a:pt x="1646" y="3356"/>
                  </a:cubicBezTo>
                  <a:cubicBezTo>
                    <a:pt x="1829" y="3356"/>
                    <a:pt x="2012" y="3326"/>
                    <a:pt x="2189" y="3266"/>
                  </a:cubicBezTo>
                  <a:cubicBezTo>
                    <a:pt x="3676" y="2731"/>
                    <a:pt x="3676" y="626"/>
                    <a:pt x="2189" y="91"/>
                  </a:cubicBezTo>
                  <a:cubicBezTo>
                    <a:pt x="2012" y="31"/>
                    <a:pt x="1829" y="1"/>
                    <a:pt x="1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50"/>
            <p:cNvSpPr/>
            <p:nvPr/>
          </p:nvSpPr>
          <p:spPr>
            <a:xfrm>
              <a:off x="5974575" y="2239075"/>
              <a:ext cx="14650" cy="4200"/>
            </a:xfrm>
            <a:custGeom>
              <a:avLst/>
              <a:gdLst/>
              <a:ahLst/>
              <a:cxnLst/>
              <a:rect l="l" t="t" r="r" b="b"/>
              <a:pathLst>
                <a:path w="586" h="168" extrusionOk="0">
                  <a:moveTo>
                    <a:pt x="285" y="0"/>
                  </a:moveTo>
                  <a:cubicBezTo>
                    <a:pt x="134" y="0"/>
                    <a:pt x="1" y="33"/>
                    <a:pt x="1" y="84"/>
                  </a:cubicBezTo>
                  <a:cubicBezTo>
                    <a:pt x="1" y="134"/>
                    <a:pt x="134" y="167"/>
                    <a:pt x="285" y="167"/>
                  </a:cubicBezTo>
                  <a:cubicBezTo>
                    <a:pt x="452" y="167"/>
                    <a:pt x="586" y="134"/>
                    <a:pt x="586" y="84"/>
                  </a:cubicBezTo>
                  <a:cubicBezTo>
                    <a:pt x="586" y="33"/>
                    <a:pt x="452" y="0"/>
                    <a:pt x="2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50"/>
            <p:cNvSpPr/>
            <p:nvPr/>
          </p:nvSpPr>
          <p:spPr>
            <a:xfrm>
              <a:off x="6065225" y="2247900"/>
              <a:ext cx="71450" cy="14775"/>
            </a:xfrm>
            <a:custGeom>
              <a:avLst/>
              <a:gdLst/>
              <a:ahLst/>
              <a:cxnLst/>
              <a:rect l="l" t="t" r="r" b="b"/>
              <a:pathLst>
                <a:path w="2858" h="591" extrusionOk="0">
                  <a:moveTo>
                    <a:pt x="79" y="0"/>
                  </a:moveTo>
                  <a:cubicBezTo>
                    <a:pt x="31" y="0"/>
                    <a:pt x="4" y="5"/>
                    <a:pt x="1" y="15"/>
                  </a:cubicBezTo>
                  <a:cubicBezTo>
                    <a:pt x="1" y="65"/>
                    <a:pt x="619" y="232"/>
                    <a:pt x="1404" y="382"/>
                  </a:cubicBezTo>
                  <a:cubicBezTo>
                    <a:pt x="2074" y="510"/>
                    <a:pt x="2646" y="590"/>
                    <a:pt x="2800" y="590"/>
                  </a:cubicBezTo>
                  <a:cubicBezTo>
                    <a:pt x="2827" y="590"/>
                    <a:pt x="2841" y="588"/>
                    <a:pt x="2841" y="583"/>
                  </a:cubicBezTo>
                  <a:cubicBezTo>
                    <a:pt x="2858" y="533"/>
                    <a:pt x="2223" y="366"/>
                    <a:pt x="1438" y="215"/>
                  </a:cubicBezTo>
                  <a:cubicBezTo>
                    <a:pt x="819" y="81"/>
                    <a:pt x="275" y="0"/>
                    <a:pt x="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50"/>
            <p:cNvSpPr/>
            <p:nvPr/>
          </p:nvSpPr>
          <p:spPr>
            <a:xfrm>
              <a:off x="5833825" y="3063200"/>
              <a:ext cx="564350" cy="1370125"/>
            </a:xfrm>
            <a:custGeom>
              <a:avLst/>
              <a:gdLst/>
              <a:ahLst/>
              <a:cxnLst/>
              <a:rect l="l" t="t" r="r" b="b"/>
              <a:pathLst>
                <a:path w="22574" h="54805" extrusionOk="0">
                  <a:moveTo>
                    <a:pt x="16007" y="1"/>
                  </a:moveTo>
                  <a:lnTo>
                    <a:pt x="0" y="602"/>
                  </a:lnTo>
                  <a:lnTo>
                    <a:pt x="2556" y="54621"/>
                  </a:lnTo>
                  <a:lnTo>
                    <a:pt x="10760" y="54805"/>
                  </a:lnTo>
                  <a:lnTo>
                    <a:pt x="8638" y="8105"/>
                  </a:lnTo>
                  <a:lnTo>
                    <a:pt x="14186" y="54604"/>
                  </a:lnTo>
                  <a:lnTo>
                    <a:pt x="22573" y="54805"/>
                  </a:lnTo>
                  <a:lnTo>
                    <a:pt x="160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50"/>
            <p:cNvSpPr/>
            <p:nvPr/>
          </p:nvSpPr>
          <p:spPr>
            <a:xfrm>
              <a:off x="5931975" y="3082425"/>
              <a:ext cx="63925" cy="1348400"/>
            </a:xfrm>
            <a:custGeom>
              <a:avLst/>
              <a:gdLst/>
              <a:ahLst/>
              <a:cxnLst/>
              <a:rect l="l" t="t" r="r" b="b"/>
              <a:pathLst>
                <a:path w="2557" h="53936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1"/>
                    <a:pt x="502" y="12081"/>
                    <a:pt x="1187" y="26968"/>
                  </a:cubicBezTo>
                  <a:cubicBezTo>
                    <a:pt x="1872" y="41872"/>
                    <a:pt x="2457" y="53936"/>
                    <a:pt x="2507" y="53936"/>
                  </a:cubicBezTo>
                  <a:cubicBezTo>
                    <a:pt x="2557" y="53936"/>
                    <a:pt x="2039" y="41855"/>
                    <a:pt x="1354" y="26968"/>
                  </a:cubicBezTo>
                  <a:cubicBezTo>
                    <a:pt x="686" y="12064"/>
                    <a:pt x="84" y="1"/>
                    <a:pt x="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50"/>
            <p:cNvSpPr/>
            <p:nvPr/>
          </p:nvSpPr>
          <p:spPr>
            <a:xfrm>
              <a:off x="6139175" y="3110000"/>
              <a:ext cx="162500" cy="1309975"/>
            </a:xfrm>
            <a:custGeom>
              <a:avLst/>
              <a:gdLst/>
              <a:ahLst/>
              <a:cxnLst/>
              <a:rect l="l" t="t" r="r" b="b"/>
              <a:pathLst>
                <a:path w="6500" h="52399" extrusionOk="0">
                  <a:moveTo>
                    <a:pt x="50" y="0"/>
                  </a:moveTo>
                  <a:cubicBezTo>
                    <a:pt x="0" y="0"/>
                    <a:pt x="1387" y="11746"/>
                    <a:pt x="3158" y="26216"/>
                  </a:cubicBezTo>
                  <a:cubicBezTo>
                    <a:pt x="4928" y="40675"/>
                    <a:pt x="6397" y="52398"/>
                    <a:pt x="6449" y="52398"/>
                  </a:cubicBezTo>
                  <a:cubicBezTo>
                    <a:pt x="6449" y="52398"/>
                    <a:pt x="6449" y="52398"/>
                    <a:pt x="6450" y="52398"/>
                  </a:cubicBezTo>
                  <a:cubicBezTo>
                    <a:pt x="6500" y="52398"/>
                    <a:pt x="5113" y="40669"/>
                    <a:pt x="3342" y="26199"/>
                  </a:cubicBezTo>
                  <a:cubicBezTo>
                    <a:pt x="1571" y="11713"/>
                    <a:pt x="100" y="0"/>
                    <a:pt x="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50"/>
            <p:cNvSpPr/>
            <p:nvPr/>
          </p:nvSpPr>
          <p:spPr>
            <a:xfrm>
              <a:off x="5683025" y="2421600"/>
              <a:ext cx="708450" cy="660850"/>
            </a:xfrm>
            <a:custGeom>
              <a:avLst/>
              <a:gdLst/>
              <a:ahLst/>
              <a:cxnLst/>
              <a:rect l="l" t="t" r="r" b="b"/>
              <a:pathLst>
                <a:path w="28338" h="26434" extrusionOk="0">
                  <a:moveTo>
                    <a:pt x="11663" y="1"/>
                  </a:moveTo>
                  <a:lnTo>
                    <a:pt x="11663" y="519"/>
                  </a:lnTo>
                  <a:cubicBezTo>
                    <a:pt x="10293" y="702"/>
                    <a:pt x="8956" y="1103"/>
                    <a:pt x="7720" y="1705"/>
                  </a:cubicBezTo>
                  <a:lnTo>
                    <a:pt x="0" y="4829"/>
                  </a:lnTo>
                  <a:lnTo>
                    <a:pt x="2473" y="11647"/>
                  </a:lnTo>
                  <a:lnTo>
                    <a:pt x="7703" y="9892"/>
                  </a:lnTo>
                  <a:lnTo>
                    <a:pt x="7703" y="9892"/>
                  </a:lnTo>
                  <a:cubicBezTo>
                    <a:pt x="7669" y="9976"/>
                    <a:pt x="7636" y="10076"/>
                    <a:pt x="7603" y="10176"/>
                  </a:cubicBezTo>
                  <a:cubicBezTo>
                    <a:pt x="7402" y="10945"/>
                    <a:pt x="7469" y="11780"/>
                    <a:pt x="7803" y="12499"/>
                  </a:cubicBezTo>
                  <a:cubicBezTo>
                    <a:pt x="7970" y="12850"/>
                    <a:pt x="8187" y="13167"/>
                    <a:pt x="8455" y="13434"/>
                  </a:cubicBezTo>
                  <a:lnTo>
                    <a:pt x="8355" y="18931"/>
                  </a:lnTo>
                  <a:lnTo>
                    <a:pt x="6032" y="26266"/>
                  </a:lnTo>
                  <a:lnTo>
                    <a:pt x="22039" y="26434"/>
                  </a:lnTo>
                  <a:lnTo>
                    <a:pt x="22039" y="26434"/>
                  </a:lnTo>
                  <a:lnTo>
                    <a:pt x="20218" y="18514"/>
                  </a:lnTo>
                  <a:lnTo>
                    <a:pt x="21053" y="10677"/>
                  </a:lnTo>
                  <a:lnTo>
                    <a:pt x="24127" y="13685"/>
                  </a:lnTo>
                  <a:lnTo>
                    <a:pt x="28338" y="8422"/>
                  </a:lnTo>
                  <a:lnTo>
                    <a:pt x="23175" y="3225"/>
                  </a:lnTo>
                  <a:cubicBezTo>
                    <a:pt x="22189" y="2189"/>
                    <a:pt x="20953" y="1387"/>
                    <a:pt x="19599" y="920"/>
                  </a:cubicBezTo>
                  <a:cubicBezTo>
                    <a:pt x="18948" y="669"/>
                    <a:pt x="18263" y="535"/>
                    <a:pt x="17561" y="502"/>
                  </a:cubicBezTo>
                  <a:lnTo>
                    <a:pt x="17561" y="84"/>
                  </a:lnTo>
                  <a:lnTo>
                    <a:pt x="15289" y="134"/>
                  </a:lnTo>
                  <a:cubicBezTo>
                    <a:pt x="15289" y="134"/>
                    <a:pt x="15188" y="485"/>
                    <a:pt x="15055" y="886"/>
                  </a:cubicBezTo>
                  <a:cubicBezTo>
                    <a:pt x="14938" y="1204"/>
                    <a:pt x="14871" y="1872"/>
                    <a:pt x="14737" y="1872"/>
                  </a:cubicBezTo>
                  <a:cubicBezTo>
                    <a:pt x="14570" y="1872"/>
                    <a:pt x="14353" y="1204"/>
                    <a:pt x="14136" y="886"/>
                  </a:cubicBezTo>
                  <a:cubicBezTo>
                    <a:pt x="13935" y="469"/>
                    <a:pt x="13751" y="101"/>
                    <a:pt x="13751" y="101"/>
                  </a:cubicBezTo>
                  <a:lnTo>
                    <a:pt x="116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50"/>
            <p:cNvSpPr/>
            <p:nvPr/>
          </p:nvSpPr>
          <p:spPr>
            <a:xfrm>
              <a:off x="5972075" y="2426200"/>
              <a:ext cx="53500" cy="36950"/>
            </a:xfrm>
            <a:custGeom>
              <a:avLst/>
              <a:gdLst/>
              <a:ahLst/>
              <a:cxnLst/>
              <a:rect l="l" t="t" r="r" b="b"/>
              <a:pathLst>
                <a:path w="2140" h="1478" extrusionOk="0">
                  <a:moveTo>
                    <a:pt x="2139" y="0"/>
                  </a:moveTo>
                  <a:lnTo>
                    <a:pt x="2139" y="0"/>
                  </a:lnTo>
                  <a:cubicBezTo>
                    <a:pt x="2039" y="134"/>
                    <a:pt x="1955" y="285"/>
                    <a:pt x="1905" y="435"/>
                  </a:cubicBezTo>
                  <a:cubicBezTo>
                    <a:pt x="1839" y="602"/>
                    <a:pt x="1772" y="769"/>
                    <a:pt x="1705" y="936"/>
                  </a:cubicBezTo>
                  <a:cubicBezTo>
                    <a:pt x="1648" y="1077"/>
                    <a:pt x="1592" y="1313"/>
                    <a:pt x="1506" y="1313"/>
                  </a:cubicBezTo>
                  <a:cubicBezTo>
                    <a:pt x="1490" y="1313"/>
                    <a:pt x="1472" y="1305"/>
                    <a:pt x="1454" y="1287"/>
                  </a:cubicBezTo>
                  <a:cubicBezTo>
                    <a:pt x="729" y="814"/>
                    <a:pt x="108" y="431"/>
                    <a:pt x="26" y="431"/>
                  </a:cubicBezTo>
                  <a:cubicBezTo>
                    <a:pt x="21" y="431"/>
                    <a:pt x="18" y="432"/>
                    <a:pt x="17" y="435"/>
                  </a:cubicBezTo>
                  <a:cubicBezTo>
                    <a:pt x="1" y="468"/>
                    <a:pt x="585" y="919"/>
                    <a:pt x="1371" y="1437"/>
                  </a:cubicBezTo>
                  <a:cubicBezTo>
                    <a:pt x="1407" y="1465"/>
                    <a:pt x="1454" y="1477"/>
                    <a:pt x="1500" y="1477"/>
                  </a:cubicBezTo>
                  <a:cubicBezTo>
                    <a:pt x="1538" y="1477"/>
                    <a:pt x="1575" y="1469"/>
                    <a:pt x="1605" y="1454"/>
                  </a:cubicBezTo>
                  <a:cubicBezTo>
                    <a:pt x="1671" y="1421"/>
                    <a:pt x="1722" y="1354"/>
                    <a:pt x="1755" y="1287"/>
                  </a:cubicBezTo>
                  <a:cubicBezTo>
                    <a:pt x="1805" y="1170"/>
                    <a:pt x="1822" y="1087"/>
                    <a:pt x="1855" y="986"/>
                  </a:cubicBezTo>
                  <a:cubicBezTo>
                    <a:pt x="1922" y="819"/>
                    <a:pt x="1972" y="652"/>
                    <a:pt x="2022" y="485"/>
                  </a:cubicBezTo>
                  <a:cubicBezTo>
                    <a:pt x="2089" y="318"/>
                    <a:pt x="2123" y="168"/>
                    <a:pt x="21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50"/>
            <p:cNvSpPr/>
            <p:nvPr/>
          </p:nvSpPr>
          <p:spPr>
            <a:xfrm>
              <a:off x="6066900" y="2432025"/>
              <a:ext cx="61000" cy="43075"/>
            </a:xfrm>
            <a:custGeom>
              <a:avLst/>
              <a:gdLst/>
              <a:ahLst/>
              <a:cxnLst/>
              <a:rect l="l" t="t" r="r" b="b"/>
              <a:pathLst>
                <a:path w="2440" h="1723" extrusionOk="0">
                  <a:moveTo>
                    <a:pt x="37" y="0"/>
                  </a:moveTo>
                  <a:cubicBezTo>
                    <a:pt x="36" y="0"/>
                    <a:pt x="35" y="1"/>
                    <a:pt x="34" y="1"/>
                  </a:cubicBezTo>
                  <a:cubicBezTo>
                    <a:pt x="0" y="1"/>
                    <a:pt x="201" y="787"/>
                    <a:pt x="786" y="1639"/>
                  </a:cubicBezTo>
                  <a:lnTo>
                    <a:pt x="836" y="1722"/>
                  </a:lnTo>
                  <a:lnTo>
                    <a:pt x="903" y="1672"/>
                  </a:lnTo>
                  <a:cubicBezTo>
                    <a:pt x="953" y="1639"/>
                    <a:pt x="986" y="1605"/>
                    <a:pt x="1020" y="1589"/>
                  </a:cubicBezTo>
                  <a:cubicBezTo>
                    <a:pt x="1922" y="954"/>
                    <a:pt x="2440" y="219"/>
                    <a:pt x="2390" y="185"/>
                  </a:cubicBezTo>
                  <a:cubicBezTo>
                    <a:pt x="2389" y="184"/>
                    <a:pt x="2388" y="184"/>
                    <a:pt x="2386" y="184"/>
                  </a:cubicBezTo>
                  <a:cubicBezTo>
                    <a:pt x="2329" y="184"/>
                    <a:pt x="1767" y="835"/>
                    <a:pt x="919" y="1438"/>
                  </a:cubicBezTo>
                  <a:lnTo>
                    <a:pt x="878" y="1468"/>
                  </a:lnTo>
                  <a:lnTo>
                    <a:pt x="878" y="1468"/>
                  </a:lnTo>
                  <a:cubicBezTo>
                    <a:pt x="360" y="686"/>
                    <a:pt x="94" y="0"/>
                    <a:pt x="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50"/>
            <p:cNvSpPr/>
            <p:nvPr/>
          </p:nvSpPr>
          <p:spPr>
            <a:xfrm>
              <a:off x="6033475" y="2468400"/>
              <a:ext cx="19250" cy="612375"/>
            </a:xfrm>
            <a:custGeom>
              <a:avLst/>
              <a:gdLst/>
              <a:ahLst/>
              <a:cxnLst/>
              <a:rect l="l" t="t" r="r" b="b"/>
              <a:pathLst>
                <a:path w="770" h="24495" extrusionOk="0">
                  <a:moveTo>
                    <a:pt x="719" y="0"/>
                  </a:moveTo>
                  <a:cubicBezTo>
                    <a:pt x="702" y="84"/>
                    <a:pt x="702" y="167"/>
                    <a:pt x="702" y="251"/>
                  </a:cubicBezTo>
                  <a:cubicBezTo>
                    <a:pt x="702" y="434"/>
                    <a:pt x="686" y="668"/>
                    <a:pt x="686" y="969"/>
                  </a:cubicBezTo>
                  <a:cubicBezTo>
                    <a:pt x="669" y="1604"/>
                    <a:pt x="652" y="2490"/>
                    <a:pt x="619" y="3592"/>
                  </a:cubicBezTo>
                  <a:cubicBezTo>
                    <a:pt x="535" y="5815"/>
                    <a:pt x="418" y="8872"/>
                    <a:pt x="301" y="12247"/>
                  </a:cubicBezTo>
                  <a:cubicBezTo>
                    <a:pt x="168" y="15622"/>
                    <a:pt x="68" y="18680"/>
                    <a:pt x="17" y="20902"/>
                  </a:cubicBezTo>
                  <a:cubicBezTo>
                    <a:pt x="1" y="22005"/>
                    <a:pt x="1" y="22907"/>
                    <a:pt x="1" y="23526"/>
                  </a:cubicBezTo>
                  <a:cubicBezTo>
                    <a:pt x="17" y="23826"/>
                    <a:pt x="17" y="24060"/>
                    <a:pt x="34" y="24244"/>
                  </a:cubicBezTo>
                  <a:cubicBezTo>
                    <a:pt x="34" y="24328"/>
                    <a:pt x="34" y="24411"/>
                    <a:pt x="51" y="24495"/>
                  </a:cubicBezTo>
                  <a:cubicBezTo>
                    <a:pt x="68" y="24411"/>
                    <a:pt x="68" y="24328"/>
                    <a:pt x="68" y="24244"/>
                  </a:cubicBezTo>
                  <a:cubicBezTo>
                    <a:pt x="68" y="24060"/>
                    <a:pt x="68" y="23826"/>
                    <a:pt x="84" y="23526"/>
                  </a:cubicBezTo>
                  <a:cubicBezTo>
                    <a:pt x="84" y="22891"/>
                    <a:pt x="118" y="22005"/>
                    <a:pt x="151" y="20902"/>
                  </a:cubicBezTo>
                  <a:cubicBezTo>
                    <a:pt x="235" y="18680"/>
                    <a:pt x="335" y="15622"/>
                    <a:pt x="469" y="12247"/>
                  </a:cubicBezTo>
                  <a:cubicBezTo>
                    <a:pt x="602" y="8872"/>
                    <a:pt x="702" y="5798"/>
                    <a:pt x="753" y="3592"/>
                  </a:cubicBezTo>
                  <a:cubicBezTo>
                    <a:pt x="769" y="2473"/>
                    <a:pt x="769" y="1587"/>
                    <a:pt x="753" y="969"/>
                  </a:cubicBezTo>
                  <a:cubicBezTo>
                    <a:pt x="753" y="668"/>
                    <a:pt x="736" y="434"/>
                    <a:pt x="736" y="251"/>
                  </a:cubicBezTo>
                  <a:cubicBezTo>
                    <a:pt x="736" y="167"/>
                    <a:pt x="736" y="84"/>
                    <a:pt x="7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50"/>
            <p:cNvSpPr/>
            <p:nvPr/>
          </p:nvSpPr>
          <p:spPr>
            <a:xfrm>
              <a:off x="6073175" y="2568800"/>
              <a:ext cx="20475" cy="18650"/>
            </a:xfrm>
            <a:custGeom>
              <a:avLst/>
              <a:gdLst/>
              <a:ahLst/>
              <a:cxnLst/>
              <a:rect l="l" t="t" r="r" b="b"/>
              <a:pathLst>
                <a:path w="819" h="746" extrusionOk="0">
                  <a:moveTo>
                    <a:pt x="496" y="0"/>
                  </a:moveTo>
                  <a:cubicBezTo>
                    <a:pt x="474" y="0"/>
                    <a:pt x="463" y="5"/>
                    <a:pt x="468" y="11"/>
                  </a:cubicBezTo>
                  <a:cubicBezTo>
                    <a:pt x="451" y="44"/>
                    <a:pt x="551" y="61"/>
                    <a:pt x="618" y="195"/>
                  </a:cubicBezTo>
                  <a:cubicBezTo>
                    <a:pt x="652" y="261"/>
                    <a:pt x="668" y="345"/>
                    <a:pt x="635" y="412"/>
                  </a:cubicBezTo>
                  <a:cubicBezTo>
                    <a:pt x="586" y="509"/>
                    <a:pt x="492" y="561"/>
                    <a:pt x="399" y="561"/>
                  </a:cubicBezTo>
                  <a:cubicBezTo>
                    <a:pt x="332" y="561"/>
                    <a:pt x="266" y="534"/>
                    <a:pt x="217" y="479"/>
                  </a:cubicBezTo>
                  <a:cubicBezTo>
                    <a:pt x="167" y="412"/>
                    <a:pt x="150" y="345"/>
                    <a:pt x="167" y="261"/>
                  </a:cubicBezTo>
                  <a:cubicBezTo>
                    <a:pt x="184" y="128"/>
                    <a:pt x="267" y="61"/>
                    <a:pt x="267" y="44"/>
                  </a:cubicBezTo>
                  <a:cubicBezTo>
                    <a:pt x="267" y="41"/>
                    <a:pt x="262" y="39"/>
                    <a:pt x="254" y="39"/>
                  </a:cubicBezTo>
                  <a:cubicBezTo>
                    <a:pt x="215" y="39"/>
                    <a:pt x="105" y="78"/>
                    <a:pt x="50" y="228"/>
                  </a:cubicBezTo>
                  <a:cubicBezTo>
                    <a:pt x="0" y="345"/>
                    <a:pt x="17" y="462"/>
                    <a:pt x="84" y="579"/>
                  </a:cubicBezTo>
                  <a:cubicBezTo>
                    <a:pt x="161" y="692"/>
                    <a:pt x="281" y="745"/>
                    <a:pt x="400" y="745"/>
                  </a:cubicBezTo>
                  <a:cubicBezTo>
                    <a:pt x="564" y="745"/>
                    <a:pt x="727" y="645"/>
                    <a:pt x="785" y="462"/>
                  </a:cubicBezTo>
                  <a:cubicBezTo>
                    <a:pt x="819" y="345"/>
                    <a:pt x="802" y="228"/>
                    <a:pt x="719" y="128"/>
                  </a:cubicBezTo>
                  <a:cubicBezTo>
                    <a:pt x="639" y="25"/>
                    <a:pt x="543" y="0"/>
                    <a:pt x="4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50"/>
            <p:cNvSpPr/>
            <p:nvPr/>
          </p:nvSpPr>
          <p:spPr>
            <a:xfrm>
              <a:off x="6076925" y="2707050"/>
              <a:ext cx="17150" cy="16375"/>
            </a:xfrm>
            <a:custGeom>
              <a:avLst/>
              <a:gdLst/>
              <a:ahLst/>
              <a:cxnLst/>
              <a:rect l="l" t="t" r="r" b="b"/>
              <a:pathLst>
                <a:path w="686" h="655" extrusionOk="0">
                  <a:moveTo>
                    <a:pt x="403" y="0"/>
                  </a:moveTo>
                  <a:cubicBezTo>
                    <a:pt x="381" y="0"/>
                    <a:pt x="368" y="6"/>
                    <a:pt x="368" y="11"/>
                  </a:cubicBezTo>
                  <a:cubicBezTo>
                    <a:pt x="368" y="45"/>
                    <a:pt x="452" y="78"/>
                    <a:pt x="502" y="178"/>
                  </a:cubicBezTo>
                  <a:cubicBezTo>
                    <a:pt x="569" y="295"/>
                    <a:pt x="502" y="462"/>
                    <a:pt x="368" y="479"/>
                  </a:cubicBezTo>
                  <a:cubicBezTo>
                    <a:pt x="354" y="483"/>
                    <a:pt x="340" y="484"/>
                    <a:pt x="326" y="484"/>
                  </a:cubicBezTo>
                  <a:cubicBezTo>
                    <a:pt x="212" y="484"/>
                    <a:pt x="123" y="365"/>
                    <a:pt x="168" y="245"/>
                  </a:cubicBezTo>
                  <a:cubicBezTo>
                    <a:pt x="201" y="128"/>
                    <a:pt x="284" y="112"/>
                    <a:pt x="284" y="78"/>
                  </a:cubicBezTo>
                  <a:cubicBezTo>
                    <a:pt x="284" y="73"/>
                    <a:pt x="271" y="68"/>
                    <a:pt x="250" y="68"/>
                  </a:cubicBezTo>
                  <a:cubicBezTo>
                    <a:pt x="203" y="68"/>
                    <a:pt x="119" y="92"/>
                    <a:pt x="51" y="195"/>
                  </a:cubicBezTo>
                  <a:cubicBezTo>
                    <a:pt x="0" y="295"/>
                    <a:pt x="0" y="396"/>
                    <a:pt x="51" y="496"/>
                  </a:cubicBezTo>
                  <a:cubicBezTo>
                    <a:pt x="106" y="592"/>
                    <a:pt x="207" y="655"/>
                    <a:pt x="315" y="655"/>
                  </a:cubicBezTo>
                  <a:cubicBezTo>
                    <a:pt x="338" y="655"/>
                    <a:pt x="361" y="652"/>
                    <a:pt x="385" y="646"/>
                  </a:cubicBezTo>
                  <a:cubicBezTo>
                    <a:pt x="535" y="630"/>
                    <a:pt x="635" y="529"/>
                    <a:pt x="669" y="396"/>
                  </a:cubicBezTo>
                  <a:cubicBezTo>
                    <a:pt x="685" y="295"/>
                    <a:pt x="669" y="195"/>
                    <a:pt x="602" y="112"/>
                  </a:cubicBezTo>
                  <a:cubicBezTo>
                    <a:pt x="524" y="22"/>
                    <a:pt x="446" y="0"/>
                    <a:pt x="4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50"/>
            <p:cNvSpPr/>
            <p:nvPr/>
          </p:nvSpPr>
          <p:spPr>
            <a:xfrm>
              <a:off x="5709750" y="2533975"/>
              <a:ext cx="66850" cy="166275"/>
            </a:xfrm>
            <a:custGeom>
              <a:avLst/>
              <a:gdLst/>
              <a:ahLst/>
              <a:cxnLst/>
              <a:rect l="l" t="t" r="r" b="b"/>
              <a:pathLst>
                <a:path w="2674" h="6651" extrusionOk="0">
                  <a:moveTo>
                    <a:pt x="1" y="0"/>
                  </a:moveTo>
                  <a:lnTo>
                    <a:pt x="1" y="0"/>
                  </a:lnTo>
                  <a:cubicBezTo>
                    <a:pt x="101" y="334"/>
                    <a:pt x="218" y="669"/>
                    <a:pt x="385" y="969"/>
                  </a:cubicBezTo>
                  <a:cubicBezTo>
                    <a:pt x="652" y="1621"/>
                    <a:pt x="986" y="2423"/>
                    <a:pt x="1354" y="3325"/>
                  </a:cubicBezTo>
                  <a:cubicBezTo>
                    <a:pt x="1705" y="4211"/>
                    <a:pt x="2022" y="5030"/>
                    <a:pt x="2273" y="5681"/>
                  </a:cubicBezTo>
                  <a:cubicBezTo>
                    <a:pt x="2390" y="6015"/>
                    <a:pt x="2524" y="6333"/>
                    <a:pt x="2674" y="6650"/>
                  </a:cubicBezTo>
                  <a:cubicBezTo>
                    <a:pt x="2607" y="6299"/>
                    <a:pt x="2524" y="5965"/>
                    <a:pt x="2390" y="5631"/>
                  </a:cubicBezTo>
                  <a:cubicBezTo>
                    <a:pt x="2189" y="5013"/>
                    <a:pt x="1872" y="4177"/>
                    <a:pt x="1504" y="3258"/>
                  </a:cubicBezTo>
                  <a:cubicBezTo>
                    <a:pt x="1137" y="2339"/>
                    <a:pt x="769" y="1521"/>
                    <a:pt x="485" y="919"/>
                  </a:cubicBezTo>
                  <a:cubicBezTo>
                    <a:pt x="351" y="602"/>
                    <a:pt x="184" y="284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50"/>
            <p:cNvSpPr/>
            <p:nvPr/>
          </p:nvSpPr>
          <p:spPr>
            <a:xfrm>
              <a:off x="6254875" y="2614575"/>
              <a:ext cx="121150" cy="123700"/>
            </a:xfrm>
            <a:custGeom>
              <a:avLst/>
              <a:gdLst/>
              <a:ahLst/>
              <a:cxnLst/>
              <a:rect l="l" t="t" r="r" b="b"/>
              <a:pathLst>
                <a:path w="4846" h="4948" extrusionOk="0">
                  <a:moveTo>
                    <a:pt x="4810" y="0"/>
                  </a:moveTo>
                  <a:cubicBezTo>
                    <a:pt x="4745" y="0"/>
                    <a:pt x="3656" y="1058"/>
                    <a:pt x="2356" y="2407"/>
                  </a:cubicBezTo>
                  <a:cubicBezTo>
                    <a:pt x="1036" y="3777"/>
                    <a:pt x="0" y="4913"/>
                    <a:pt x="34" y="4947"/>
                  </a:cubicBezTo>
                  <a:cubicBezTo>
                    <a:pt x="34" y="4947"/>
                    <a:pt x="35" y="4947"/>
                    <a:pt x="36" y="4947"/>
                  </a:cubicBezTo>
                  <a:cubicBezTo>
                    <a:pt x="100" y="4947"/>
                    <a:pt x="1190" y="3874"/>
                    <a:pt x="2490" y="2524"/>
                  </a:cubicBezTo>
                  <a:cubicBezTo>
                    <a:pt x="3810" y="1171"/>
                    <a:pt x="4846" y="34"/>
                    <a:pt x="4812" y="1"/>
                  </a:cubicBezTo>
                  <a:cubicBezTo>
                    <a:pt x="4812" y="0"/>
                    <a:pt x="4811" y="0"/>
                    <a:pt x="48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50"/>
            <p:cNvSpPr/>
            <p:nvPr/>
          </p:nvSpPr>
          <p:spPr>
            <a:xfrm>
              <a:off x="5978350" y="2767050"/>
              <a:ext cx="431525" cy="335525"/>
            </a:xfrm>
            <a:custGeom>
              <a:avLst/>
              <a:gdLst/>
              <a:ahLst/>
              <a:cxnLst/>
              <a:rect l="l" t="t" r="r" b="b"/>
              <a:pathLst>
                <a:path w="17261" h="13421" extrusionOk="0">
                  <a:moveTo>
                    <a:pt x="14954" y="1"/>
                  </a:moveTo>
                  <a:lnTo>
                    <a:pt x="4344" y="2189"/>
                  </a:lnTo>
                  <a:cubicBezTo>
                    <a:pt x="1704" y="2724"/>
                    <a:pt x="0" y="5314"/>
                    <a:pt x="552" y="7954"/>
                  </a:cubicBezTo>
                  <a:lnTo>
                    <a:pt x="886" y="9524"/>
                  </a:lnTo>
                  <a:cubicBezTo>
                    <a:pt x="1353" y="11829"/>
                    <a:pt x="3386" y="13421"/>
                    <a:pt x="5651" y="13421"/>
                  </a:cubicBezTo>
                  <a:cubicBezTo>
                    <a:pt x="5981" y="13421"/>
                    <a:pt x="6315" y="13387"/>
                    <a:pt x="6650" y="13317"/>
                  </a:cubicBezTo>
                  <a:lnTo>
                    <a:pt x="17260" y="11128"/>
                  </a:lnTo>
                  <a:lnTo>
                    <a:pt x="149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50"/>
            <p:cNvSpPr/>
            <p:nvPr/>
          </p:nvSpPr>
          <p:spPr>
            <a:xfrm>
              <a:off x="6137500" y="2696575"/>
              <a:ext cx="430250" cy="113950"/>
            </a:xfrm>
            <a:custGeom>
              <a:avLst/>
              <a:gdLst/>
              <a:ahLst/>
              <a:cxnLst/>
              <a:rect l="l" t="t" r="r" b="b"/>
              <a:pathLst>
                <a:path w="17210" h="4558" extrusionOk="0">
                  <a:moveTo>
                    <a:pt x="15944" y="0"/>
                  </a:moveTo>
                  <a:cubicBezTo>
                    <a:pt x="15855" y="0"/>
                    <a:pt x="15764" y="10"/>
                    <a:pt x="15673" y="29"/>
                  </a:cubicBezTo>
                  <a:lnTo>
                    <a:pt x="1136" y="3037"/>
                  </a:lnTo>
                  <a:cubicBezTo>
                    <a:pt x="435" y="3170"/>
                    <a:pt x="0" y="3856"/>
                    <a:pt x="134" y="4557"/>
                  </a:cubicBezTo>
                  <a:lnTo>
                    <a:pt x="17210" y="1032"/>
                  </a:lnTo>
                  <a:cubicBezTo>
                    <a:pt x="17079" y="421"/>
                    <a:pt x="16544" y="0"/>
                    <a:pt x="159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50"/>
            <p:cNvSpPr/>
            <p:nvPr/>
          </p:nvSpPr>
          <p:spPr>
            <a:xfrm>
              <a:off x="6199725" y="2765375"/>
              <a:ext cx="158350" cy="33025"/>
            </a:xfrm>
            <a:custGeom>
              <a:avLst/>
              <a:gdLst/>
              <a:ahLst/>
              <a:cxnLst/>
              <a:rect l="l" t="t" r="r" b="b"/>
              <a:pathLst>
                <a:path w="6334" h="1321" extrusionOk="0">
                  <a:moveTo>
                    <a:pt x="6333" y="1"/>
                  </a:moveTo>
                  <a:cubicBezTo>
                    <a:pt x="6016" y="17"/>
                    <a:pt x="5698" y="68"/>
                    <a:pt x="5398" y="134"/>
                  </a:cubicBezTo>
                  <a:cubicBezTo>
                    <a:pt x="4813" y="235"/>
                    <a:pt x="4028" y="402"/>
                    <a:pt x="3159" y="569"/>
                  </a:cubicBezTo>
                  <a:cubicBezTo>
                    <a:pt x="2273" y="753"/>
                    <a:pt x="1488" y="936"/>
                    <a:pt x="920" y="1070"/>
                  </a:cubicBezTo>
                  <a:cubicBezTo>
                    <a:pt x="602" y="1120"/>
                    <a:pt x="302" y="1204"/>
                    <a:pt x="1" y="1321"/>
                  </a:cubicBezTo>
                  <a:cubicBezTo>
                    <a:pt x="318" y="1304"/>
                    <a:pt x="636" y="1254"/>
                    <a:pt x="953" y="1187"/>
                  </a:cubicBezTo>
                  <a:cubicBezTo>
                    <a:pt x="1521" y="1087"/>
                    <a:pt x="2323" y="920"/>
                    <a:pt x="3192" y="753"/>
                  </a:cubicBezTo>
                  <a:cubicBezTo>
                    <a:pt x="4061" y="569"/>
                    <a:pt x="4846" y="385"/>
                    <a:pt x="5414" y="251"/>
                  </a:cubicBezTo>
                  <a:cubicBezTo>
                    <a:pt x="5732" y="201"/>
                    <a:pt x="6033" y="118"/>
                    <a:pt x="6333" y="1"/>
                  </a:cubicBez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50"/>
            <p:cNvSpPr/>
            <p:nvPr/>
          </p:nvSpPr>
          <p:spPr>
            <a:xfrm>
              <a:off x="6196400" y="2855600"/>
              <a:ext cx="177950" cy="232275"/>
            </a:xfrm>
            <a:custGeom>
              <a:avLst/>
              <a:gdLst/>
              <a:ahLst/>
              <a:cxnLst/>
              <a:rect l="l" t="t" r="r" b="b"/>
              <a:pathLst>
                <a:path w="7118" h="9291" extrusionOk="0">
                  <a:moveTo>
                    <a:pt x="7001" y="1"/>
                  </a:moveTo>
                  <a:cubicBezTo>
                    <a:pt x="4996" y="1622"/>
                    <a:pt x="3158" y="3409"/>
                    <a:pt x="1504" y="5364"/>
                  </a:cubicBezTo>
                  <a:cubicBezTo>
                    <a:pt x="1036" y="5932"/>
                    <a:pt x="551" y="6500"/>
                    <a:pt x="284" y="7185"/>
                  </a:cubicBezTo>
                  <a:cubicBezTo>
                    <a:pt x="33" y="7871"/>
                    <a:pt x="0" y="8673"/>
                    <a:pt x="384" y="9291"/>
                  </a:cubicBezTo>
                  <a:lnTo>
                    <a:pt x="4812" y="8305"/>
                  </a:lnTo>
                  <a:lnTo>
                    <a:pt x="7118" y="786"/>
                  </a:lnTo>
                  <a:cubicBezTo>
                    <a:pt x="7068" y="519"/>
                    <a:pt x="7034" y="268"/>
                    <a:pt x="7001" y="1"/>
                  </a:cubicBez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50"/>
            <p:cNvSpPr/>
            <p:nvPr/>
          </p:nvSpPr>
          <p:spPr>
            <a:xfrm>
              <a:off x="6218950" y="2645925"/>
              <a:ext cx="308300" cy="539050"/>
            </a:xfrm>
            <a:custGeom>
              <a:avLst/>
              <a:gdLst/>
              <a:ahLst/>
              <a:cxnLst/>
              <a:rect l="l" t="t" r="r" b="b"/>
              <a:pathLst>
                <a:path w="12332" h="21562" extrusionOk="0">
                  <a:moveTo>
                    <a:pt x="6350" y="0"/>
                  </a:moveTo>
                  <a:lnTo>
                    <a:pt x="2974" y="4194"/>
                  </a:lnTo>
                  <a:cubicBezTo>
                    <a:pt x="3125" y="4294"/>
                    <a:pt x="6617" y="8455"/>
                    <a:pt x="6617" y="8455"/>
                  </a:cubicBezTo>
                  <a:lnTo>
                    <a:pt x="1270" y="15105"/>
                  </a:lnTo>
                  <a:cubicBezTo>
                    <a:pt x="451" y="16141"/>
                    <a:pt x="0" y="17578"/>
                    <a:pt x="435" y="18831"/>
                  </a:cubicBezTo>
                  <a:lnTo>
                    <a:pt x="1153" y="20318"/>
                  </a:lnTo>
                  <a:cubicBezTo>
                    <a:pt x="1520" y="21101"/>
                    <a:pt x="2309" y="21561"/>
                    <a:pt x="3131" y="21561"/>
                  </a:cubicBezTo>
                  <a:cubicBezTo>
                    <a:pt x="3432" y="21561"/>
                    <a:pt x="3737" y="21500"/>
                    <a:pt x="4027" y="21370"/>
                  </a:cubicBezTo>
                  <a:lnTo>
                    <a:pt x="5297" y="20802"/>
                  </a:lnTo>
                  <a:cubicBezTo>
                    <a:pt x="5614" y="20652"/>
                    <a:pt x="5681" y="20234"/>
                    <a:pt x="5414" y="20017"/>
                  </a:cubicBezTo>
                  <a:lnTo>
                    <a:pt x="5113" y="19733"/>
                  </a:lnTo>
                  <a:cubicBezTo>
                    <a:pt x="4913" y="19561"/>
                    <a:pt x="4663" y="19475"/>
                    <a:pt x="4406" y="19475"/>
                  </a:cubicBezTo>
                  <a:cubicBezTo>
                    <a:pt x="4364" y="19475"/>
                    <a:pt x="4321" y="19477"/>
                    <a:pt x="4278" y="19482"/>
                  </a:cubicBezTo>
                  <a:lnTo>
                    <a:pt x="2640" y="19633"/>
                  </a:lnTo>
                  <a:lnTo>
                    <a:pt x="2573" y="19332"/>
                  </a:lnTo>
                  <a:lnTo>
                    <a:pt x="10644" y="11579"/>
                  </a:lnTo>
                  <a:cubicBezTo>
                    <a:pt x="12331" y="9658"/>
                    <a:pt x="12315" y="6767"/>
                    <a:pt x="10610" y="4846"/>
                  </a:cubicBezTo>
                  <a:lnTo>
                    <a:pt x="63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50"/>
            <p:cNvSpPr/>
            <p:nvPr/>
          </p:nvSpPr>
          <p:spPr>
            <a:xfrm>
              <a:off x="6282850" y="3129200"/>
              <a:ext cx="75225" cy="35125"/>
            </a:xfrm>
            <a:custGeom>
              <a:avLst/>
              <a:gdLst/>
              <a:ahLst/>
              <a:cxnLst/>
              <a:rect l="l" t="t" r="r" b="b"/>
              <a:pathLst>
                <a:path w="3009" h="1405" extrusionOk="0">
                  <a:moveTo>
                    <a:pt x="17" y="1"/>
                  </a:moveTo>
                  <a:cubicBezTo>
                    <a:pt x="1" y="201"/>
                    <a:pt x="34" y="385"/>
                    <a:pt x="134" y="552"/>
                  </a:cubicBezTo>
                  <a:cubicBezTo>
                    <a:pt x="218" y="736"/>
                    <a:pt x="352" y="903"/>
                    <a:pt x="485" y="1054"/>
                  </a:cubicBezTo>
                  <a:cubicBezTo>
                    <a:pt x="669" y="1254"/>
                    <a:pt x="920" y="1371"/>
                    <a:pt x="1187" y="1404"/>
                  </a:cubicBezTo>
                  <a:cubicBezTo>
                    <a:pt x="1638" y="1371"/>
                    <a:pt x="2073" y="1271"/>
                    <a:pt x="2490" y="1087"/>
                  </a:cubicBezTo>
                  <a:cubicBezTo>
                    <a:pt x="2674" y="1037"/>
                    <a:pt x="2841" y="970"/>
                    <a:pt x="3008" y="903"/>
                  </a:cubicBezTo>
                  <a:cubicBezTo>
                    <a:pt x="2965" y="899"/>
                    <a:pt x="2921" y="897"/>
                    <a:pt x="2876" y="897"/>
                  </a:cubicBezTo>
                  <a:cubicBezTo>
                    <a:pt x="2732" y="897"/>
                    <a:pt x="2585" y="919"/>
                    <a:pt x="2457" y="970"/>
                  </a:cubicBezTo>
                  <a:cubicBezTo>
                    <a:pt x="2137" y="1050"/>
                    <a:pt x="1710" y="1222"/>
                    <a:pt x="1249" y="1222"/>
                  </a:cubicBezTo>
                  <a:cubicBezTo>
                    <a:pt x="1229" y="1222"/>
                    <a:pt x="1208" y="1221"/>
                    <a:pt x="1187" y="1221"/>
                  </a:cubicBezTo>
                  <a:cubicBezTo>
                    <a:pt x="970" y="1204"/>
                    <a:pt x="753" y="1104"/>
                    <a:pt x="602" y="937"/>
                  </a:cubicBezTo>
                  <a:cubicBezTo>
                    <a:pt x="469" y="803"/>
                    <a:pt x="335" y="669"/>
                    <a:pt x="251" y="502"/>
                  </a:cubicBezTo>
                  <a:cubicBezTo>
                    <a:pt x="68" y="218"/>
                    <a:pt x="51" y="1"/>
                    <a:pt x="17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50"/>
            <p:cNvSpPr/>
            <p:nvPr/>
          </p:nvSpPr>
          <p:spPr>
            <a:xfrm>
              <a:off x="6285375" y="3138975"/>
              <a:ext cx="61425" cy="12575"/>
            </a:xfrm>
            <a:custGeom>
              <a:avLst/>
              <a:gdLst/>
              <a:ahLst/>
              <a:cxnLst/>
              <a:rect l="l" t="t" r="r" b="b"/>
              <a:pathLst>
                <a:path w="2457" h="503" extrusionOk="0">
                  <a:moveTo>
                    <a:pt x="2416" y="0"/>
                  </a:moveTo>
                  <a:cubicBezTo>
                    <a:pt x="2274" y="0"/>
                    <a:pt x="1773" y="121"/>
                    <a:pt x="1186" y="278"/>
                  </a:cubicBezTo>
                  <a:cubicBezTo>
                    <a:pt x="1064" y="314"/>
                    <a:pt x="941" y="332"/>
                    <a:pt x="818" y="332"/>
                  </a:cubicBezTo>
                  <a:cubicBezTo>
                    <a:pt x="657" y="332"/>
                    <a:pt x="495" y="302"/>
                    <a:pt x="334" y="245"/>
                  </a:cubicBezTo>
                  <a:cubicBezTo>
                    <a:pt x="147" y="182"/>
                    <a:pt x="47" y="76"/>
                    <a:pt x="21" y="76"/>
                  </a:cubicBezTo>
                  <a:cubicBezTo>
                    <a:pt x="19" y="76"/>
                    <a:pt x="18" y="77"/>
                    <a:pt x="17" y="78"/>
                  </a:cubicBezTo>
                  <a:cubicBezTo>
                    <a:pt x="0" y="78"/>
                    <a:pt x="67" y="245"/>
                    <a:pt x="284" y="362"/>
                  </a:cubicBezTo>
                  <a:cubicBezTo>
                    <a:pt x="459" y="454"/>
                    <a:pt x="653" y="503"/>
                    <a:pt x="850" y="503"/>
                  </a:cubicBezTo>
                  <a:cubicBezTo>
                    <a:pt x="973" y="503"/>
                    <a:pt x="1098" y="484"/>
                    <a:pt x="1220" y="445"/>
                  </a:cubicBezTo>
                  <a:cubicBezTo>
                    <a:pt x="1921" y="262"/>
                    <a:pt x="2456" y="61"/>
                    <a:pt x="2456" y="11"/>
                  </a:cubicBezTo>
                  <a:cubicBezTo>
                    <a:pt x="2454" y="4"/>
                    <a:pt x="2440" y="0"/>
                    <a:pt x="2416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04276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1" name="Google Shape;2711;p53"/>
          <p:cNvSpPr txBox="1">
            <a:spLocks noGrp="1"/>
          </p:cNvSpPr>
          <p:nvPr>
            <p:ph type="title"/>
          </p:nvPr>
        </p:nvSpPr>
        <p:spPr>
          <a:xfrm>
            <a:off x="720000" y="539999"/>
            <a:ext cx="7704000" cy="4101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 from XgBoost model</a:t>
            </a:r>
            <a:endParaRPr dirty="0"/>
          </a:p>
        </p:txBody>
      </p:sp>
      <p:sp>
        <p:nvSpPr>
          <p:cNvPr id="2712" name="Google Shape;2712;p53"/>
          <p:cNvSpPr txBox="1"/>
          <p:nvPr/>
        </p:nvSpPr>
        <p:spPr>
          <a:xfrm>
            <a:off x="2320600" y="1406424"/>
            <a:ext cx="6640200" cy="2479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Char char="●"/>
            </a:pPr>
            <a:r>
              <a:rPr lang="en" sz="1600" u="sng" dirty="0">
                <a:latin typeface="Josefin Sans"/>
                <a:ea typeface="Josefin Sans"/>
                <a:cs typeface="Josefin Sans"/>
                <a:sym typeface="Josefin Sans"/>
              </a:rPr>
              <a:t>Precision:</a:t>
            </a:r>
            <a:r>
              <a:rPr lang="en" sz="1600" dirty="0">
                <a:latin typeface="Josefin Sans"/>
                <a:ea typeface="Josefin Sans"/>
                <a:cs typeface="Josefin Sans"/>
                <a:sym typeface="Josefin Sans"/>
              </a:rPr>
              <a:t> What proportion of positively predicted records were truly positive.</a:t>
            </a:r>
            <a:endParaRPr sz="1600" dirty="0">
              <a:latin typeface="Josefin Sans"/>
              <a:ea typeface="Josefin Sans"/>
              <a:cs typeface="Josefin Sans"/>
              <a:sym typeface="Josefin Sans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Char char="●"/>
            </a:pPr>
            <a:r>
              <a:rPr lang="en" sz="1600" u="sng" dirty="0">
                <a:latin typeface="Josefin Sans"/>
                <a:ea typeface="Josefin Sans"/>
                <a:cs typeface="Josefin Sans"/>
                <a:sym typeface="Josefin Sans"/>
              </a:rPr>
              <a:t>Recall:</a:t>
            </a:r>
            <a:r>
              <a:rPr lang="en" sz="1600" dirty="0">
                <a:latin typeface="Josefin Sans"/>
                <a:ea typeface="Josefin Sans"/>
                <a:cs typeface="Josefin Sans"/>
                <a:sym typeface="Josefin Sans"/>
              </a:rPr>
              <a:t> What proportion of true positive records in the data were correctly classified.</a:t>
            </a: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Char char="●"/>
            </a:pPr>
            <a:r>
              <a:rPr lang="en" sz="1600" u="sng" dirty="0">
                <a:latin typeface="Josefin Sans"/>
                <a:ea typeface="Josefin Sans"/>
                <a:cs typeface="Josefin Sans"/>
                <a:sym typeface="Josefin Sans"/>
              </a:rPr>
              <a:t>F1:</a:t>
            </a:r>
            <a:r>
              <a:rPr lang="en" sz="1600" dirty="0">
                <a:latin typeface="Josefin Sans"/>
                <a:ea typeface="Josefin Sans"/>
                <a:cs typeface="Josefin Sans"/>
                <a:sym typeface="Josefin Sans"/>
              </a:rPr>
              <a:t> A weighted average of precision and recall.</a:t>
            </a:r>
            <a:endParaRPr sz="1600" dirty="0">
              <a:latin typeface="Josefin Sans"/>
              <a:ea typeface="Josefin Sans"/>
              <a:cs typeface="Josefin Sans"/>
              <a:sym typeface="Josefin Sans"/>
            </a:endParaRPr>
          </a:p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Char char="●"/>
            </a:pPr>
            <a:r>
              <a:rPr lang="en" sz="1600" u="sng" dirty="0">
                <a:latin typeface="Josefin Sans"/>
                <a:ea typeface="Josefin Sans"/>
                <a:cs typeface="Josefin Sans"/>
                <a:sym typeface="Josefin Sans"/>
              </a:rPr>
              <a:t>Lift:</a:t>
            </a:r>
            <a:r>
              <a:rPr lang="en" sz="1600" dirty="0">
                <a:latin typeface="Josefin Sans"/>
                <a:ea typeface="Josefin Sans"/>
                <a:cs typeface="Josefin Sans"/>
                <a:sym typeface="Josefin Sans"/>
              </a:rPr>
              <a:t> The degree to which predictions are better than randomly generated predictions.</a:t>
            </a:r>
            <a:endParaRPr sz="1600" dirty="0"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713" name="Google Shape;2713;p53"/>
          <p:cNvSpPr/>
          <p:nvPr/>
        </p:nvSpPr>
        <p:spPr>
          <a:xfrm>
            <a:off x="602800" y="1328905"/>
            <a:ext cx="1617300" cy="2264400"/>
          </a:xfrm>
          <a:prstGeom prst="rect">
            <a:avLst/>
          </a:prstGeom>
          <a:solidFill>
            <a:srgbClr val="A2FFE8"/>
          </a:solidFill>
          <a:ln w="9525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u="sng" dirty="0"/>
              <a:t>Metrics</a:t>
            </a:r>
            <a:r>
              <a:rPr lang="en" sz="1600" b="1" u="sng" dirty="0"/>
              <a:t>:</a:t>
            </a:r>
            <a:br>
              <a:rPr lang="en" sz="1600" b="1" dirty="0"/>
            </a:br>
            <a:br>
              <a:rPr lang="en" sz="1600" dirty="0"/>
            </a:br>
            <a:r>
              <a:rPr lang="en" sz="1600" dirty="0"/>
              <a:t>Precision: 40%</a:t>
            </a:r>
            <a:br>
              <a:rPr lang="en" sz="1600" dirty="0"/>
            </a:br>
            <a:r>
              <a:rPr lang="en" sz="1600" dirty="0"/>
              <a:t>Recall: 61.7%</a:t>
            </a:r>
            <a:br>
              <a:rPr lang="en" sz="1600" dirty="0"/>
            </a:br>
            <a:r>
              <a:rPr lang="en" sz="1600" dirty="0"/>
              <a:t>F1: 0.483</a:t>
            </a:r>
            <a:br>
              <a:rPr lang="en" sz="1600" dirty="0"/>
            </a:br>
            <a:r>
              <a:rPr lang="en" sz="1600" dirty="0"/>
              <a:t>Lift: 3.367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06236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5" name="Google Shape;3625;p65"/>
          <p:cNvGrpSpPr/>
          <p:nvPr/>
        </p:nvGrpSpPr>
        <p:grpSpPr>
          <a:xfrm>
            <a:off x="2925927" y="1760981"/>
            <a:ext cx="3356826" cy="560957"/>
            <a:chOff x="2925927" y="1608581"/>
            <a:chExt cx="3356826" cy="560957"/>
          </a:xfrm>
        </p:grpSpPr>
        <p:sp>
          <p:nvSpPr>
            <p:cNvPr id="3626" name="Google Shape;3626;p65"/>
            <p:cNvSpPr/>
            <p:nvPr/>
          </p:nvSpPr>
          <p:spPr>
            <a:xfrm>
              <a:off x="2926472" y="1612814"/>
              <a:ext cx="3355736" cy="556179"/>
            </a:xfrm>
            <a:custGeom>
              <a:avLst/>
              <a:gdLst/>
              <a:ahLst/>
              <a:cxnLst/>
              <a:rect l="l" t="t" r="r" b="b"/>
              <a:pathLst>
                <a:path w="104646" h="17344" extrusionOk="0">
                  <a:moveTo>
                    <a:pt x="8672" y="1"/>
                  </a:moveTo>
                  <a:cubicBezTo>
                    <a:pt x="3876" y="1"/>
                    <a:pt x="0" y="3860"/>
                    <a:pt x="0" y="8672"/>
                  </a:cubicBezTo>
                  <a:cubicBezTo>
                    <a:pt x="0" y="13468"/>
                    <a:pt x="3876" y="17344"/>
                    <a:pt x="8672" y="17344"/>
                  </a:cubicBezTo>
                  <a:lnTo>
                    <a:pt x="95974" y="17344"/>
                  </a:lnTo>
                  <a:cubicBezTo>
                    <a:pt x="100770" y="17344"/>
                    <a:pt x="104646" y="13468"/>
                    <a:pt x="104646" y="8672"/>
                  </a:cubicBezTo>
                  <a:cubicBezTo>
                    <a:pt x="104646" y="3860"/>
                    <a:pt x="100770" y="1"/>
                    <a:pt x="95974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65"/>
            <p:cNvSpPr/>
            <p:nvPr/>
          </p:nvSpPr>
          <p:spPr>
            <a:xfrm>
              <a:off x="2925927" y="1608581"/>
              <a:ext cx="3356826" cy="560957"/>
            </a:xfrm>
            <a:custGeom>
              <a:avLst/>
              <a:gdLst/>
              <a:ahLst/>
              <a:cxnLst/>
              <a:rect l="l" t="t" r="r" b="b"/>
              <a:pathLst>
                <a:path w="104680" h="17493" extrusionOk="0">
                  <a:moveTo>
                    <a:pt x="94359" y="1"/>
                  </a:moveTo>
                  <a:cubicBezTo>
                    <a:pt x="92740" y="1"/>
                    <a:pt x="91062" y="16"/>
                    <a:pt x="89324" y="16"/>
                  </a:cubicBezTo>
                  <a:lnTo>
                    <a:pt x="8221" y="149"/>
                  </a:lnTo>
                  <a:cubicBezTo>
                    <a:pt x="6216" y="149"/>
                    <a:pt x="4278" y="901"/>
                    <a:pt x="2774" y="2238"/>
                  </a:cubicBezTo>
                  <a:cubicBezTo>
                    <a:pt x="1287" y="3541"/>
                    <a:pt x="335" y="5362"/>
                    <a:pt x="84" y="7334"/>
                  </a:cubicBezTo>
                  <a:cubicBezTo>
                    <a:pt x="51" y="7568"/>
                    <a:pt x="34" y="7818"/>
                    <a:pt x="34" y="8052"/>
                  </a:cubicBezTo>
                  <a:cubicBezTo>
                    <a:pt x="17" y="8303"/>
                    <a:pt x="17" y="8537"/>
                    <a:pt x="17" y="8788"/>
                  </a:cubicBezTo>
                  <a:cubicBezTo>
                    <a:pt x="0" y="9255"/>
                    <a:pt x="34" y="9740"/>
                    <a:pt x="67" y="10225"/>
                  </a:cubicBezTo>
                  <a:cubicBezTo>
                    <a:pt x="184" y="11194"/>
                    <a:pt x="468" y="12113"/>
                    <a:pt x="903" y="12981"/>
                  </a:cubicBezTo>
                  <a:cubicBezTo>
                    <a:pt x="2206" y="15571"/>
                    <a:pt x="4796" y="17292"/>
                    <a:pt x="7703" y="17459"/>
                  </a:cubicBezTo>
                  <a:cubicBezTo>
                    <a:pt x="8171" y="17493"/>
                    <a:pt x="8639" y="17493"/>
                    <a:pt x="9090" y="17493"/>
                  </a:cubicBezTo>
                  <a:lnTo>
                    <a:pt x="10477" y="17476"/>
                  </a:lnTo>
                  <a:lnTo>
                    <a:pt x="15924" y="17476"/>
                  </a:lnTo>
                  <a:lnTo>
                    <a:pt x="26467" y="17443"/>
                  </a:lnTo>
                  <a:cubicBezTo>
                    <a:pt x="40185" y="17409"/>
                    <a:pt x="52549" y="17376"/>
                    <a:pt x="62925" y="17359"/>
                  </a:cubicBezTo>
                  <a:lnTo>
                    <a:pt x="87503" y="17276"/>
                  </a:lnTo>
                  <a:cubicBezTo>
                    <a:pt x="90410" y="17259"/>
                    <a:pt x="92649" y="17259"/>
                    <a:pt x="94187" y="17242"/>
                  </a:cubicBezTo>
                  <a:lnTo>
                    <a:pt x="95924" y="17225"/>
                  </a:lnTo>
                  <a:lnTo>
                    <a:pt x="96526" y="17225"/>
                  </a:lnTo>
                  <a:cubicBezTo>
                    <a:pt x="96526" y="17225"/>
                    <a:pt x="96325" y="17225"/>
                    <a:pt x="95924" y="17209"/>
                  </a:cubicBezTo>
                  <a:lnTo>
                    <a:pt x="87503" y="17209"/>
                  </a:lnTo>
                  <a:cubicBezTo>
                    <a:pt x="81705" y="17209"/>
                    <a:pt x="73301" y="17225"/>
                    <a:pt x="62925" y="17225"/>
                  </a:cubicBezTo>
                  <a:cubicBezTo>
                    <a:pt x="52549" y="17242"/>
                    <a:pt x="40185" y="17259"/>
                    <a:pt x="26467" y="17276"/>
                  </a:cubicBezTo>
                  <a:lnTo>
                    <a:pt x="15924" y="17309"/>
                  </a:lnTo>
                  <a:lnTo>
                    <a:pt x="9090" y="17309"/>
                  </a:lnTo>
                  <a:cubicBezTo>
                    <a:pt x="8864" y="17309"/>
                    <a:pt x="8635" y="17313"/>
                    <a:pt x="8405" y="17313"/>
                  </a:cubicBezTo>
                  <a:cubicBezTo>
                    <a:pt x="8175" y="17313"/>
                    <a:pt x="7945" y="17309"/>
                    <a:pt x="7720" y="17292"/>
                  </a:cubicBezTo>
                  <a:cubicBezTo>
                    <a:pt x="4879" y="17108"/>
                    <a:pt x="2340" y="15438"/>
                    <a:pt x="1070" y="12898"/>
                  </a:cubicBezTo>
                  <a:cubicBezTo>
                    <a:pt x="635" y="12062"/>
                    <a:pt x="351" y="11143"/>
                    <a:pt x="251" y="10208"/>
                  </a:cubicBezTo>
                  <a:cubicBezTo>
                    <a:pt x="201" y="9740"/>
                    <a:pt x="184" y="9255"/>
                    <a:pt x="184" y="8788"/>
                  </a:cubicBezTo>
                  <a:cubicBezTo>
                    <a:pt x="184" y="8537"/>
                    <a:pt x="184" y="8303"/>
                    <a:pt x="201" y="8069"/>
                  </a:cubicBezTo>
                  <a:cubicBezTo>
                    <a:pt x="201" y="7818"/>
                    <a:pt x="234" y="7585"/>
                    <a:pt x="268" y="7351"/>
                  </a:cubicBezTo>
                  <a:cubicBezTo>
                    <a:pt x="502" y="5429"/>
                    <a:pt x="1437" y="3658"/>
                    <a:pt x="2891" y="2372"/>
                  </a:cubicBezTo>
                  <a:cubicBezTo>
                    <a:pt x="4361" y="1068"/>
                    <a:pt x="6266" y="333"/>
                    <a:pt x="8221" y="333"/>
                  </a:cubicBezTo>
                  <a:lnTo>
                    <a:pt x="89324" y="133"/>
                  </a:lnTo>
                  <a:cubicBezTo>
                    <a:pt x="91062" y="133"/>
                    <a:pt x="92740" y="118"/>
                    <a:pt x="94354" y="118"/>
                  </a:cubicBezTo>
                  <a:cubicBezTo>
                    <a:pt x="95161" y="118"/>
                    <a:pt x="95952" y="121"/>
                    <a:pt x="96726" y="133"/>
                  </a:cubicBezTo>
                  <a:cubicBezTo>
                    <a:pt x="101020" y="250"/>
                    <a:pt x="104479" y="3708"/>
                    <a:pt x="104579" y="8002"/>
                  </a:cubicBezTo>
                  <a:cubicBezTo>
                    <a:pt x="104596" y="8437"/>
                    <a:pt x="104596" y="8871"/>
                    <a:pt x="104579" y="9289"/>
                  </a:cubicBezTo>
                  <a:cubicBezTo>
                    <a:pt x="104579" y="9506"/>
                    <a:pt x="104563" y="9707"/>
                    <a:pt x="104563" y="9924"/>
                  </a:cubicBezTo>
                  <a:cubicBezTo>
                    <a:pt x="104529" y="10124"/>
                    <a:pt x="104496" y="10325"/>
                    <a:pt x="104462" y="10525"/>
                  </a:cubicBezTo>
                  <a:cubicBezTo>
                    <a:pt x="104329" y="11277"/>
                    <a:pt x="104095" y="11996"/>
                    <a:pt x="103761" y="12681"/>
                  </a:cubicBezTo>
                  <a:lnTo>
                    <a:pt x="103644" y="12931"/>
                  </a:lnTo>
                  <a:lnTo>
                    <a:pt x="103493" y="13148"/>
                  </a:lnTo>
                  <a:cubicBezTo>
                    <a:pt x="103410" y="13299"/>
                    <a:pt x="103326" y="13449"/>
                    <a:pt x="103226" y="13600"/>
                  </a:cubicBezTo>
                  <a:cubicBezTo>
                    <a:pt x="103025" y="13867"/>
                    <a:pt x="102842" y="14151"/>
                    <a:pt x="102624" y="14385"/>
                  </a:cubicBezTo>
                  <a:cubicBezTo>
                    <a:pt x="102424" y="14619"/>
                    <a:pt x="102207" y="14836"/>
                    <a:pt x="101973" y="15053"/>
                  </a:cubicBezTo>
                  <a:cubicBezTo>
                    <a:pt x="101873" y="15154"/>
                    <a:pt x="101756" y="15254"/>
                    <a:pt x="101655" y="15354"/>
                  </a:cubicBezTo>
                  <a:cubicBezTo>
                    <a:pt x="101538" y="15438"/>
                    <a:pt x="101421" y="15521"/>
                    <a:pt x="101321" y="15605"/>
                  </a:cubicBezTo>
                  <a:cubicBezTo>
                    <a:pt x="100553" y="16156"/>
                    <a:pt x="99717" y="16590"/>
                    <a:pt x="98815" y="16858"/>
                  </a:cubicBezTo>
                  <a:cubicBezTo>
                    <a:pt x="98497" y="16958"/>
                    <a:pt x="98163" y="17042"/>
                    <a:pt x="97829" y="17092"/>
                  </a:cubicBezTo>
                  <a:cubicBezTo>
                    <a:pt x="97595" y="17142"/>
                    <a:pt x="97345" y="17175"/>
                    <a:pt x="97111" y="17175"/>
                  </a:cubicBezTo>
                  <a:cubicBezTo>
                    <a:pt x="96710" y="17209"/>
                    <a:pt x="96526" y="17225"/>
                    <a:pt x="96526" y="17225"/>
                  </a:cubicBezTo>
                  <a:cubicBezTo>
                    <a:pt x="96526" y="17225"/>
                    <a:pt x="96726" y="17225"/>
                    <a:pt x="97111" y="17192"/>
                  </a:cubicBezTo>
                  <a:cubicBezTo>
                    <a:pt x="97361" y="17192"/>
                    <a:pt x="97595" y="17159"/>
                    <a:pt x="97829" y="17125"/>
                  </a:cubicBezTo>
                  <a:cubicBezTo>
                    <a:pt x="98163" y="17075"/>
                    <a:pt x="98497" y="16991"/>
                    <a:pt x="98815" y="16891"/>
                  </a:cubicBezTo>
                  <a:cubicBezTo>
                    <a:pt x="99734" y="16624"/>
                    <a:pt x="100586" y="16206"/>
                    <a:pt x="101338" y="15638"/>
                  </a:cubicBezTo>
                  <a:lnTo>
                    <a:pt x="101689" y="15387"/>
                  </a:lnTo>
                  <a:cubicBezTo>
                    <a:pt x="101806" y="15287"/>
                    <a:pt x="101906" y="15187"/>
                    <a:pt x="102023" y="15087"/>
                  </a:cubicBezTo>
                  <a:cubicBezTo>
                    <a:pt x="102257" y="14886"/>
                    <a:pt x="102474" y="14669"/>
                    <a:pt x="102675" y="14418"/>
                  </a:cubicBezTo>
                  <a:cubicBezTo>
                    <a:pt x="102892" y="14184"/>
                    <a:pt x="103076" y="13900"/>
                    <a:pt x="103293" y="13633"/>
                  </a:cubicBezTo>
                  <a:cubicBezTo>
                    <a:pt x="103376" y="13483"/>
                    <a:pt x="103460" y="13332"/>
                    <a:pt x="103560" y="13182"/>
                  </a:cubicBezTo>
                  <a:lnTo>
                    <a:pt x="103694" y="12965"/>
                  </a:lnTo>
                  <a:cubicBezTo>
                    <a:pt x="103744" y="12881"/>
                    <a:pt x="103777" y="12798"/>
                    <a:pt x="103811" y="12714"/>
                  </a:cubicBezTo>
                  <a:cubicBezTo>
                    <a:pt x="104162" y="12029"/>
                    <a:pt x="104412" y="11294"/>
                    <a:pt x="104546" y="10525"/>
                  </a:cubicBezTo>
                  <a:cubicBezTo>
                    <a:pt x="104579" y="10325"/>
                    <a:pt x="104596" y="10124"/>
                    <a:pt x="104629" y="9924"/>
                  </a:cubicBezTo>
                  <a:cubicBezTo>
                    <a:pt x="104646" y="9723"/>
                    <a:pt x="104663" y="9506"/>
                    <a:pt x="104663" y="9289"/>
                  </a:cubicBezTo>
                  <a:cubicBezTo>
                    <a:pt x="104680" y="8871"/>
                    <a:pt x="104680" y="8437"/>
                    <a:pt x="104663" y="8002"/>
                  </a:cubicBezTo>
                  <a:cubicBezTo>
                    <a:pt x="104563" y="3658"/>
                    <a:pt x="101087" y="149"/>
                    <a:pt x="96743" y="16"/>
                  </a:cubicBezTo>
                  <a:cubicBezTo>
                    <a:pt x="95963" y="4"/>
                    <a:pt x="95169" y="1"/>
                    <a:pt x="943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8" name="Google Shape;3628;p65"/>
          <p:cNvGrpSpPr/>
          <p:nvPr/>
        </p:nvGrpSpPr>
        <p:grpSpPr>
          <a:xfrm>
            <a:off x="3486915" y="634482"/>
            <a:ext cx="1920875" cy="1315249"/>
            <a:chOff x="3486915" y="482082"/>
            <a:chExt cx="1920875" cy="1315249"/>
          </a:xfrm>
        </p:grpSpPr>
        <p:sp>
          <p:nvSpPr>
            <p:cNvPr id="3629" name="Google Shape;3629;p65"/>
            <p:cNvSpPr/>
            <p:nvPr/>
          </p:nvSpPr>
          <p:spPr>
            <a:xfrm>
              <a:off x="4088085" y="675706"/>
              <a:ext cx="1149844" cy="917996"/>
            </a:xfrm>
            <a:custGeom>
              <a:avLst/>
              <a:gdLst/>
              <a:ahLst/>
              <a:cxnLst/>
              <a:rect l="l" t="t" r="r" b="b"/>
              <a:pathLst>
                <a:path w="35857" h="28627" extrusionOk="0">
                  <a:moveTo>
                    <a:pt x="17945" y="0"/>
                  </a:moveTo>
                  <a:lnTo>
                    <a:pt x="2624" y="886"/>
                  </a:lnTo>
                  <a:cubicBezTo>
                    <a:pt x="0" y="14838"/>
                    <a:pt x="7619" y="20719"/>
                    <a:pt x="9574" y="22624"/>
                  </a:cubicBezTo>
                  <a:cubicBezTo>
                    <a:pt x="13718" y="26667"/>
                    <a:pt x="19583" y="28472"/>
                    <a:pt x="25314" y="28622"/>
                  </a:cubicBezTo>
                  <a:cubicBezTo>
                    <a:pt x="25478" y="28625"/>
                    <a:pt x="25644" y="28627"/>
                    <a:pt x="25810" y="28627"/>
                  </a:cubicBezTo>
                  <a:cubicBezTo>
                    <a:pt x="28268" y="28627"/>
                    <a:pt x="30825" y="28253"/>
                    <a:pt x="32766" y="26751"/>
                  </a:cubicBezTo>
                  <a:cubicBezTo>
                    <a:pt x="34838" y="25130"/>
                    <a:pt x="35857" y="21855"/>
                    <a:pt x="34320" y="19683"/>
                  </a:cubicBezTo>
                  <a:cubicBezTo>
                    <a:pt x="33401" y="18380"/>
                    <a:pt x="31780" y="17711"/>
                    <a:pt x="30978" y="16341"/>
                  </a:cubicBezTo>
                  <a:cubicBezTo>
                    <a:pt x="29641" y="14102"/>
                    <a:pt x="30777" y="10660"/>
                    <a:pt x="28823" y="8990"/>
                  </a:cubicBezTo>
                  <a:cubicBezTo>
                    <a:pt x="27670" y="8020"/>
                    <a:pt x="25999" y="8188"/>
                    <a:pt x="24562" y="7837"/>
                  </a:cubicBezTo>
                  <a:cubicBezTo>
                    <a:pt x="21805" y="7168"/>
                    <a:pt x="18096" y="3025"/>
                    <a:pt x="179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65"/>
            <p:cNvSpPr/>
            <p:nvPr/>
          </p:nvSpPr>
          <p:spPr>
            <a:xfrm>
              <a:off x="3486915" y="1133277"/>
              <a:ext cx="1920875" cy="480115"/>
            </a:xfrm>
            <a:custGeom>
              <a:avLst/>
              <a:gdLst/>
              <a:ahLst/>
              <a:cxnLst/>
              <a:rect l="l" t="t" r="r" b="b"/>
              <a:pathLst>
                <a:path w="59901" h="14972" extrusionOk="0">
                  <a:moveTo>
                    <a:pt x="32448" y="0"/>
                  </a:moveTo>
                  <a:lnTo>
                    <a:pt x="25097" y="67"/>
                  </a:lnTo>
                  <a:cubicBezTo>
                    <a:pt x="24127" y="84"/>
                    <a:pt x="23175" y="284"/>
                    <a:pt x="22290" y="669"/>
                  </a:cubicBezTo>
                  <a:lnTo>
                    <a:pt x="2473" y="7285"/>
                  </a:lnTo>
                  <a:cubicBezTo>
                    <a:pt x="1003" y="7753"/>
                    <a:pt x="0" y="9257"/>
                    <a:pt x="0" y="10978"/>
                  </a:cubicBezTo>
                  <a:cubicBezTo>
                    <a:pt x="0" y="13083"/>
                    <a:pt x="1537" y="14804"/>
                    <a:pt x="3409" y="14804"/>
                  </a:cubicBezTo>
                  <a:lnTo>
                    <a:pt x="12565" y="14771"/>
                  </a:lnTo>
                  <a:lnTo>
                    <a:pt x="12565" y="14771"/>
                  </a:lnTo>
                  <a:cubicBezTo>
                    <a:pt x="12532" y="14871"/>
                    <a:pt x="12532" y="14904"/>
                    <a:pt x="12532" y="14904"/>
                  </a:cubicBezTo>
                  <a:lnTo>
                    <a:pt x="44362" y="14971"/>
                  </a:lnTo>
                  <a:lnTo>
                    <a:pt x="44362" y="14955"/>
                  </a:lnTo>
                  <a:lnTo>
                    <a:pt x="56509" y="14955"/>
                  </a:lnTo>
                  <a:cubicBezTo>
                    <a:pt x="58397" y="14955"/>
                    <a:pt x="59901" y="13217"/>
                    <a:pt x="59901" y="11095"/>
                  </a:cubicBezTo>
                  <a:cubicBezTo>
                    <a:pt x="59901" y="9357"/>
                    <a:pt x="58881" y="7837"/>
                    <a:pt x="57411" y="7369"/>
                  </a:cubicBezTo>
                  <a:lnTo>
                    <a:pt x="35623" y="953"/>
                  </a:lnTo>
                  <a:cubicBezTo>
                    <a:pt x="34604" y="518"/>
                    <a:pt x="33551" y="201"/>
                    <a:pt x="324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65"/>
            <p:cNvSpPr/>
            <p:nvPr/>
          </p:nvSpPr>
          <p:spPr>
            <a:xfrm>
              <a:off x="4569771" y="1421628"/>
              <a:ext cx="618326" cy="33158"/>
            </a:xfrm>
            <a:custGeom>
              <a:avLst/>
              <a:gdLst/>
              <a:ahLst/>
              <a:cxnLst/>
              <a:rect l="l" t="t" r="r" b="b"/>
              <a:pathLst>
                <a:path w="19282" h="1034" extrusionOk="0">
                  <a:moveTo>
                    <a:pt x="10441" y="0"/>
                  </a:moveTo>
                  <a:cubicBezTo>
                    <a:pt x="7889" y="0"/>
                    <a:pt x="5338" y="177"/>
                    <a:pt x="2807" y="532"/>
                  </a:cubicBezTo>
                  <a:cubicBezTo>
                    <a:pt x="1938" y="666"/>
                    <a:pt x="1237" y="783"/>
                    <a:pt x="752" y="866"/>
                  </a:cubicBezTo>
                  <a:lnTo>
                    <a:pt x="201" y="983"/>
                  </a:lnTo>
                  <a:cubicBezTo>
                    <a:pt x="134" y="1000"/>
                    <a:pt x="67" y="1017"/>
                    <a:pt x="0" y="1034"/>
                  </a:cubicBezTo>
                  <a:cubicBezTo>
                    <a:pt x="67" y="1034"/>
                    <a:pt x="134" y="1034"/>
                    <a:pt x="201" y="1017"/>
                  </a:cubicBezTo>
                  <a:lnTo>
                    <a:pt x="769" y="950"/>
                  </a:lnTo>
                  <a:cubicBezTo>
                    <a:pt x="1253" y="866"/>
                    <a:pt x="1955" y="766"/>
                    <a:pt x="2824" y="666"/>
                  </a:cubicBezTo>
                  <a:cubicBezTo>
                    <a:pt x="5427" y="339"/>
                    <a:pt x="8046" y="173"/>
                    <a:pt x="10666" y="173"/>
                  </a:cubicBezTo>
                  <a:cubicBezTo>
                    <a:pt x="12604" y="173"/>
                    <a:pt x="14543" y="264"/>
                    <a:pt x="16475" y="449"/>
                  </a:cubicBezTo>
                  <a:cubicBezTo>
                    <a:pt x="17344" y="532"/>
                    <a:pt x="18046" y="616"/>
                    <a:pt x="18530" y="666"/>
                  </a:cubicBezTo>
                  <a:lnTo>
                    <a:pt x="19098" y="733"/>
                  </a:lnTo>
                  <a:cubicBezTo>
                    <a:pt x="19165" y="750"/>
                    <a:pt x="19232" y="750"/>
                    <a:pt x="19282" y="750"/>
                  </a:cubicBezTo>
                  <a:cubicBezTo>
                    <a:pt x="19232" y="716"/>
                    <a:pt x="19165" y="716"/>
                    <a:pt x="19098" y="699"/>
                  </a:cubicBezTo>
                  <a:cubicBezTo>
                    <a:pt x="18948" y="683"/>
                    <a:pt x="18764" y="649"/>
                    <a:pt x="18547" y="599"/>
                  </a:cubicBezTo>
                  <a:cubicBezTo>
                    <a:pt x="18062" y="516"/>
                    <a:pt x="17360" y="432"/>
                    <a:pt x="16475" y="332"/>
                  </a:cubicBezTo>
                  <a:cubicBezTo>
                    <a:pt x="14470" y="111"/>
                    <a:pt x="12455" y="0"/>
                    <a:pt x="104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65"/>
            <p:cNvSpPr/>
            <p:nvPr/>
          </p:nvSpPr>
          <p:spPr>
            <a:xfrm>
              <a:off x="3965395" y="1236695"/>
              <a:ext cx="1058773" cy="147094"/>
            </a:xfrm>
            <a:custGeom>
              <a:avLst/>
              <a:gdLst/>
              <a:ahLst/>
              <a:cxnLst/>
              <a:rect l="l" t="t" r="r" b="b"/>
              <a:pathLst>
                <a:path w="33017" h="4587" extrusionOk="0">
                  <a:moveTo>
                    <a:pt x="0" y="0"/>
                  </a:moveTo>
                  <a:cubicBezTo>
                    <a:pt x="468" y="67"/>
                    <a:pt x="919" y="234"/>
                    <a:pt x="1337" y="501"/>
                  </a:cubicBezTo>
                  <a:cubicBezTo>
                    <a:pt x="1805" y="802"/>
                    <a:pt x="2239" y="1153"/>
                    <a:pt x="2640" y="1554"/>
                  </a:cubicBezTo>
                  <a:cubicBezTo>
                    <a:pt x="3158" y="2089"/>
                    <a:pt x="3726" y="2590"/>
                    <a:pt x="4328" y="3041"/>
                  </a:cubicBezTo>
                  <a:cubicBezTo>
                    <a:pt x="5769" y="4052"/>
                    <a:pt x="7488" y="4586"/>
                    <a:pt x="9238" y="4586"/>
                  </a:cubicBezTo>
                  <a:cubicBezTo>
                    <a:pt x="9456" y="4586"/>
                    <a:pt x="9674" y="4578"/>
                    <a:pt x="9891" y="4562"/>
                  </a:cubicBezTo>
                  <a:cubicBezTo>
                    <a:pt x="10460" y="4528"/>
                    <a:pt x="11028" y="4428"/>
                    <a:pt x="11579" y="4278"/>
                  </a:cubicBezTo>
                  <a:cubicBezTo>
                    <a:pt x="11863" y="4194"/>
                    <a:pt x="12130" y="4110"/>
                    <a:pt x="12414" y="3994"/>
                  </a:cubicBezTo>
                  <a:cubicBezTo>
                    <a:pt x="12682" y="3877"/>
                    <a:pt x="12949" y="3760"/>
                    <a:pt x="13217" y="3609"/>
                  </a:cubicBezTo>
                  <a:cubicBezTo>
                    <a:pt x="14286" y="3041"/>
                    <a:pt x="15255" y="2256"/>
                    <a:pt x="16408" y="1738"/>
                  </a:cubicBezTo>
                  <a:cubicBezTo>
                    <a:pt x="17041" y="1441"/>
                    <a:pt x="17729" y="1292"/>
                    <a:pt x="18422" y="1292"/>
                  </a:cubicBezTo>
                  <a:cubicBezTo>
                    <a:pt x="18936" y="1292"/>
                    <a:pt x="19452" y="1374"/>
                    <a:pt x="19950" y="1537"/>
                  </a:cubicBezTo>
                  <a:cubicBezTo>
                    <a:pt x="21086" y="1888"/>
                    <a:pt x="22089" y="2473"/>
                    <a:pt x="23058" y="2991"/>
                  </a:cubicBezTo>
                  <a:cubicBezTo>
                    <a:pt x="24027" y="3509"/>
                    <a:pt x="24963" y="3994"/>
                    <a:pt x="25915" y="4244"/>
                  </a:cubicBezTo>
                  <a:cubicBezTo>
                    <a:pt x="26387" y="4387"/>
                    <a:pt x="26879" y="4458"/>
                    <a:pt x="27369" y="4458"/>
                  </a:cubicBezTo>
                  <a:cubicBezTo>
                    <a:pt x="27797" y="4458"/>
                    <a:pt x="28225" y="4403"/>
                    <a:pt x="28639" y="4294"/>
                  </a:cubicBezTo>
                  <a:cubicBezTo>
                    <a:pt x="29374" y="4094"/>
                    <a:pt x="30059" y="3760"/>
                    <a:pt x="30677" y="3325"/>
                  </a:cubicBezTo>
                  <a:cubicBezTo>
                    <a:pt x="31145" y="3008"/>
                    <a:pt x="31579" y="2640"/>
                    <a:pt x="31997" y="2256"/>
                  </a:cubicBezTo>
                  <a:cubicBezTo>
                    <a:pt x="32348" y="1938"/>
                    <a:pt x="32598" y="1688"/>
                    <a:pt x="32766" y="1504"/>
                  </a:cubicBezTo>
                  <a:cubicBezTo>
                    <a:pt x="32849" y="1420"/>
                    <a:pt x="32899" y="1354"/>
                    <a:pt x="32949" y="1303"/>
                  </a:cubicBezTo>
                  <a:cubicBezTo>
                    <a:pt x="32983" y="1287"/>
                    <a:pt x="32999" y="1253"/>
                    <a:pt x="33016" y="1237"/>
                  </a:cubicBezTo>
                  <a:lnTo>
                    <a:pt x="33016" y="1237"/>
                  </a:lnTo>
                  <a:cubicBezTo>
                    <a:pt x="32983" y="1253"/>
                    <a:pt x="32966" y="1270"/>
                    <a:pt x="32949" y="1287"/>
                  </a:cubicBezTo>
                  <a:lnTo>
                    <a:pt x="32732" y="1487"/>
                  </a:lnTo>
                  <a:cubicBezTo>
                    <a:pt x="32565" y="1654"/>
                    <a:pt x="32298" y="1905"/>
                    <a:pt x="31947" y="2206"/>
                  </a:cubicBezTo>
                  <a:cubicBezTo>
                    <a:pt x="31529" y="2573"/>
                    <a:pt x="31078" y="2924"/>
                    <a:pt x="30610" y="3242"/>
                  </a:cubicBezTo>
                  <a:cubicBezTo>
                    <a:pt x="30009" y="3659"/>
                    <a:pt x="29324" y="3977"/>
                    <a:pt x="28605" y="4177"/>
                  </a:cubicBezTo>
                  <a:cubicBezTo>
                    <a:pt x="28217" y="4274"/>
                    <a:pt x="27819" y="4321"/>
                    <a:pt x="27421" y="4321"/>
                  </a:cubicBezTo>
                  <a:cubicBezTo>
                    <a:pt x="26929" y="4321"/>
                    <a:pt x="26437" y="4249"/>
                    <a:pt x="25965" y="4110"/>
                  </a:cubicBezTo>
                  <a:cubicBezTo>
                    <a:pt x="25029" y="3860"/>
                    <a:pt x="24094" y="3375"/>
                    <a:pt x="23125" y="2841"/>
                  </a:cubicBezTo>
                  <a:cubicBezTo>
                    <a:pt x="22172" y="2339"/>
                    <a:pt x="21170" y="1721"/>
                    <a:pt x="20000" y="1370"/>
                  </a:cubicBezTo>
                  <a:cubicBezTo>
                    <a:pt x="19485" y="1198"/>
                    <a:pt x="18948" y="1112"/>
                    <a:pt x="18411" y="1112"/>
                  </a:cubicBezTo>
                  <a:cubicBezTo>
                    <a:pt x="17696" y="1112"/>
                    <a:pt x="16983" y="1265"/>
                    <a:pt x="16324" y="1571"/>
                  </a:cubicBezTo>
                  <a:cubicBezTo>
                    <a:pt x="15155" y="2105"/>
                    <a:pt x="14186" y="2891"/>
                    <a:pt x="13133" y="3459"/>
                  </a:cubicBezTo>
                  <a:cubicBezTo>
                    <a:pt x="12882" y="3609"/>
                    <a:pt x="12598" y="3709"/>
                    <a:pt x="12348" y="3843"/>
                  </a:cubicBezTo>
                  <a:cubicBezTo>
                    <a:pt x="12080" y="3943"/>
                    <a:pt x="11796" y="4027"/>
                    <a:pt x="11529" y="4110"/>
                  </a:cubicBezTo>
                  <a:cubicBezTo>
                    <a:pt x="10994" y="4261"/>
                    <a:pt x="10443" y="4361"/>
                    <a:pt x="9891" y="4411"/>
                  </a:cubicBezTo>
                  <a:cubicBezTo>
                    <a:pt x="9670" y="4428"/>
                    <a:pt x="9449" y="4437"/>
                    <a:pt x="9228" y="4437"/>
                  </a:cubicBezTo>
                  <a:cubicBezTo>
                    <a:pt x="7502" y="4437"/>
                    <a:pt x="5817" y="3919"/>
                    <a:pt x="4394" y="2941"/>
                  </a:cubicBezTo>
                  <a:cubicBezTo>
                    <a:pt x="3793" y="2490"/>
                    <a:pt x="3225" y="2005"/>
                    <a:pt x="2707" y="1487"/>
                  </a:cubicBezTo>
                  <a:cubicBezTo>
                    <a:pt x="2289" y="1086"/>
                    <a:pt x="1855" y="735"/>
                    <a:pt x="1370" y="435"/>
                  </a:cubicBezTo>
                  <a:cubicBezTo>
                    <a:pt x="1053" y="251"/>
                    <a:pt x="718" y="117"/>
                    <a:pt x="368" y="34"/>
                  </a:cubicBezTo>
                  <a:cubicBezTo>
                    <a:pt x="251" y="17"/>
                    <a:pt x="117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65"/>
            <p:cNvSpPr/>
            <p:nvPr/>
          </p:nvSpPr>
          <p:spPr>
            <a:xfrm>
              <a:off x="4755153" y="1356691"/>
              <a:ext cx="520840" cy="247593"/>
            </a:xfrm>
            <a:custGeom>
              <a:avLst/>
              <a:gdLst/>
              <a:ahLst/>
              <a:cxnLst/>
              <a:rect l="l" t="t" r="r" b="b"/>
              <a:pathLst>
                <a:path w="16242" h="7721" extrusionOk="0">
                  <a:moveTo>
                    <a:pt x="16224" y="1"/>
                  </a:moveTo>
                  <a:cubicBezTo>
                    <a:pt x="16208" y="1"/>
                    <a:pt x="16208" y="285"/>
                    <a:pt x="16108" y="803"/>
                  </a:cubicBezTo>
                  <a:cubicBezTo>
                    <a:pt x="15957" y="1521"/>
                    <a:pt x="15656" y="2206"/>
                    <a:pt x="15239" y="2808"/>
                  </a:cubicBezTo>
                  <a:cubicBezTo>
                    <a:pt x="14265" y="4188"/>
                    <a:pt x="12660" y="5016"/>
                    <a:pt x="10960" y="5016"/>
                  </a:cubicBezTo>
                  <a:cubicBezTo>
                    <a:pt x="10911" y="5016"/>
                    <a:pt x="10861" y="5015"/>
                    <a:pt x="10811" y="5013"/>
                  </a:cubicBezTo>
                  <a:cubicBezTo>
                    <a:pt x="10126" y="4963"/>
                    <a:pt x="9458" y="4846"/>
                    <a:pt x="8789" y="4646"/>
                  </a:cubicBezTo>
                  <a:cubicBezTo>
                    <a:pt x="8104" y="4445"/>
                    <a:pt x="7436" y="4228"/>
                    <a:pt x="6767" y="4094"/>
                  </a:cubicBezTo>
                  <a:cubicBezTo>
                    <a:pt x="6365" y="4010"/>
                    <a:pt x="5950" y="3965"/>
                    <a:pt x="5534" y="3965"/>
                  </a:cubicBezTo>
                  <a:cubicBezTo>
                    <a:pt x="5293" y="3965"/>
                    <a:pt x="5052" y="3980"/>
                    <a:pt x="4813" y="4011"/>
                  </a:cubicBezTo>
                  <a:cubicBezTo>
                    <a:pt x="3710" y="4161"/>
                    <a:pt x="2657" y="4612"/>
                    <a:pt x="1788" y="5297"/>
                  </a:cubicBezTo>
                  <a:cubicBezTo>
                    <a:pt x="1203" y="5765"/>
                    <a:pt x="719" y="6333"/>
                    <a:pt x="335" y="6985"/>
                  </a:cubicBezTo>
                  <a:lnTo>
                    <a:pt x="168" y="7286"/>
                  </a:lnTo>
                  <a:cubicBezTo>
                    <a:pt x="134" y="7369"/>
                    <a:pt x="101" y="7453"/>
                    <a:pt x="84" y="7520"/>
                  </a:cubicBezTo>
                  <a:cubicBezTo>
                    <a:pt x="51" y="7587"/>
                    <a:pt x="17" y="7653"/>
                    <a:pt x="0" y="7720"/>
                  </a:cubicBezTo>
                  <a:cubicBezTo>
                    <a:pt x="51" y="7670"/>
                    <a:pt x="84" y="7603"/>
                    <a:pt x="117" y="7536"/>
                  </a:cubicBezTo>
                  <a:cubicBezTo>
                    <a:pt x="151" y="7470"/>
                    <a:pt x="184" y="7403"/>
                    <a:pt x="218" y="7319"/>
                  </a:cubicBezTo>
                  <a:lnTo>
                    <a:pt x="401" y="7018"/>
                  </a:lnTo>
                  <a:cubicBezTo>
                    <a:pt x="786" y="6384"/>
                    <a:pt x="1287" y="5849"/>
                    <a:pt x="1872" y="5398"/>
                  </a:cubicBezTo>
                  <a:cubicBezTo>
                    <a:pt x="2741" y="4729"/>
                    <a:pt x="3760" y="4312"/>
                    <a:pt x="4829" y="4178"/>
                  </a:cubicBezTo>
                  <a:cubicBezTo>
                    <a:pt x="5046" y="4156"/>
                    <a:pt x="5262" y="4145"/>
                    <a:pt x="5475" y="4145"/>
                  </a:cubicBezTo>
                  <a:cubicBezTo>
                    <a:pt x="5902" y="4145"/>
                    <a:pt x="6322" y="4189"/>
                    <a:pt x="6734" y="4278"/>
                  </a:cubicBezTo>
                  <a:cubicBezTo>
                    <a:pt x="7402" y="4412"/>
                    <a:pt x="8054" y="4612"/>
                    <a:pt x="8739" y="4813"/>
                  </a:cubicBezTo>
                  <a:cubicBezTo>
                    <a:pt x="9424" y="5013"/>
                    <a:pt x="10109" y="5147"/>
                    <a:pt x="10811" y="5181"/>
                  </a:cubicBezTo>
                  <a:cubicBezTo>
                    <a:pt x="10867" y="5182"/>
                    <a:pt x="10924" y="5183"/>
                    <a:pt x="10980" y="5183"/>
                  </a:cubicBezTo>
                  <a:cubicBezTo>
                    <a:pt x="13532" y="5183"/>
                    <a:pt x="15733" y="3337"/>
                    <a:pt x="16174" y="820"/>
                  </a:cubicBezTo>
                  <a:cubicBezTo>
                    <a:pt x="16208" y="619"/>
                    <a:pt x="16224" y="419"/>
                    <a:pt x="16224" y="218"/>
                  </a:cubicBezTo>
                  <a:cubicBezTo>
                    <a:pt x="16241" y="151"/>
                    <a:pt x="16224" y="68"/>
                    <a:pt x="162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65"/>
            <p:cNvSpPr/>
            <p:nvPr/>
          </p:nvSpPr>
          <p:spPr>
            <a:xfrm>
              <a:off x="4532252" y="1132219"/>
              <a:ext cx="648373" cy="289249"/>
            </a:xfrm>
            <a:custGeom>
              <a:avLst/>
              <a:gdLst/>
              <a:ahLst/>
              <a:cxnLst/>
              <a:rect l="l" t="t" r="r" b="b"/>
              <a:pathLst>
                <a:path w="20219" h="9020" extrusionOk="0">
                  <a:moveTo>
                    <a:pt x="402" y="0"/>
                  </a:moveTo>
                  <a:lnTo>
                    <a:pt x="402" y="0"/>
                  </a:lnTo>
                  <a:cubicBezTo>
                    <a:pt x="1" y="1153"/>
                    <a:pt x="619" y="2389"/>
                    <a:pt x="1220" y="3442"/>
                  </a:cubicBezTo>
                  <a:cubicBezTo>
                    <a:pt x="1638" y="4194"/>
                    <a:pt x="2056" y="4946"/>
                    <a:pt x="2657" y="5547"/>
                  </a:cubicBezTo>
                  <a:cubicBezTo>
                    <a:pt x="3238" y="6112"/>
                    <a:pt x="4021" y="6552"/>
                    <a:pt x="4841" y="6552"/>
                  </a:cubicBezTo>
                  <a:cubicBezTo>
                    <a:pt x="4870" y="6552"/>
                    <a:pt x="4900" y="6551"/>
                    <a:pt x="4930" y="6550"/>
                  </a:cubicBezTo>
                  <a:cubicBezTo>
                    <a:pt x="6006" y="6518"/>
                    <a:pt x="6959" y="5744"/>
                    <a:pt x="8026" y="5744"/>
                  </a:cubicBezTo>
                  <a:cubicBezTo>
                    <a:pt x="8069" y="5744"/>
                    <a:pt x="8111" y="5745"/>
                    <a:pt x="8154" y="5748"/>
                  </a:cubicBezTo>
                  <a:cubicBezTo>
                    <a:pt x="8923" y="5781"/>
                    <a:pt x="9591" y="6232"/>
                    <a:pt x="10210" y="6667"/>
                  </a:cubicBezTo>
                  <a:cubicBezTo>
                    <a:pt x="11312" y="7402"/>
                    <a:pt x="12432" y="8120"/>
                    <a:pt x="13668" y="8571"/>
                  </a:cubicBezTo>
                  <a:cubicBezTo>
                    <a:pt x="14430" y="8849"/>
                    <a:pt x="15248" y="9019"/>
                    <a:pt x="16057" y="9019"/>
                  </a:cubicBezTo>
                  <a:cubicBezTo>
                    <a:pt x="16562" y="9019"/>
                    <a:pt x="17063" y="8953"/>
                    <a:pt x="17545" y="8805"/>
                  </a:cubicBezTo>
                  <a:cubicBezTo>
                    <a:pt x="18815" y="8421"/>
                    <a:pt x="19917" y="7419"/>
                    <a:pt x="20218" y="6132"/>
                  </a:cubicBezTo>
                  <a:lnTo>
                    <a:pt x="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65"/>
            <p:cNvSpPr/>
            <p:nvPr/>
          </p:nvSpPr>
          <p:spPr>
            <a:xfrm>
              <a:off x="4278822" y="521397"/>
              <a:ext cx="377242" cy="714817"/>
            </a:xfrm>
            <a:custGeom>
              <a:avLst/>
              <a:gdLst/>
              <a:ahLst/>
              <a:cxnLst/>
              <a:rect l="l" t="t" r="r" b="b"/>
              <a:pathLst>
                <a:path w="11764" h="22291" extrusionOk="0">
                  <a:moveTo>
                    <a:pt x="5932" y="0"/>
                  </a:moveTo>
                  <a:lnTo>
                    <a:pt x="1" y="4796"/>
                  </a:lnTo>
                  <a:lnTo>
                    <a:pt x="970" y="18831"/>
                  </a:lnTo>
                  <a:cubicBezTo>
                    <a:pt x="1102" y="20781"/>
                    <a:pt x="2722" y="22290"/>
                    <a:pt x="4665" y="22290"/>
                  </a:cubicBezTo>
                  <a:cubicBezTo>
                    <a:pt x="4687" y="22290"/>
                    <a:pt x="4708" y="22290"/>
                    <a:pt x="4729" y="22289"/>
                  </a:cubicBezTo>
                  <a:cubicBezTo>
                    <a:pt x="6701" y="22273"/>
                    <a:pt x="8321" y="20702"/>
                    <a:pt x="8405" y="18731"/>
                  </a:cubicBezTo>
                  <a:cubicBezTo>
                    <a:pt x="8455" y="17377"/>
                    <a:pt x="8522" y="16174"/>
                    <a:pt x="8522" y="16174"/>
                  </a:cubicBezTo>
                  <a:cubicBezTo>
                    <a:pt x="8522" y="16174"/>
                    <a:pt x="11513" y="15790"/>
                    <a:pt x="11646" y="12732"/>
                  </a:cubicBezTo>
                  <a:cubicBezTo>
                    <a:pt x="11763" y="9675"/>
                    <a:pt x="11446" y="2640"/>
                    <a:pt x="11446" y="2640"/>
                  </a:cubicBezTo>
                  <a:lnTo>
                    <a:pt x="59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65"/>
            <p:cNvSpPr/>
            <p:nvPr/>
          </p:nvSpPr>
          <p:spPr>
            <a:xfrm>
              <a:off x="4600844" y="771074"/>
              <a:ext cx="28957" cy="24435"/>
            </a:xfrm>
            <a:custGeom>
              <a:avLst/>
              <a:gdLst/>
              <a:ahLst/>
              <a:cxnLst/>
              <a:rect l="l" t="t" r="r" b="b"/>
              <a:pathLst>
                <a:path w="903" h="762" extrusionOk="0">
                  <a:moveTo>
                    <a:pt x="502" y="0"/>
                  </a:moveTo>
                  <a:cubicBezTo>
                    <a:pt x="167" y="0"/>
                    <a:pt x="0" y="418"/>
                    <a:pt x="251" y="652"/>
                  </a:cubicBezTo>
                  <a:cubicBezTo>
                    <a:pt x="326" y="727"/>
                    <a:pt x="419" y="761"/>
                    <a:pt x="510" y="761"/>
                  </a:cubicBezTo>
                  <a:cubicBezTo>
                    <a:pt x="703" y="761"/>
                    <a:pt x="891" y="611"/>
                    <a:pt x="903" y="385"/>
                  </a:cubicBezTo>
                  <a:cubicBezTo>
                    <a:pt x="886" y="168"/>
                    <a:pt x="719" y="0"/>
                    <a:pt x="5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65"/>
            <p:cNvSpPr/>
            <p:nvPr/>
          </p:nvSpPr>
          <p:spPr>
            <a:xfrm>
              <a:off x="4592282" y="742374"/>
              <a:ext cx="49833" cy="15040"/>
            </a:xfrm>
            <a:custGeom>
              <a:avLst/>
              <a:gdLst/>
              <a:ahLst/>
              <a:cxnLst/>
              <a:rect l="l" t="t" r="r" b="b"/>
              <a:pathLst>
                <a:path w="1554" h="469" extrusionOk="0">
                  <a:moveTo>
                    <a:pt x="758" y="1"/>
                  </a:moveTo>
                  <a:cubicBezTo>
                    <a:pt x="558" y="1"/>
                    <a:pt x="356" y="60"/>
                    <a:pt x="184" y="177"/>
                  </a:cubicBezTo>
                  <a:cubicBezTo>
                    <a:pt x="50" y="277"/>
                    <a:pt x="0" y="361"/>
                    <a:pt x="33" y="394"/>
                  </a:cubicBezTo>
                  <a:cubicBezTo>
                    <a:pt x="37" y="399"/>
                    <a:pt x="44" y="402"/>
                    <a:pt x="53" y="402"/>
                  </a:cubicBezTo>
                  <a:cubicBezTo>
                    <a:pt x="127" y="402"/>
                    <a:pt x="381" y="257"/>
                    <a:pt x="700" y="257"/>
                  </a:cubicBezTo>
                  <a:cubicBezTo>
                    <a:pt x="728" y="257"/>
                    <a:pt x="756" y="258"/>
                    <a:pt x="785" y="261"/>
                  </a:cubicBezTo>
                  <a:cubicBezTo>
                    <a:pt x="1163" y="276"/>
                    <a:pt x="1431" y="468"/>
                    <a:pt x="1516" y="468"/>
                  </a:cubicBezTo>
                  <a:cubicBezTo>
                    <a:pt x="1525" y="468"/>
                    <a:pt x="1532" y="466"/>
                    <a:pt x="1537" y="461"/>
                  </a:cubicBezTo>
                  <a:cubicBezTo>
                    <a:pt x="1554" y="428"/>
                    <a:pt x="1521" y="344"/>
                    <a:pt x="1387" y="227"/>
                  </a:cubicBezTo>
                  <a:cubicBezTo>
                    <a:pt x="1209" y="76"/>
                    <a:pt x="985" y="1"/>
                    <a:pt x="7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65"/>
            <p:cNvSpPr/>
            <p:nvPr/>
          </p:nvSpPr>
          <p:spPr>
            <a:xfrm>
              <a:off x="4455097" y="771074"/>
              <a:ext cx="28957" cy="24435"/>
            </a:xfrm>
            <a:custGeom>
              <a:avLst/>
              <a:gdLst/>
              <a:ahLst/>
              <a:cxnLst/>
              <a:rect l="l" t="t" r="r" b="b"/>
              <a:pathLst>
                <a:path w="903" h="762" extrusionOk="0">
                  <a:moveTo>
                    <a:pt x="502" y="0"/>
                  </a:moveTo>
                  <a:cubicBezTo>
                    <a:pt x="168" y="17"/>
                    <a:pt x="1" y="418"/>
                    <a:pt x="251" y="652"/>
                  </a:cubicBezTo>
                  <a:cubicBezTo>
                    <a:pt x="327" y="727"/>
                    <a:pt x="419" y="761"/>
                    <a:pt x="511" y="761"/>
                  </a:cubicBezTo>
                  <a:cubicBezTo>
                    <a:pt x="704" y="761"/>
                    <a:pt x="892" y="611"/>
                    <a:pt x="903" y="385"/>
                  </a:cubicBezTo>
                  <a:cubicBezTo>
                    <a:pt x="903" y="168"/>
                    <a:pt x="719" y="0"/>
                    <a:pt x="5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65"/>
            <p:cNvSpPr/>
            <p:nvPr/>
          </p:nvSpPr>
          <p:spPr>
            <a:xfrm>
              <a:off x="4446535" y="745068"/>
              <a:ext cx="49865" cy="15008"/>
            </a:xfrm>
            <a:custGeom>
              <a:avLst/>
              <a:gdLst/>
              <a:ahLst/>
              <a:cxnLst/>
              <a:rect l="l" t="t" r="r" b="b"/>
              <a:pathLst>
                <a:path w="1555" h="468" extrusionOk="0">
                  <a:moveTo>
                    <a:pt x="758" y="0"/>
                  </a:moveTo>
                  <a:cubicBezTo>
                    <a:pt x="558" y="0"/>
                    <a:pt x="356" y="59"/>
                    <a:pt x="184" y="177"/>
                  </a:cubicBezTo>
                  <a:cubicBezTo>
                    <a:pt x="50" y="277"/>
                    <a:pt x="0" y="377"/>
                    <a:pt x="34" y="394"/>
                  </a:cubicBezTo>
                  <a:cubicBezTo>
                    <a:pt x="37" y="399"/>
                    <a:pt x="45" y="402"/>
                    <a:pt x="55" y="402"/>
                  </a:cubicBezTo>
                  <a:cubicBezTo>
                    <a:pt x="135" y="402"/>
                    <a:pt x="404" y="259"/>
                    <a:pt x="738" y="259"/>
                  </a:cubicBezTo>
                  <a:cubicBezTo>
                    <a:pt x="754" y="259"/>
                    <a:pt x="770" y="259"/>
                    <a:pt x="786" y="260"/>
                  </a:cubicBezTo>
                  <a:cubicBezTo>
                    <a:pt x="1163" y="275"/>
                    <a:pt x="1431" y="468"/>
                    <a:pt x="1517" y="468"/>
                  </a:cubicBezTo>
                  <a:cubicBezTo>
                    <a:pt x="1526" y="468"/>
                    <a:pt x="1533" y="465"/>
                    <a:pt x="1538" y="461"/>
                  </a:cubicBezTo>
                  <a:cubicBezTo>
                    <a:pt x="1554" y="444"/>
                    <a:pt x="1521" y="344"/>
                    <a:pt x="1387" y="227"/>
                  </a:cubicBezTo>
                  <a:cubicBezTo>
                    <a:pt x="1210" y="76"/>
                    <a:pt x="985" y="0"/>
                    <a:pt x="7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65"/>
            <p:cNvSpPr/>
            <p:nvPr/>
          </p:nvSpPr>
          <p:spPr>
            <a:xfrm>
              <a:off x="4539210" y="755009"/>
              <a:ext cx="40245" cy="119195"/>
            </a:xfrm>
            <a:custGeom>
              <a:avLst/>
              <a:gdLst/>
              <a:ahLst/>
              <a:cxnLst/>
              <a:rect l="l" t="t" r="r" b="b"/>
              <a:pathLst>
                <a:path w="1255" h="3717" extrusionOk="0">
                  <a:moveTo>
                    <a:pt x="52" y="0"/>
                  </a:moveTo>
                  <a:cubicBezTo>
                    <a:pt x="52" y="0"/>
                    <a:pt x="51" y="0"/>
                    <a:pt x="51" y="0"/>
                  </a:cubicBezTo>
                  <a:cubicBezTo>
                    <a:pt x="1" y="17"/>
                    <a:pt x="302" y="1036"/>
                    <a:pt x="719" y="2273"/>
                  </a:cubicBezTo>
                  <a:cubicBezTo>
                    <a:pt x="820" y="2573"/>
                    <a:pt x="920" y="2857"/>
                    <a:pt x="1020" y="3141"/>
                  </a:cubicBezTo>
                  <a:cubicBezTo>
                    <a:pt x="1070" y="3242"/>
                    <a:pt x="1087" y="3359"/>
                    <a:pt x="1087" y="3476"/>
                  </a:cubicBezTo>
                  <a:cubicBezTo>
                    <a:pt x="1070" y="3542"/>
                    <a:pt x="970" y="3559"/>
                    <a:pt x="853" y="3576"/>
                  </a:cubicBezTo>
                  <a:cubicBezTo>
                    <a:pt x="636" y="3576"/>
                    <a:pt x="402" y="3609"/>
                    <a:pt x="185" y="3676"/>
                  </a:cubicBezTo>
                  <a:cubicBezTo>
                    <a:pt x="356" y="3701"/>
                    <a:pt x="518" y="3716"/>
                    <a:pt x="685" y="3716"/>
                  </a:cubicBezTo>
                  <a:cubicBezTo>
                    <a:pt x="746" y="3716"/>
                    <a:pt x="807" y="3714"/>
                    <a:pt x="870" y="3710"/>
                  </a:cubicBezTo>
                  <a:cubicBezTo>
                    <a:pt x="920" y="3710"/>
                    <a:pt x="987" y="3693"/>
                    <a:pt x="1037" y="3676"/>
                  </a:cubicBezTo>
                  <a:cubicBezTo>
                    <a:pt x="1120" y="3659"/>
                    <a:pt x="1187" y="3593"/>
                    <a:pt x="1221" y="3526"/>
                  </a:cubicBezTo>
                  <a:cubicBezTo>
                    <a:pt x="1254" y="3375"/>
                    <a:pt x="1237" y="3225"/>
                    <a:pt x="1171" y="3075"/>
                  </a:cubicBezTo>
                  <a:cubicBezTo>
                    <a:pt x="1087" y="2807"/>
                    <a:pt x="987" y="2506"/>
                    <a:pt x="886" y="2206"/>
                  </a:cubicBezTo>
                  <a:cubicBezTo>
                    <a:pt x="472" y="980"/>
                    <a:pt x="107" y="0"/>
                    <a:pt x="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65"/>
            <p:cNvSpPr/>
            <p:nvPr/>
          </p:nvSpPr>
          <p:spPr>
            <a:xfrm>
              <a:off x="4494220" y="884754"/>
              <a:ext cx="71831" cy="39315"/>
            </a:xfrm>
            <a:custGeom>
              <a:avLst/>
              <a:gdLst/>
              <a:ahLst/>
              <a:cxnLst/>
              <a:rect l="l" t="t" r="r" b="b"/>
              <a:pathLst>
                <a:path w="2240" h="1226" extrusionOk="0">
                  <a:moveTo>
                    <a:pt x="182" y="0"/>
                  </a:moveTo>
                  <a:cubicBezTo>
                    <a:pt x="178" y="0"/>
                    <a:pt x="200" y="15"/>
                    <a:pt x="251" y="48"/>
                  </a:cubicBezTo>
                  <a:cubicBezTo>
                    <a:pt x="251" y="48"/>
                    <a:pt x="0" y="783"/>
                    <a:pt x="886" y="1134"/>
                  </a:cubicBezTo>
                  <a:cubicBezTo>
                    <a:pt x="1044" y="1199"/>
                    <a:pt x="1191" y="1226"/>
                    <a:pt x="1324" y="1226"/>
                  </a:cubicBezTo>
                  <a:cubicBezTo>
                    <a:pt x="1907" y="1226"/>
                    <a:pt x="2239" y="716"/>
                    <a:pt x="2239" y="716"/>
                  </a:cubicBezTo>
                  <a:lnTo>
                    <a:pt x="2239" y="716"/>
                  </a:lnTo>
                  <a:cubicBezTo>
                    <a:pt x="2232" y="716"/>
                    <a:pt x="2225" y="716"/>
                    <a:pt x="2217" y="716"/>
                  </a:cubicBezTo>
                  <a:cubicBezTo>
                    <a:pt x="1481" y="716"/>
                    <a:pt x="209" y="0"/>
                    <a:pt x="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65"/>
            <p:cNvSpPr/>
            <p:nvPr/>
          </p:nvSpPr>
          <p:spPr>
            <a:xfrm>
              <a:off x="4425082" y="998786"/>
              <a:ext cx="127019" cy="65738"/>
            </a:xfrm>
            <a:custGeom>
              <a:avLst/>
              <a:gdLst/>
              <a:ahLst/>
              <a:cxnLst/>
              <a:rect l="l" t="t" r="r" b="b"/>
              <a:pathLst>
                <a:path w="3961" h="2050" extrusionOk="0">
                  <a:moveTo>
                    <a:pt x="1" y="1"/>
                  </a:moveTo>
                  <a:cubicBezTo>
                    <a:pt x="1" y="1"/>
                    <a:pt x="864" y="2050"/>
                    <a:pt x="3566" y="2050"/>
                  </a:cubicBezTo>
                  <a:cubicBezTo>
                    <a:pt x="3678" y="2050"/>
                    <a:pt x="3793" y="2046"/>
                    <a:pt x="3911" y="2039"/>
                  </a:cubicBezTo>
                  <a:lnTo>
                    <a:pt x="3961" y="1287"/>
                  </a:lnTo>
                  <a:cubicBezTo>
                    <a:pt x="2541" y="1254"/>
                    <a:pt x="1154" y="803"/>
                    <a:pt x="1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65"/>
            <p:cNvSpPr/>
            <p:nvPr/>
          </p:nvSpPr>
          <p:spPr>
            <a:xfrm>
              <a:off x="4153984" y="482082"/>
              <a:ext cx="546558" cy="629806"/>
            </a:xfrm>
            <a:custGeom>
              <a:avLst/>
              <a:gdLst/>
              <a:ahLst/>
              <a:cxnLst/>
              <a:rect l="l" t="t" r="r" b="b"/>
              <a:pathLst>
                <a:path w="17044" h="19640" extrusionOk="0">
                  <a:moveTo>
                    <a:pt x="10564" y="0"/>
                  </a:moveTo>
                  <a:cubicBezTo>
                    <a:pt x="9182" y="0"/>
                    <a:pt x="7992" y="621"/>
                    <a:pt x="7070" y="621"/>
                  </a:cubicBezTo>
                  <a:cubicBezTo>
                    <a:pt x="6995" y="621"/>
                    <a:pt x="6922" y="617"/>
                    <a:pt x="6851" y="608"/>
                  </a:cubicBezTo>
                  <a:cubicBezTo>
                    <a:pt x="6728" y="595"/>
                    <a:pt x="6570" y="583"/>
                    <a:pt x="6384" y="583"/>
                  </a:cubicBezTo>
                  <a:cubicBezTo>
                    <a:pt x="4957" y="583"/>
                    <a:pt x="1899" y="1261"/>
                    <a:pt x="569" y="6924"/>
                  </a:cubicBezTo>
                  <a:lnTo>
                    <a:pt x="685" y="9029"/>
                  </a:lnTo>
                  <a:cubicBezTo>
                    <a:pt x="685" y="11686"/>
                    <a:pt x="0" y="18670"/>
                    <a:pt x="4829" y="19639"/>
                  </a:cubicBezTo>
                  <a:lnTo>
                    <a:pt x="4629" y="9998"/>
                  </a:lnTo>
                  <a:cubicBezTo>
                    <a:pt x="4629" y="9998"/>
                    <a:pt x="9307" y="7793"/>
                    <a:pt x="10076" y="3215"/>
                  </a:cubicBezTo>
                  <a:lnTo>
                    <a:pt x="10109" y="3231"/>
                  </a:lnTo>
                  <a:cubicBezTo>
                    <a:pt x="10410" y="3916"/>
                    <a:pt x="10945" y="5403"/>
                    <a:pt x="10627" y="6623"/>
                  </a:cubicBezTo>
                  <a:lnTo>
                    <a:pt x="14988" y="7693"/>
                  </a:lnTo>
                  <a:lnTo>
                    <a:pt x="15506" y="8144"/>
                  </a:lnTo>
                  <a:cubicBezTo>
                    <a:pt x="15506" y="8144"/>
                    <a:pt x="17043" y="4735"/>
                    <a:pt x="14036" y="1644"/>
                  </a:cubicBezTo>
                  <a:cubicBezTo>
                    <a:pt x="12790" y="363"/>
                    <a:pt x="11621" y="0"/>
                    <a:pt x="10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65"/>
            <p:cNvSpPr/>
            <p:nvPr/>
          </p:nvSpPr>
          <p:spPr>
            <a:xfrm>
              <a:off x="4231074" y="802853"/>
              <a:ext cx="90655" cy="108003"/>
            </a:xfrm>
            <a:custGeom>
              <a:avLst/>
              <a:gdLst/>
              <a:ahLst/>
              <a:cxnLst/>
              <a:rect l="l" t="t" r="r" b="b"/>
              <a:pathLst>
                <a:path w="2827" h="3368" extrusionOk="0">
                  <a:moveTo>
                    <a:pt x="1943" y="0"/>
                  </a:moveTo>
                  <a:cubicBezTo>
                    <a:pt x="1622" y="0"/>
                    <a:pt x="1291" y="171"/>
                    <a:pt x="1072" y="413"/>
                  </a:cubicBezTo>
                  <a:cubicBezTo>
                    <a:pt x="0" y="1590"/>
                    <a:pt x="906" y="3368"/>
                    <a:pt x="2347" y="3368"/>
                  </a:cubicBezTo>
                  <a:cubicBezTo>
                    <a:pt x="2501" y="3368"/>
                    <a:pt x="2661" y="3347"/>
                    <a:pt x="2826" y="3304"/>
                  </a:cubicBezTo>
                  <a:lnTo>
                    <a:pt x="2358" y="112"/>
                  </a:lnTo>
                  <a:cubicBezTo>
                    <a:pt x="2229" y="35"/>
                    <a:pt x="2087" y="0"/>
                    <a:pt x="19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65"/>
            <p:cNvSpPr/>
            <p:nvPr/>
          </p:nvSpPr>
          <p:spPr>
            <a:xfrm>
              <a:off x="4040914" y="1420986"/>
              <a:ext cx="443686" cy="153828"/>
            </a:xfrm>
            <a:custGeom>
              <a:avLst/>
              <a:gdLst/>
              <a:ahLst/>
              <a:cxnLst/>
              <a:rect l="l" t="t" r="r" b="b"/>
              <a:pathLst>
                <a:path w="13836" h="4797" extrusionOk="0">
                  <a:moveTo>
                    <a:pt x="1" y="1"/>
                  </a:moveTo>
                  <a:lnTo>
                    <a:pt x="11914" y="4796"/>
                  </a:lnTo>
                  <a:lnTo>
                    <a:pt x="12332" y="4780"/>
                  </a:lnTo>
                  <a:lnTo>
                    <a:pt x="13836" y="21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>
                <a:alpha val="320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65"/>
            <p:cNvSpPr/>
            <p:nvPr/>
          </p:nvSpPr>
          <p:spPr>
            <a:xfrm>
              <a:off x="4270260" y="831554"/>
              <a:ext cx="33254" cy="48518"/>
            </a:xfrm>
            <a:custGeom>
              <a:avLst/>
              <a:gdLst/>
              <a:ahLst/>
              <a:cxnLst/>
              <a:rect l="l" t="t" r="r" b="b"/>
              <a:pathLst>
                <a:path w="1037" h="1513" extrusionOk="0">
                  <a:moveTo>
                    <a:pt x="619" y="0"/>
                  </a:moveTo>
                  <a:cubicBezTo>
                    <a:pt x="560" y="0"/>
                    <a:pt x="454" y="27"/>
                    <a:pt x="334" y="103"/>
                  </a:cubicBezTo>
                  <a:cubicBezTo>
                    <a:pt x="217" y="186"/>
                    <a:pt x="117" y="287"/>
                    <a:pt x="67" y="420"/>
                  </a:cubicBezTo>
                  <a:cubicBezTo>
                    <a:pt x="0" y="571"/>
                    <a:pt x="0" y="754"/>
                    <a:pt x="50" y="905"/>
                  </a:cubicBezTo>
                  <a:cubicBezTo>
                    <a:pt x="151" y="1189"/>
                    <a:pt x="401" y="1406"/>
                    <a:pt x="685" y="1473"/>
                  </a:cubicBezTo>
                  <a:cubicBezTo>
                    <a:pt x="784" y="1503"/>
                    <a:pt x="865" y="1513"/>
                    <a:pt x="924" y="1513"/>
                  </a:cubicBezTo>
                  <a:cubicBezTo>
                    <a:pt x="996" y="1513"/>
                    <a:pt x="1036" y="1499"/>
                    <a:pt x="1036" y="1490"/>
                  </a:cubicBezTo>
                  <a:cubicBezTo>
                    <a:pt x="1036" y="1456"/>
                    <a:pt x="919" y="1439"/>
                    <a:pt x="735" y="1356"/>
                  </a:cubicBezTo>
                  <a:cubicBezTo>
                    <a:pt x="501" y="1272"/>
                    <a:pt x="318" y="1089"/>
                    <a:pt x="217" y="855"/>
                  </a:cubicBezTo>
                  <a:cubicBezTo>
                    <a:pt x="134" y="621"/>
                    <a:pt x="217" y="370"/>
                    <a:pt x="401" y="203"/>
                  </a:cubicBezTo>
                  <a:cubicBezTo>
                    <a:pt x="552" y="86"/>
                    <a:pt x="669" y="36"/>
                    <a:pt x="669" y="19"/>
                  </a:cubicBezTo>
                  <a:cubicBezTo>
                    <a:pt x="669" y="8"/>
                    <a:pt x="650" y="0"/>
                    <a:pt x="619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65"/>
            <p:cNvSpPr/>
            <p:nvPr/>
          </p:nvSpPr>
          <p:spPr>
            <a:xfrm>
              <a:off x="4277924" y="898607"/>
              <a:ext cx="30400" cy="21998"/>
            </a:xfrm>
            <a:custGeom>
              <a:avLst/>
              <a:gdLst/>
              <a:ahLst/>
              <a:cxnLst/>
              <a:rect l="l" t="t" r="r" b="b"/>
              <a:pathLst>
                <a:path w="948" h="686" extrusionOk="0">
                  <a:moveTo>
                    <a:pt x="396" y="0"/>
                  </a:moveTo>
                  <a:cubicBezTo>
                    <a:pt x="1" y="99"/>
                    <a:pt x="76" y="685"/>
                    <a:pt x="479" y="685"/>
                  </a:cubicBezTo>
                  <a:cubicBezTo>
                    <a:pt x="485" y="685"/>
                    <a:pt x="491" y="685"/>
                    <a:pt x="496" y="685"/>
                  </a:cubicBezTo>
                  <a:cubicBezTo>
                    <a:pt x="914" y="668"/>
                    <a:pt x="948" y="67"/>
                    <a:pt x="5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65"/>
            <p:cNvSpPr/>
            <p:nvPr/>
          </p:nvSpPr>
          <p:spPr>
            <a:xfrm>
              <a:off x="4332952" y="1453150"/>
              <a:ext cx="243264" cy="161300"/>
            </a:xfrm>
            <a:custGeom>
              <a:avLst/>
              <a:gdLst/>
              <a:ahLst/>
              <a:cxnLst/>
              <a:rect l="l" t="t" r="r" b="b"/>
              <a:pathLst>
                <a:path w="7586" h="5030" extrusionOk="0">
                  <a:moveTo>
                    <a:pt x="7586" y="0"/>
                  </a:moveTo>
                  <a:cubicBezTo>
                    <a:pt x="7586" y="0"/>
                    <a:pt x="134" y="1571"/>
                    <a:pt x="0" y="4980"/>
                  </a:cubicBezTo>
                  <a:lnTo>
                    <a:pt x="7586" y="5030"/>
                  </a:lnTo>
                  <a:lnTo>
                    <a:pt x="758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65"/>
            <p:cNvSpPr/>
            <p:nvPr/>
          </p:nvSpPr>
          <p:spPr>
            <a:xfrm>
              <a:off x="4550466" y="1094700"/>
              <a:ext cx="654786" cy="316250"/>
            </a:xfrm>
            <a:custGeom>
              <a:avLst/>
              <a:gdLst/>
              <a:ahLst/>
              <a:cxnLst/>
              <a:rect l="l" t="t" r="r" b="b"/>
              <a:pathLst>
                <a:path w="20419" h="9862" extrusionOk="0">
                  <a:moveTo>
                    <a:pt x="302" y="0"/>
                  </a:moveTo>
                  <a:lnTo>
                    <a:pt x="1" y="318"/>
                  </a:lnTo>
                  <a:cubicBezTo>
                    <a:pt x="268" y="3526"/>
                    <a:pt x="2925" y="5999"/>
                    <a:pt x="6133" y="6049"/>
                  </a:cubicBezTo>
                  <a:cubicBezTo>
                    <a:pt x="6169" y="6049"/>
                    <a:pt x="6206" y="6050"/>
                    <a:pt x="6243" y="6050"/>
                  </a:cubicBezTo>
                  <a:cubicBezTo>
                    <a:pt x="6790" y="6050"/>
                    <a:pt x="7348" y="5992"/>
                    <a:pt x="7895" y="5992"/>
                  </a:cubicBezTo>
                  <a:cubicBezTo>
                    <a:pt x="8416" y="5992"/>
                    <a:pt x="8927" y="6044"/>
                    <a:pt x="9408" y="6249"/>
                  </a:cubicBezTo>
                  <a:cubicBezTo>
                    <a:pt x="10277" y="6650"/>
                    <a:pt x="10845" y="7486"/>
                    <a:pt x="11530" y="8154"/>
                  </a:cubicBezTo>
                  <a:cubicBezTo>
                    <a:pt x="12715" y="9268"/>
                    <a:pt x="14270" y="9861"/>
                    <a:pt x="15855" y="9861"/>
                  </a:cubicBezTo>
                  <a:cubicBezTo>
                    <a:pt x="16505" y="9861"/>
                    <a:pt x="17159" y="9762"/>
                    <a:pt x="17795" y="9558"/>
                  </a:cubicBezTo>
                  <a:cubicBezTo>
                    <a:pt x="18698" y="9257"/>
                    <a:pt x="20118" y="8605"/>
                    <a:pt x="20285" y="7670"/>
                  </a:cubicBezTo>
                  <a:cubicBezTo>
                    <a:pt x="20419" y="6951"/>
                    <a:pt x="19550" y="6233"/>
                    <a:pt x="19032" y="5731"/>
                  </a:cubicBezTo>
                  <a:cubicBezTo>
                    <a:pt x="18514" y="5213"/>
                    <a:pt x="17846" y="4896"/>
                    <a:pt x="17194" y="4579"/>
                  </a:cubicBezTo>
                  <a:cubicBezTo>
                    <a:pt x="11864" y="2106"/>
                    <a:pt x="6166" y="301"/>
                    <a:pt x="3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65"/>
            <p:cNvSpPr/>
            <p:nvPr/>
          </p:nvSpPr>
          <p:spPr>
            <a:xfrm>
              <a:off x="4349018" y="1554163"/>
              <a:ext cx="381988" cy="224152"/>
            </a:xfrm>
            <a:custGeom>
              <a:avLst/>
              <a:gdLst/>
              <a:ahLst/>
              <a:cxnLst/>
              <a:rect l="l" t="t" r="r" b="b"/>
              <a:pathLst>
                <a:path w="11912" h="6990" extrusionOk="0">
                  <a:moveTo>
                    <a:pt x="9201" y="0"/>
                  </a:moveTo>
                  <a:cubicBezTo>
                    <a:pt x="9084" y="0"/>
                    <a:pt x="8962" y="38"/>
                    <a:pt x="8856" y="125"/>
                  </a:cubicBezTo>
                  <a:cubicBezTo>
                    <a:pt x="8421" y="409"/>
                    <a:pt x="7937" y="643"/>
                    <a:pt x="7436" y="794"/>
                  </a:cubicBezTo>
                  <a:cubicBezTo>
                    <a:pt x="7051" y="944"/>
                    <a:pt x="6634" y="1011"/>
                    <a:pt x="6216" y="1028"/>
                  </a:cubicBezTo>
                  <a:cubicBezTo>
                    <a:pt x="5848" y="1028"/>
                    <a:pt x="5531" y="1028"/>
                    <a:pt x="5247" y="1011"/>
                  </a:cubicBezTo>
                  <a:cubicBezTo>
                    <a:pt x="5247" y="1011"/>
                    <a:pt x="3576" y="944"/>
                    <a:pt x="2774" y="510"/>
                  </a:cubicBezTo>
                  <a:lnTo>
                    <a:pt x="0" y="4737"/>
                  </a:lnTo>
                  <a:lnTo>
                    <a:pt x="1905" y="6274"/>
                  </a:lnTo>
                  <a:cubicBezTo>
                    <a:pt x="1905" y="6274"/>
                    <a:pt x="2585" y="6990"/>
                    <a:pt x="3613" y="6990"/>
                  </a:cubicBezTo>
                  <a:cubicBezTo>
                    <a:pt x="3801" y="6990"/>
                    <a:pt x="4001" y="6966"/>
                    <a:pt x="4211" y="6909"/>
                  </a:cubicBezTo>
                  <a:cubicBezTo>
                    <a:pt x="5564" y="6541"/>
                    <a:pt x="7235" y="5238"/>
                    <a:pt x="7235" y="5238"/>
                  </a:cubicBezTo>
                  <a:cubicBezTo>
                    <a:pt x="7267" y="5167"/>
                    <a:pt x="7364" y="5136"/>
                    <a:pt x="7509" y="5136"/>
                  </a:cubicBezTo>
                  <a:cubicBezTo>
                    <a:pt x="8207" y="5136"/>
                    <a:pt x="9996" y="5858"/>
                    <a:pt x="10660" y="6190"/>
                  </a:cubicBezTo>
                  <a:cubicBezTo>
                    <a:pt x="10939" y="6327"/>
                    <a:pt x="11181" y="6387"/>
                    <a:pt x="11374" y="6387"/>
                  </a:cubicBezTo>
                  <a:cubicBezTo>
                    <a:pt x="11725" y="6387"/>
                    <a:pt x="11911" y="6186"/>
                    <a:pt x="11847" y="5873"/>
                  </a:cubicBezTo>
                  <a:cubicBezTo>
                    <a:pt x="11763" y="5539"/>
                    <a:pt x="9357" y="4286"/>
                    <a:pt x="8555" y="3918"/>
                  </a:cubicBezTo>
                  <a:cubicBezTo>
                    <a:pt x="8121" y="3718"/>
                    <a:pt x="7269" y="3350"/>
                    <a:pt x="6817" y="2982"/>
                  </a:cubicBezTo>
                  <a:cubicBezTo>
                    <a:pt x="6450" y="2665"/>
                    <a:pt x="6366" y="2381"/>
                    <a:pt x="7051" y="2197"/>
                  </a:cubicBezTo>
                  <a:cubicBezTo>
                    <a:pt x="8538" y="1796"/>
                    <a:pt x="9558" y="944"/>
                    <a:pt x="9658" y="526"/>
                  </a:cubicBezTo>
                  <a:cubicBezTo>
                    <a:pt x="9741" y="229"/>
                    <a:pt x="9487" y="0"/>
                    <a:pt x="92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65"/>
            <p:cNvSpPr/>
            <p:nvPr/>
          </p:nvSpPr>
          <p:spPr>
            <a:xfrm>
              <a:off x="3543162" y="1334725"/>
              <a:ext cx="924827" cy="462606"/>
            </a:xfrm>
            <a:custGeom>
              <a:avLst/>
              <a:gdLst/>
              <a:ahLst/>
              <a:cxnLst/>
              <a:rect l="l" t="t" r="r" b="b"/>
              <a:pathLst>
                <a:path w="28840" h="14426" extrusionOk="0">
                  <a:moveTo>
                    <a:pt x="7286" y="1"/>
                  </a:moveTo>
                  <a:lnTo>
                    <a:pt x="1" y="8021"/>
                  </a:lnTo>
                  <a:cubicBezTo>
                    <a:pt x="1" y="8021"/>
                    <a:pt x="25538" y="14426"/>
                    <a:pt x="26204" y="14426"/>
                  </a:cubicBezTo>
                  <a:cubicBezTo>
                    <a:pt x="26215" y="14426"/>
                    <a:pt x="26219" y="14424"/>
                    <a:pt x="26216" y="14420"/>
                  </a:cubicBezTo>
                  <a:cubicBezTo>
                    <a:pt x="26049" y="14186"/>
                    <a:pt x="28840" y="6400"/>
                    <a:pt x="28840" y="6400"/>
                  </a:cubicBezTo>
                  <a:lnTo>
                    <a:pt x="728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65"/>
            <p:cNvSpPr/>
            <p:nvPr/>
          </p:nvSpPr>
          <p:spPr>
            <a:xfrm>
              <a:off x="3928934" y="1384045"/>
              <a:ext cx="434579" cy="129136"/>
            </a:xfrm>
            <a:custGeom>
              <a:avLst/>
              <a:gdLst/>
              <a:ahLst/>
              <a:cxnLst/>
              <a:rect l="l" t="t" r="r" b="b"/>
              <a:pathLst>
                <a:path w="13552" h="4027" extrusionOk="0">
                  <a:moveTo>
                    <a:pt x="1" y="0"/>
                  </a:moveTo>
                  <a:lnTo>
                    <a:pt x="1" y="0"/>
                  </a:lnTo>
                  <a:cubicBezTo>
                    <a:pt x="168" y="84"/>
                    <a:pt x="352" y="134"/>
                    <a:pt x="519" y="184"/>
                  </a:cubicBezTo>
                  <a:lnTo>
                    <a:pt x="1972" y="652"/>
                  </a:lnTo>
                  <a:cubicBezTo>
                    <a:pt x="3192" y="1036"/>
                    <a:pt x="4880" y="1537"/>
                    <a:pt x="6751" y="2105"/>
                  </a:cubicBezTo>
                  <a:cubicBezTo>
                    <a:pt x="8622" y="2657"/>
                    <a:pt x="10310" y="3141"/>
                    <a:pt x="11546" y="3492"/>
                  </a:cubicBezTo>
                  <a:lnTo>
                    <a:pt x="13000" y="3893"/>
                  </a:lnTo>
                  <a:cubicBezTo>
                    <a:pt x="13184" y="3960"/>
                    <a:pt x="13368" y="3993"/>
                    <a:pt x="13551" y="4027"/>
                  </a:cubicBezTo>
                  <a:cubicBezTo>
                    <a:pt x="13384" y="3943"/>
                    <a:pt x="13201" y="3876"/>
                    <a:pt x="13017" y="3843"/>
                  </a:cubicBezTo>
                  <a:lnTo>
                    <a:pt x="11580" y="3375"/>
                  </a:lnTo>
                  <a:cubicBezTo>
                    <a:pt x="10360" y="2991"/>
                    <a:pt x="8673" y="2490"/>
                    <a:pt x="6801" y="1922"/>
                  </a:cubicBezTo>
                  <a:cubicBezTo>
                    <a:pt x="4930" y="1370"/>
                    <a:pt x="3242" y="869"/>
                    <a:pt x="2006" y="535"/>
                  </a:cubicBezTo>
                  <a:cubicBezTo>
                    <a:pt x="1421" y="368"/>
                    <a:pt x="920" y="234"/>
                    <a:pt x="552" y="117"/>
                  </a:cubicBezTo>
                  <a:cubicBezTo>
                    <a:pt x="368" y="67"/>
                    <a:pt x="185" y="1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65"/>
            <p:cNvSpPr/>
            <p:nvPr/>
          </p:nvSpPr>
          <p:spPr>
            <a:xfrm>
              <a:off x="3534055" y="1439746"/>
              <a:ext cx="532609" cy="152192"/>
            </a:xfrm>
            <a:custGeom>
              <a:avLst/>
              <a:gdLst/>
              <a:ahLst/>
              <a:cxnLst/>
              <a:rect l="l" t="t" r="r" b="b"/>
              <a:pathLst>
                <a:path w="16609" h="4746" extrusionOk="0">
                  <a:moveTo>
                    <a:pt x="16592" y="1"/>
                  </a:moveTo>
                  <a:lnTo>
                    <a:pt x="16592" y="1"/>
                  </a:lnTo>
                  <a:cubicBezTo>
                    <a:pt x="16559" y="251"/>
                    <a:pt x="16509" y="502"/>
                    <a:pt x="16425" y="736"/>
                  </a:cubicBezTo>
                  <a:cubicBezTo>
                    <a:pt x="16191" y="1388"/>
                    <a:pt x="15774" y="1956"/>
                    <a:pt x="15205" y="2373"/>
                  </a:cubicBezTo>
                  <a:cubicBezTo>
                    <a:pt x="14821" y="2657"/>
                    <a:pt x="14403" y="2891"/>
                    <a:pt x="13952" y="3058"/>
                  </a:cubicBezTo>
                  <a:cubicBezTo>
                    <a:pt x="13434" y="3225"/>
                    <a:pt x="12883" y="3326"/>
                    <a:pt x="12348" y="3326"/>
                  </a:cubicBezTo>
                  <a:cubicBezTo>
                    <a:pt x="12258" y="3330"/>
                    <a:pt x="12167" y="3331"/>
                    <a:pt x="12075" y="3331"/>
                  </a:cubicBezTo>
                  <a:cubicBezTo>
                    <a:pt x="10982" y="3331"/>
                    <a:pt x="9808" y="3065"/>
                    <a:pt x="8606" y="2741"/>
                  </a:cubicBezTo>
                  <a:cubicBezTo>
                    <a:pt x="7302" y="2373"/>
                    <a:pt x="6049" y="2039"/>
                    <a:pt x="4863" y="1972"/>
                  </a:cubicBezTo>
                  <a:cubicBezTo>
                    <a:pt x="4721" y="1964"/>
                    <a:pt x="4580" y="1960"/>
                    <a:pt x="4439" y="1960"/>
                  </a:cubicBezTo>
                  <a:cubicBezTo>
                    <a:pt x="4018" y="1960"/>
                    <a:pt x="3601" y="1997"/>
                    <a:pt x="3175" y="2073"/>
                  </a:cubicBezTo>
                  <a:cubicBezTo>
                    <a:pt x="2707" y="2173"/>
                    <a:pt x="2240" y="2357"/>
                    <a:pt x="1805" y="2591"/>
                  </a:cubicBezTo>
                  <a:cubicBezTo>
                    <a:pt x="1170" y="2908"/>
                    <a:pt x="636" y="3409"/>
                    <a:pt x="285" y="4027"/>
                  </a:cubicBezTo>
                  <a:cubicBezTo>
                    <a:pt x="151" y="4245"/>
                    <a:pt x="51" y="4495"/>
                    <a:pt x="1" y="4746"/>
                  </a:cubicBezTo>
                  <a:cubicBezTo>
                    <a:pt x="101" y="4512"/>
                    <a:pt x="218" y="4278"/>
                    <a:pt x="335" y="4061"/>
                  </a:cubicBezTo>
                  <a:cubicBezTo>
                    <a:pt x="719" y="3476"/>
                    <a:pt x="1237" y="3008"/>
                    <a:pt x="1872" y="2691"/>
                  </a:cubicBezTo>
                  <a:cubicBezTo>
                    <a:pt x="2290" y="2474"/>
                    <a:pt x="2741" y="2323"/>
                    <a:pt x="3209" y="2223"/>
                  </a:cubicBezTo>
                  <a:cubicBezTo>
                    <a:pt x="3589" y="2154"/>
                    <a:pt x="3970" y="2116"/>
                    <a:pt x="4345" y="2116"/>
                  </a:cubicBezTo>
                  <a:cubicBezTo>
                    <a:pt x="4513" y="2116"/>
                    <a:pt x="4681" y="2124"/>
                    <a:pt x="4846" y="2139"/>
                  </a:cubicBezTo>
                  <a:cubicBezTo>
                    <a:pt x="6016" y="2206"/>
                    <a:pt x="7269" y="2557"/>
                    <a:pt x="8572" y="2908"/>
                  </a:cubicBezTo>
                  <a:cubicBezTo>
                    <a:pt x="9775" y="3232"/>
                    <a:pt x="10963" y="3499"/>
                    <a:pt x="12071" y="3499"/>
                  </a:cubicBezTo>
                  <a:cubicBezTo>
                    <a:pt x="12164" y="3499"/>
                    <a:pt x="12256" y="3497"/>
                    <a:pt x="12348" y="3493"/>
                  </a:cubicBezTo>
                  <a:cubicBezTo>
                    <a:pt x="12916" y="3476"/>
                    <a:pt x="13468" y="3376"/>
                    <a:pt x="14002" y="3192"/>
                  </a:cubicBezTo>
                  <a:cubicBezTo>
                    <a:pt x="14470" y="3025"/>
                    <a:pt x="14905" y="2774"/>
                    <a:pt x="15289" y="2474"/>
                  </a:cubicBezTo>
                  <a:cubicBezTo>
                    <a:pt x="15857" y="2039"/>
                    <a:pt x="16275" y="1438"/>
                    <a:pt x="16492" y="753"/>
                  </a:cubicBezTo>
                  <a:cubicBezTo>
                    <a:pt x="16576" y="519"/>
                    <a:pt x="16609" y="251"/>
                    <a:pt x="165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65"/>
            <p:cNvSpPr/>
            <p:nvPr/>
          </p:nvSpPr>
          <p:spPr>
            <a:xfrm>
              <a:off x="4164149" y="1619260"/>
              <a:ext cx="277063" cy="133433"/>
            </a:xfrm>
            <a:custGeom>
              <a:avLst/>
              <a:gdLst/>
              <a:ahLst/>
              <a:cxnLst/>
              <a:rect l="l" t="t" r="r" b="b"/>
              <a:pathLst>
                <a:path w="8640" h="4161" extrusionOk="0">
                  <a:moveTo>
                    <a:pt x="8238" y="0"/>
                  </a:moveTo>
                  <a:cubicBezTo>
                    <a:pt x="7887" y="0"/>
                    <a:pt x="7536" y="33"/>
                    <a:pt x="7186" y="67"/>
                  </a:cubicBezTo>
                  <a:cubicBezTo>
                    <a:pt x="6668" y="134"/>
                    <a:pt x="6150" y="234"/>
                    <a:pt x="5632" y="384"/>
                  </a:cubicBezTo>
                  <a:cubicBezTo>
                    <a:pt x="4395" y="735"/>
                    <a:pt x="3209" y="1287"/>
                    <a:pt x="2156" y="2039"/>
                  </a:cubicBezTo>
                  <a:cubicBezTo>
                    <a:pt x="1739" y="2356"/>
                    <a:pt x="1321" y="2690"/>
                    <a:pt x="953" y="3058"/>
                  </a:cubicBezTo>
                  <a:cubicBezTo>
                    <a:pt x="686" y="3308"/>
                    <a:pt x="452" y="3559"/>
                    <a:pt x="235" y="3843"/>
                  </a:cubicBezTo>
                  <a:cubicBezTo>
                    <a:pt x="135" y="3927"/>
                    <a:pt x="68" y="4044"/>
                    <a:pt x="1" y="4160"/>
                  </a:cubicBezTo>
                  <a:cubicBezTo>
                    <a:pt x="2" y="4161"/>
                    <a:pt x="2" y="4161"/>
                    <a:pt x="3" y="4161"/>
                  </a:cubicBezTo>
                  <a:cubicBezTo>
                    <a:pt x="47" y="4161"/>
                    <a:pt x="381" y="3732"/>
                    <a:pt x="1037" y="3141"/>
                  </a:cubicBezTo>
                  <a:cubicBezTo>
                    <a:pt x="1421" y="2807"/>
                    <a:pt x="1822" y="2473"/>
                    <a:pt x="2257" y="2172"/>
                  </a:cubicBezTo>
                  <a:cubicBezTo>
                    <a:pt x="3309" y="1454"/>
                    <a:pt x="4462" y="902"/>
                    <a:pt x="5682" y="535"/>
                  </a:cubicBezTo>
                  <a:cubicBezTo>
                    <a:pt x="6183" y="401"/>
                    <a:pt x="6684" y="284"/>
                    <a:pt x="7202" y="201"/>
                  </a:cubicBezTo>
                  <a:cubicBezTo>
                    <a:pt x="8088" y="67"/>
                    <a:pt x="8639" y="67"/>
                    <a:pt x="8639" y="33"/>
                  </a:cubicBezTo>
                  <a:cubicBezTo>
                    <a:pt x="8506" y="0"/>
                    <a:pt x="8372" y="0"/>
                    <a:pt x="82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65"/>
            <p:cNvSpPr/>
            <p:nvPr/>
          </p:nvSpPr>
          <p:spPr>
            <a:xfrm>
              <a:off x="4472253" y="1737108"/>
              <a:ext cx="48775" cy="28668"/>
            </a:xfrm>
            <a:custGeom>
              <a:avLst/>
              <a:gdLst/>
              <a:ahLst/>
              <a:cxnLst/>
              <a:rect l="l" t="t" r="r" b="b"/>
              <a:pathLst>
                <a:path w="1521" h="894" extrusionOk="0">
                  <a:moveTo>
                    <a:pt x="20" y="0"/>
                  </a:moveTo>
                  <a:cubicBezTo>
                    <a:pt x="19" y="0"/>
                    <a:pt x="18" y="1"/>
                    <a:pt x="17" y="1"/>
                  </a:cubicBezTo>
                  <a:cubicBezTo>
                    <a:pt x="0" y="1"/>
                    <a:pt x="0" y="118"/>
                    <a:pt x="84" y="285"/>
                  </a:cubicBezTo>
                  <a:cubicBezTo>
                    <a:pt x="297" y="665"/>
                    <a:pt x="704" y="893"/>
                    <a:pt x="1128" y="893"/>
                  </a:cubicBezTo>
                  <a:cubicBezTo>
                    <a:pt x="1170" y="893"/>
                    <a:pt x="1212" y="891"/>
                    <a:pt x="1253" y="886"/>
                  </a:cubicBezTo>
                  <a:cubicBezTo>
                    <a:pt x="1437" y="853"/>
                    <a:pt x="1521" y="803"/>
                    <a:pt x="1521" y="770"/>
                  </a:cubicBezTo>
                  <a:cubicBezTo>
                    <a:pt x="1518" y="763"/>
                    <a:pt x="1501" y="762"/>
                    <a:pt x="1473" y="762"/>
                  </a:cubicBezTo>
                  <a:cubicBezTo>
                    <a:pt x="1442" y="762"/>
                    <a:pt x="1398" y="764"/>
                    <a:pt x="1344" y="764"/>
                  </a:cubicBezTo>
                  <a:cubicBezTo>
                    <a:pt x="1179" y="764"/>
                    <a:pt x="918" y="746"/>
                    <a:pt x="652" y="602"/>
                  </a:cubicBezTo>
                  <a:cubicBezTo>
                    <a:pt x="226" y="390"/>
                    <a:pt x="73" y="0"/>
                    <a:pt x="20" y="0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65"/>
            <p:cNvSpPr/>
            <p:nvPr/>
          </p:nvSpPr>
          <p:spPr>
            <a:xfrm>
              <a:off x="4514583" y="1712993"/>
              <a:ext cx="46626" cy="27482"/>
            </a:xfrm>
            <a:custGeom>
              <a:avLst/>
              <a:gdLst/>
              <a:ahLst/>
              <a:cxnLst/>
              <a:rect l="l" t="t" r="r" b="b"/>
              <a:pathLst>
                <a:path w="1454" h="857" extrusionOk="0">
                  <a:moveTo>
                    <a:pt x="20" y="1"/>
                  </a:moveTo>
                  <a:cubicBezTo>
                    <a:pt x="19" y="1"/>
                    <a:pt x="18" y="1"/>
                    <a:pt x="17" y="1"/>
                  </a:cubicBezTo>
                  <a:cubicBezTo>
                    <a:pt x="0" y="1"/>
                    <a:pt x="0" y="118"/>
                    <a:pt x="84" y="268"/>
                  </a:cubicBezTo>
                  <a:cubicBezTo>
                    <a:pt x="286" y="642"/>
                    <a:pt x="678" y="857"/>
                    <a:pt x="1109" y="857"/>
                  </a:cubicBezTo>
                  <a:cubicBezTo>
                    <a:pt x="1141" y="857"/>
                    <a:pt x="1172" y="855"/>
                    <a:pt x="1203" y="853"/>
                  </a:cubicBezTo>
                  <a:cubicBezTo>
                    <a:pt x="1370" y="836"/>
                    <a:pt x="1454" y="786"/>
                    <a:pt x="1454" y="770"/>
                  </a:cubicBezTo>
                  <a:cubicBezTo>
                    <a:pt x="1437" y="720"/>
                    <a:pt x="1053" y="786"/>
                    <a:pt x="635" y="569"/>
                  </a:cubicBezTo>
                  <a:cubicBezTo>
                    <a:pt x="227" y="357"/>
                    <a:pt x="74" y="1"/>
                    <a:pt x="20" y="1"/>
                  </a:cubicBezTo>
                  <a:close/>
                </a:path>
              </a:pathLst>
            </a:custGeom>
            <a:solidFill>
              <a:srgbClr val="EB99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57" name="Google Shape;3657;p65"/>
          <p:cNvSpPr txBox="1">
            <a:spLocks noGrp="1"/>
          </p:cNvSpPr>
          <p:nvPr>
            <p:ph type="title"/>
          </p:nvPr>
        </p:nvSpPr>
        <p:spPr>
          <a:xfrm>
            <a:off x="720000" y="1881260"/>
            <a:ext cx="7704000" cy="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3658" name="Google Shape;3658;p65"/>
          <p:cNvSpPr txBox="1"/>
          <p:nvPr/>
        </p:nvSpPr>
        <p:spPr>
          <a:xfrm>
            <a:off x="3072000" y="2685900"/>
            <a:ext cx="3000000" cy="17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9" name="Google Shape;3659;p65"/>
          <p:cNvGrpSpPr/>
          <p:nvPr/>
        </p:nvGrpSpPr>
        <p:grpSpPr>
          <a:xfrm>
            <a:off x="2753420" y="2500860"/>
            <a:ext cx="2123889" cy="2650247"/>
            <a:chOff x="4087120" y="2021335"/>
            <a:chExt cx="2123889" cy="2650247"/>
          </a:xfrm>
        </p:grpSpPr>
        <p:sp>
          <p:nvSpPr>
            <p:cNvPr id="3660" name="Google Shape;3660;p65"/>
            <p:cNvSpPr/>
            <p:nvPr/>
          </p:nvSpPr>
          <p:spPr>
            <a:xfrm>
              <a:off x="4956252" y="2031815"/>
              <a:ext cx="234061" cy="457321"/>
            </a:xfrm>
            <a:custGeom>
              <a:avLst/>
              <a:gdLst/>
              <a:ahLst/>
              <a:cxnLst/>
              <a:rect l="l" t="t" r="r" b="b"/>
              <a:pathLst>
                <a:path w="7303" h="14269" extrusionOk="0">
                  <a:moveTo>
                    <a:pt x="4184" y="1"/>
                  </a:moveTo>
                  <a:cubicBezTo>
                    <a:pt x="2817" y="1"/>
                    <a:pt x="1458" y="410"/>
                    <a:pt x="302" y="1213"/>
                  </a:cubicBezTo>
                  <a:lnTo>
                    <a:pt x="1" y="1413"/>
                  </a:lnTo>
                  <a:lnTo>
                    <a:pt x="235" y="11940"/>
                  </a:lnTo>
                  <a:cubicBezTo>
                    <a:pt x="252" y="13176"/>
                    <a:pt x="1237" y="14195"/>
                    <a:pt x="2474" y="14262"/>
                  </a:cubicBezTo>
                  <a:cubicBezTo>
                    <a:pt x="2534" y="14267"/>
                    <a:pt x="2593" y="14269"/>
                    <a:pt x="2652" y="14269"/>
                  </a:cubicBezTo>
                  <a:cubicBezTo>
                    <a:pt x="3927" y="14269"/>
                    <a:pt x="4982" y="13249"/>
                    <a:pt x="5014" y="11940"/>
                  </a:cubicBezTo>
                  <a:cubicBezTo>
                    <a:pt x="5047" y="10636"/>
                    <a:pt x="5080" y="9316"/>
                    <a:pt x="5080" y="9316"/>
                  </a:cubicBezTo>
                  <a:cubicBezTo>
                    <a:pt x="5080" y="9316"/>
                    <a:pt x="7052" y="9116"/>
                    <a:pt x="7169" y="7161"/>
                  </a:cubicBezTo>
                  <a:cubicBezTo>
                    <a:pt x="7303" y="5206"/>
                    <a:pt x="7186" y="695"/>
                    <a:pt x="7186" y="695"/>
                  </a:cubicBezTo>
                  <a:cubicBezTo>
                    <a:pt x="6235" y="230"/>
                    <a:pt x="5207" y="1"/>
                    <a:pt x="41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65"/>
            <p:cNvSpPr/>
            <p:nvPr/>
          </p:nvSpPr>
          <p:spPr>
            <a:xfrm>
              <a:off x="5152270" y="2148862"/>
              <a:ext cx="24134" cy="18365"/>
            </a:xfrm>
            <a:custGeom>
              <a:avLst/>
              <a:gdLst/>
              <a:ahLst/>
              <a:cxnLst/>
              <a:rect l="l" t="t" r="r" b="b"/>
              <a:pathLst>
                <a:path w="753" h="573" extrusionOk="0">
                  <a:moveTo>
                    <a:pt x="368" y="0"/>
                  </a:moveTo>
                  <a:cubicBezTo>
                    <a:pt x="117" y="0"/>
                    <a:pt x="0" y="318"/>
                    <a:pt x="167" y="485"/>
                  </a:cubicBezTo>
                  <a:cubicBezTo>
                    <a:pt x="226" y="543"/>
                    <a:pt x="301" y="572"/>
                    <a:pt x="374" y="572"/>
                  </a:cubicBezTo>
                  <a:cubicBezTo>
                    <a:pt x="447" y="572"/>
                    <a:pt x="518" y="543"/>
                    <a:pt x="568" y="485"/>
                  </a:cubicBezTo>
                  <a:cubicBezTo>
                    <a:pt x="752" y="318"/>
                    <a:pt x="635" y="0"/>
                    <a:pt x="3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65"/>
            <p:cNvSpPr/>
            <p:nvPr/>
          </p:nvSpPr>
          <p:spPr>
            <a:xfrm>
              <a:off x="5150122" y="2143990"/>
              <a:ext cx="32691" cy="9839"/>
            </a:xfrm>
            <a:custGeom>
              <a:avLst/>
              <a:gdLst/>
              <a:ahLst/>
              <a:cxnLst/>
              <a:rect l="l" t="t" r="r" b="b"/>
              <a:pathLst>
                <a:path w="1020" h="307" extrusionOk="0">
                  <a:moveTo>
                    <a:pt x="481" y="1"/>
                  </a:moveTo>
                  <a:cubicBezTo>
                    <a:pt x="357" y="1"/>
                    <a:pt x="230" y="34"/>
                    <a:pt x="117" y="102"/>
                  </a:cubicBezTo>
                  <a:cubicBezTo>
                    <a:pt x="34" y="169"/>
                    <a:pt x="0" y="219"/>
                    <a:pt x="17" y="236"/>
                  </a:cubicBezTo>
                  <a:cubicBezTo>
                    <a:pt x="19" y="240"/>
                    <a:pt x="23" y="241"/>
                    <a:pt x="30" y="241"/>
                  </a:cubicBezTo>
                  <a:cubicBezTo>
                    <a:pt x="74" y="241"/>
                    <a:pt x="221" y="164"/>
                    <a:pt x="426" y="164"/>
                  </a:cubicBezTo>
                  <a:cubicBezTo>
                    <a:pt x="456" y="164"/>
                    <a:pt x="486" y="165"/>
                    <a:pt x="518" y="169"/>
                  </a:cubicBezTo>
                  <a:cubicBezTo>
                    <a:pt x="761" y="169"/>
                    <a:pt x="935" y="307"/>
                    <a:pt x="990" y="307"/>
                  </a:cubicBezTo>
                  <a:cubicBezTo>
                    <a:pt x="996" y="307"/>
                    <a:pt x="1000" y="306"/>
                    <a:pt x="1003" y="303"/>
                  </a:cubicBezTo>
                  <a:cubicBezTo>
                    <a:pt x="1020" y="286"/>
                    <a:pt x="986" y="219"/>
                    <a:pt x="903" y="152"/>
                  </a:cubicBezTo>
                  <a:cubicBezTo>
                    <a:pt x="783" y="51"/>
                    <a:pt x="634" y="1"/>
                    <a:pt x="4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65"/>
            <p:cNvSpPr/>
            <p:nvPr/>
          </p:nvSpPr>
          <p:spPr>
            <a:xfrm>
              <a:off x="5058812" y="2152195"/>
              <a:ext cx="23877" cy="18204"/>
            </a:xfrm>
            <a:custGeom>
              <a:avLst/>
              <a:gdLst/>
              <a:ahLst/>
              <a:cxnLst/>
              <a:rect l="l" t="t" r="r" b="b"/>
              <a:pathLst>
                <a:path w="745" h="568" extrusionOk="0">
                  <a:moveTo>
                    <a:pt x="368" y="0"/>
                  </a:moveTo>
                  <a:cubicBezTo>
                    <a:pt x="279" y="0"/>
                    <a:pt x="195" y="41"/>
                    <a:pt x="143" y="113"/>
                  </a:cubicBezTo>
                  <a:cubicBezTo>
                    <a:pt x="1" y="318"/>
                    <a:pt x="156" y="567"/>
                    <a:pt x="384" y="567"/>
                  </a:cubicBezTo>
                  <a:cubicBezTo>
                    <a:pt x="398" y="567"/>
                    <a:pt x="412" y="566"/>
                    <a:pt x="427" y="565"/>
                  </a:cubicBezTo>
                  <a:cubicBezTo>
                    <a:pt x="677" y="514"/>
                    <a:pt x="744" y="180"/>
                    <a:pt x="527" y="47"/>
                  </a:cubicBezTo>
                  <a:cubicBezTo>
                    <a:pt x="477" y="15"/>
                    <a:pt x="421" y="0"/>
                    <a:pt x="3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65"/>
            <p:cNvSpPr/>
            <p:nvPr/>
          </p:nvSpPr>
          <p:spPr>
            <a:xfrm>
              <a:off x="5055863" y="2146971"/>
              <a:ext cx="32691" cy="10096"/>
            </a:xfrm>
            <a:custGeom>
              <a:avLst/>
              <a:gdLst/>
              <a:ahLst/>
              <a:cxnLst/>
              <a:rect l="l" t="t" r="r" b="b"/>
              <a:pathLst>
                <a:path w="1020" h="315" extrusionOk="0">
                  <a:moveTo>
                    <a:pt x="474" y="1"/>
                  </a:moveTo>
                  <a:cubicBezTo>
                    <a:pt x="352" y="1"/>
                    <a:pt x="228" y="36"/>
                    <a:pt x="118" y="109"/>
                  </a:cubicBezTo>
                  <a:cubicBezTo>
                    <a:pt x="34" y="176"/>
                    <a:pt x="1" y="226"/>
                    <a:pt x="17" y="243"/>
                  </a:cubicBezTo>
                  <a:cubicBezTo>
                    <a:pt x="19" y="247"/>
                    <a:pt x="24" y="248"/>
                    <a:pt x="30" y="248"/>
                  </a:cubicBezTo>
                  <a:cubicBezTo>
                    <a:pt x="80" y="248"/>
                    <a:pt x="256" y="158"/>
                    <a:pt x="472" y="158"/>
                  </a:cubicBezTo>
                  <a:cubicBezTo>
                    <a:pt x="487" y="158"/>
                    <a:pt x="503" y="158"/>
                    <a:pt x="519" y="159"/>
                  </a:cubicBezTo>
                  <a:cubicBezTo>
                    <a:pt x="762" y="175"/>
                    <a:pt x="936" y="314"/>
                    <a:pt x="991" y="314"/>
                  </a:cubicBezTo>
                  <a:cubicBezTo>
                    <a:pt x="996" y="314"/>
                    <a:pt x="1000" y="313"/>
                    <a:pt x="1003" y="310"/>
                  </a:cubicBezTo>
                  <a:cubicBezTo>
                    <a:pt x="1020" y="293"/>
                    <a:pt x="987" y="226"/>
                    <a:pt x="903" y="159"/>
                  </a:cubicBezTo>
                  <a:cubicBezTo>
                    <a:pt x="782" y="57"/>
                    <a:pt x="629" y="1"/>
                    <a:pt x="4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65"/>
            <p:cNvSpPr/>
            <p:nvPr/>
          </p:nvSpPr>
          <p:spPr>
            <a:xfrm>
              <a:off x="5116919" y="2148317"/>
              <a:ext cx="25736" cy="76599"/>
            </a:xfrm>
            <a:custGeom>
              <a:avLst/>
              <a:gdLst/>
              <a:ahLst/>
              <a:cxnLst/>
              <a:rect l="l" t="t" r="r" b="b"/>
              <a:pathLst>
                <a:path w="803" h="2390" extrusionOk="0">
                  <a:moveTo>
                    <a:pt x="35" y="0"/>
                  </a:moveTo>
                  <a:cubicBezTo>
                    <a:pt x="35" y="0"/>
                    <a:pt x="34" y="0"/>
                    <a:pt x="34" y="1"/>
                  </a:cubicBezTo>
                  <a:cubicBezTo>
                    <a:pt x="1" y="1"/>
                    <a:pt x="168" y="652"/>
                    <a:pt x="418" y="1454"/>
                  </a:cubicBezTo>
                  <a:cubicBezTo>
                    <a:pt x="485" y="1655"/>
                    <a:pt x="552" y="1838"/>
                    <a:pt x="619" y="2006"/>
                  </a:cubicBezTo>
                  <a:cubicBezTo>
                    <a:pt x="635" y="2072"/>
                    <a:pt x="652" y="2139"/>
                    <a:pt x="652" y="2223"/>
                  </a:cubicBezTo>
                  <a:cubicBezTo>
                    <a:pt x="652" y="2256"/>
                    <a:pt x="585" y="2273"/>
                    <a:pt x="519" y="2273"/>
                  </a:cubicBezTo>
                  <a:cubicBezTo>
                    <a:pt x="368" y="2273"/>
                    <a:pt x="218" y="2290"/>
                    <a:pt x="84" y="2340"/>
                  </a:cubicBezTo>
                  <a:cubicBezTo>
                    <a:pt x="218" y="2390"/>
                    <a:pt x="368" y="2390"/>
                    <a:pt x="519" y="2390"/>
                  </a:cubicBezTo>
                  <a:cubicBezTo>
                    <a:pt x="569" y="2390"/>
                    <a:pt x="602" y="2373"/>
                    <a:pt x="635" y="2373"/>
                  </a:cubicBezTo>
                  <a:cubicBezTo>
                    <a:pt x="702" y="2356"/>
                    <a:pt x="752" y="2323"/>
                    <a:pt x="769" y="2273"/>
                  </a:cubicBezTo>
                  <a:cubicBezTo>
                    <a:pt x="803" y="2173"/>
                    <a:pt x="786" y="2056"/>
                    <a:pt x="752" y="1972"/>
                  </a:cubicBezTo>
                  <a:cubicBezTo>
                    <a:pt x="686" y="1788"/>
                    <a:pt x="635" y="1605"/>
                    <a:pt x="569" y="1404"/>
                  </a:cubicBezTo>
                  <a:cubicBezTo>
                    <a:pt x="321" y="629"/>
                    <a:pt x="74" y="0"/>
                    <a:pt x="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65"/>
            <p:cNvSpPr/>
            <p:nvPr/>
          </p:nvSpPr>
          <p:spPr>
            <a:xfrm>
              <a:off x="5085317" y="2231326"/>
              <a:ext cx="47178" cy="24807"/>
            </a:xfrm>
            <a:custGeom>
              <a:avLst/>
              <a:gdLst/>
              <a:ahLst/>
              <a:cxnLst/>
              <a:rect l="l" t="t" r="r" b="b"/>
              <a:pathLst>
                <a:path w="1472" h="774" extrusionOk="0">
                  <a:moveTo>
                    <a:pt x="168" y="0"/>
                  </a:moveTo>
                  <a:cubicBezTo>
                    <a:pt x="168" y="0"/>
                    <a:pt x="1" y="468"/>
                    <a:pt x="586" y="719"/>
                  </a:cubicBezTo>
                  <a:cubicBezTo>
                    <a:pt x="674" y="756"/>
                    <a:pt x="767" y="774"/>
                    <a:pt x="859" y="774"/>
                  </a:cubicBezTo>
                  <a:cubicBezTo>
                    <a:pt x="1096" y="774"/>
                    <a:pt x="1327" y="656"/>
                    <a:pt x="1471" y="451"/>
                  </a:cubicBezTo>
                  <a:lnTo>
                    <a:pt x="1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65"/>
            <p:cNvSpPr/>
            <p:nvPr/>
          </p:nvSpPr>
          <p:spPr>
            <a:xfrm>
              <a:off x="5038749" y="2302541"/>
              <a:ext cx="80349" cy="43524"/>
            </a:xfrm>
            <a:custGeom>
              <a:avLst/>
              <a:gdLst/>
              <a:ahLst/>
              <a:cxnLst/>
              <a:rect l="l" t="t" r="r" b="b"/>
              <a:pathLst>
                <a:path w="2507" h="1358" extrusionOk="0">
                  <a:moveTo>
                    <a:pt x="0" y="1"/>
                  </a:moveTo>
                  <a:cubicBezTo>
                    <a:pt x="0" y="1"/>
                    <a:pt x="505" y="1357"/>
                    <a:pt x="2327" y="1357"/>
                  </a:cubicBezTo>
                  <a:cubicBezTo>
                    <a:pt x="2380" y="1357"/>
                    <a:pt x="2434" y="1356"/>
                    <a:pt x="2490" y="1354"/>
                  </a:cubicBezTo>
                  <a:lnTo>
                    <a:pt x="2506" y="853"/>
                  </a:lnTo>
                  <a:cubicBezTo>
                    <a:pt x="1604" y="819"/>
                    <a:pt x="735" y="519"/>
                    <a:pt x="0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65"/>
            <p:cNvSpPr/>
            <p:nvPr/>
          </p:nvSpPr>
          <p:spPr>
            <a:xfrm>
              <a:off x="4955194" y="2021335"/>
              <a:ext cx="231914" cy="175217"/>
            </a:xfrm>
            <a:custGeom>
              <a:avLst/>
              <a:gdLst/>
              <a:ahLst/>
              <a:cxnLst/>
              <a:rect l="l" t="t" r="r" b="b"/>
              <a:pathLst>
                <a:path w="7236" h="5467" extrusionOk="0">
                  <a:moveTo>
                    <a:pt x="3835" y="1"/>
                  </a:moveTo>
                  <a:cubicBezTo>
                    <a:pt x="3145" y="1"/>
                    <a:pt x="2453" y="80"/>
                    <a:pt x="1772" y="237"/>
                  </a:cubicBezTo>
                  <a:cubicBezTo>
                    <a:pt x="1772" y="237"/>
                    <a:pt x="101" y="855"/>
                    <a:pt x="34" y="1740"/>
                  </a:cubicBezTo>
                  <a:cubicBezTo>
                    <a:pt x="1" y="2475"/>
                    <a:pt x="17" y="3227"/>
                    <a:pt x="84" y="3946"/>
                  </a:cubicBezTo>
                  <a:lnTo>
                    <a:pt x="218" y="5466"/>
                  </a:lnTo>
                  <a:lnTo>
                    <a:pt x="836" y="5466"/>
                  </a:lnTo>
                  <a:lnTo>
                    <a:pt x="886" y="3428"/>
                  </a:lnTo>
                  <a:cubicBezTo>
                    <a:pt x="886" y="3428"/>
                    <a:pt x="2022" y="2609"/>
                    <a:pt x="2039" y="1373"/>
                  </a:cubicBezTo>
                  <a:cubicBezTo>
                    <a:pt x="2345" y="1326"/>
                    <a:pt x="3328" y="1198"/>
                    <a:pt x="4465" y="1198"/>
                  </a:cubicBezTo>
                  <a:cubicBezTo>
                    <a:pt x="5380" y="1198"/>
                    <a:pt x="6394" y="1281"/>
                    <a:pt x="7235" y="1556"/>
                  </a:cubicBezTo>
                  <a:lnTo>
                    <a:pt x="7219" y="1122"/>
                  </a:lnTo>
                  <a:cubicBezTo>
                    <a:pt x="7219" y="838"/>
                    <a:pt x="7052" y="587"/>
                    <a:pt x="6784" y="504"/>
                  </a:cubicBezTo>
                  <a:cubicBezTo>
                    <a:pt x="5834" y="167"/>
                    <a:pt x="4837" y="1"/>
                    <a:pt x="38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65"/>
            <p:cNvSpPr/>
            <p:nvPr/>
          </p:nvSpPr>
          <p:spPr>
            <a:xfrm>
              <a:off x="4922247" y="2143509"/>
              <a:ext cx="43684" cy="72433"/>
            </a:xfrm>
            <a:custGeom>
              <a:avLst/>
              <a:gdLst/>
              <a:ahLst/>
              <a:cxnLst/>
              <a:rect l="l" t="t" r="r" b="b"/>
              <a:pathLst>
                <a:path w="1363" h="2260" extrusionOk="0">
                  <a:moveTo>
                    <a:pt x="1045" y="0"/>
                  </a:moveTo>
                  <a:cubicBezTo>
                    <a:pt x="678" y="0"/>
                    <a:pt x="93" y="151"/>
                    <a:pt x="43" y="1153"/>
                  </a:cubicBezTo>
                  <a:cubicBezTo>
                    <a:pt x="0" y="2079"/>
                    <a:pt x="548" y="2259"/>
                    <a:pt x="951" y="2259"/>
                  </a:cubicBezTo>
                  <a:cubicBezTo>
                    <a:pt x="1180" y="2259"/>
                    <a:pt x="1363" y="2201"/>
                    <a:pt x="1363" y="2189"/>
                  </a:cubicBezTo>
                  <a:cubicBezTo>
                    <a:pt x="1363" y="2156"/>
                    <a:pt x="1346" y="852"/>
                    <a:pt x="1329" y="301"/>
                  </a:cubicBezTo>
                  <a:cubicBezTo>
                    <a:pt x="1329" y="134"/>
                    <a:pt x="1212" y="17"/>
                    <a:pt x="10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65"/>
            <p:cNvSpPr/>
            <p:nvPr/>
          </p:nvSpPr>
          <p:spPr>
            <a:xfrm>
              <a:off x="4934843" y="2158477"/>
              <a:ext cx="20929" cy="40543"/>
            </a:xfrm>
            <a:custGeom>
              <a:avLst/>
              <a:gdLst/>
              <a:ahLst/>
              <a:cxnLst/>
              <a:rect l="l" t="t" r="r" b="b"/>
              <a:pathLst>
                <a:path w="653" h="1265" extrusionOk="0">
                  <a:moveTo>
                    <a:pt x="402" y="1"/>
                  </a:moveTo>
                  <a:cubicBezTo>
                    <a:pt x="285" y="18"/>
                    <a:pt x="184" y="101"/>
                    <a:pt x="134" y="218"/>
                  </a:cubicBezTo>
                  <a:cubicBezTo>
                    <a:pt x="67" y="335"/>
                    <a:pt x="34" y="469"/>
                    <a:pt x="34" y="619"/>
                  </a:cubicBezTo>
                  <a:cubicBezTo>
                    <a:pt x="1" y="870"/>
                    <a:pt x="134" y="1120"/>
                    <a:pt x="368" y="1254"/>
                  </a:cubicBezTo>
                  <a:cubicBezTo>
                    <a:pt x="399" y="1260"/>
                    <a:pt x="429" y="1264"/>
                    <a:pt x="459" y="1264"/>
                  </a:cubicBezTo>
                  <a:cubicBezTo>
                    <a:pt x="511" y="1264"/>
                    <a:pt x="560" y="1252"/>
                    <a:pt x="602" y="1221"/>
                  </a:cubicBezTo>
                  <a:cubicBezTo>
                    <a:pt x="636" y="1187"/>
                    <a:pt x="652" y="1154"/>
                    <a:pt x="652" y="1154"/>
                  </a:cubicBezTo>
                  <a:cubicBezTo>
                    <a:pt x="636" y="1154"/>
                    <a:pt x="619" y="1171"/>
                    <a:pt x="585" y="1187"/>
                  </a:cubicBezTo>
                  <a:cubicBezTo>
                    <a:pt x="552" y="1196"/>
                    <a:pt x="519" y="1200"/>
                    <a:pt x="485" y="1200"/>
                  </a:cubicBezTo>
                  <a:cubicBezTo>
                    <a:pt x="452" y="1200"/>
                    <a:pt x="418" y="1196"/>
                    <a:pt x="385" y="1187"/>
                  </a:cubicBezTo>
                  <a:cubicBezTo>
                    <a:pt x="201" y="1054"/>
                    <a:pt x="101" y="836"/>
                    <a:pt x="134" y="619"/>
                  </a:cubicBezTo>
                  <a:cubicBezTo>
                    <a:pt x="134" y="486"/>
                    <a:pt x="151" y="369"/>
                    <a:pt x="218" y="268"/>
                  </a:cubicBezTo>
                  <a:cubicBezTo>
                    <a:pt x="251" y="168"/>
                    <a:pt x="318" y="101"/>
                    <a:pt x="402" y="68"/>
                  </a:cubicBezTo>
                  <a:cubicBezTo>
                    <a:pt x="468" y="68"/>
                    <a:pt x="535" y="101"/>
                    <a:pt x="552" y="151"/>
                  </a:cubicBezTo>
                  <a:cubicBezTo>
                    <a:pt x="569" y="185"/>
                    <a:pt x="569" y="218"/>
                    <a:pt x="569" y="218"/>
                  </a:cubicBezTo>
                  <a:cubicBezTo>
                    <a:pt x="569" y="221"/>
                    <a:pt x="570" y="222"/>
                    <a:pt x="571" y="222"/>
                  </a:cubicBezTo>
                  <a:cubicBezTo>
                    <a:pt x="579" y="222"/>
                    <a:pt x="599" y="190"/>
                    <a:pt x="585" y="135"/>
                  </a:cubicBezTo>
                  <a:cubicBezTo>
                    <a:pt x="585" y="101"/>
                    <a:pt x="569" y="68"/>
                    <a:pt x="535" y="51"/>
                  </a:cubicBezTo>
                  <a:cubicBezTo>
                    <a:pt x="502" y="18"/>
                    <a:pt x="452" y="1"/>
                    <a:pt x="402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65"/>
            <p:cNvSpPr/>
            <p:nvPr/>
          </p:nvSpPr>
          <p:spPr>
            <a:xfrm>
              <a:off x="5269541" y="2143638"/>
              <a:ext cx="617475" cy="617411"/>
            </a:xfrm>
            <a:custGeom>
              <a:avLst/>
              <a:gdLst/>
              <a:ahLst/>
              <a:cxnLst/>
              <a:rect l="l" t="t" r="r" b="b"/>
              <a:pathLst>
                <a:path w="19266" h="19264" extrusionOk="0">
                  <a:moveTo>
                    <a:pt x="17611" y="1"/>
                  </a:moveTo>
                  <a:cubicBezTo>
                    <a:pt x="17375" y="1"/>
                    <a:pt x="17277" y="464"/>
                    <a:pt x="17277" y="464"/>
                  </a:cubicBezTo>
                  <a:cubicBezTo>
                    <a:pt x="17277" y="464"/>
                    <a:pt x="16380" y="2756"/>
                    <a:pt x="16107" y="2756"/>
                  </a:cubicBezTo>
                  <a:cubicBezTo>
                    <a:pt x="16101" y="2756"/>
                    <a:pt x="16096" y="2755"/>
                    <a:pt x="16091" y="2753"/>
                  </a:cubicBezTo>
                  <a:cubicBezTo>
                    <a:pt x="15840" y="2669"/>
                    <a:pt x="16341" y="1249"/>
                    <a:pt x="16542" y="781"/>
                  </a:cubicBezTo>
                  <a:cubicBezTo>
                    <a:pt x="16719" y="383"/>
                    <a:pt x="16636" y="115"/>
                    <a:pt x="16418" y="115"/>
                  </a:cubicBezTo>
                  <a:cubicBezTo>
                    <a:pt x="16389" y="115"/>
                    <a:pt x="16358" y="120"/>
                    <a:pt x="16325" y="130"/>
                  </a:cubicBezTo>
                  <a:cubicBezTo>
                    <a:pt x="16141" y="180"/>
                    <a:pt x="15489" y="1600"/>
                    <a:pt x="15289" y="2051"/>
                  </a:cubicBezTo>
                  <a:cubicBezTo>
                    <a:pt x="15148" y="2409"/>
                    <a:pt x="14822" y="3246"/>
                    <a:pt x="14557" y="3246"/>
                  </a:cubicBezTo>
                  <a:cubicBezTo>
                    <a:pt x="14475" y="3246"/>
                    <a:pt x="14399" y="3167"/>
                    <a:pt x="14336" y="2970"/>
                  </a:cubicBezTo>
                  <a:cubicBezTo>
                    <a:pt x="14052" y="2135"/>
                    <a:pt x="13534" y="1600"/>
                    <a:pt x="13301" y="1550"/>
                  </a:cubicBezTo>
                  <a:cubicBezTo>
                    <a:pt x="13294" y="1550"/>
                    <a:pt x="13287" y="1549"/>
                    <a:pt x="13280" y="1549"/>
                  </a:cubicBezTo>
                  <a:cubicBezTo>
                    <a:pt x="13027" y="1549"/>
                    <a:pt x="12904" y="1855"/>
                    <a:pt x="13083" y="2035"/>
                  </a:cubicBezTo>
                  <a:cubicBezTo>
                    <a:pt x="13267" y="2268"/>
                    <a:pt x="13401" y="2519"/>
                    <a:pt x="13501" y="2803"/>
                  </a:cubicBezTo>
                  <a:cubicBezTo>
                    <a:pt x="13601" y="3020"/>
                    <a:pt x="13651" y="3254"/>
                    <a:pt x="13668" y="3488"/>
                  </a:cubicBezTo>
                  <a:cubicBezTo>
                    <a:pt x="13718" y="3973"/>
                    <a:pt x="13702" y="4457"/>
                    <a:pt x="13651" y="4925"/>
                  </a:cubicBezTo>
                  <a:lnTo>
                    <a:pt x="8806" y="13614"/>
                  </a:lnTo>
                  <a:lnTo>
                    <a:pt x="1070" y="10690"/>
                  </a:lnTo>
                  <a:lnTo>
                    <a:pt x="1" y="15117"/>
                  </a:lnTo>
                  <a:cubicBezTo>
                    <a:pt x="1" y="15117"/>
                    <a:pt x="9423" y="19264"/>
                    <a:pt x="10700" y="19264"/>
                  </a:cubicBezTo>
                  <a:cubicBezTo>
                    <a:pt x="10750" y="19264"/>
                    <a:pt x="10787" y="19258"/>
                    <a:pt x="10811" y="19244"/>
                  </a:cubicBezTo>
                  <a:cubicBezTo>
                    <a:pt x="12248" y="18459"/>
                    <a:pt x="16759" y="5827"/>
                    <a:pt x="16759" y="5827"/>
                  </a:cubicBezTo>
                  <a:cubicBezTo>
                    <a:pt x="17428" y="4975"/>
                    <a:pt x="18062" y="4073"/>
                    <a:pt x="18631" y="3154"/>
                  </a:cubicBezTo>
                  <a:cubicBezTo>
                    <a:pt x="19265" y="2018"/>
                    <a:pt x="19165" y="1951"/>
                    <a:pt x="19015" y="1901"/>
                  </a:cubicBezTo>
                  <a:cubicBezTo>
                    <a:pt x="19003" y="1897"/>
                    <a:pt x="18991" y="1895"/>
                    <a:pt x="18978" y="1895"/>
                  </a:cubicBezTo>
                  <a:cubicBezTo>
                    <a:pt x="18629" y="1895"/>
                    <a:pt x="18002" y="3413"/>
                    <a:pt x="17790" y="3413"/>
                  </a:cubicBezTo>
                  <a:cubicBezTo>
                    <a:pt x="17761" y="3413"/>
                    <a:pt x="17740" y="3385"/>
                    <a:pt x="17728" y="3321"/>
                  </a:cubicBezTo>
                  <a:cubicBezTo>
                    <a:pt x="17645" y="2770"/>
                    <a:pt x="19015" y="848"/>
                    <a:pt x="18597" y="731"/>
                  </a:cubicBezTo>
                  <a:cubicBezTo>
                    <a:pt x="18578" y="725"/>
                    <a:pt x="18558" y="722"/>
                    <a:pt x="18538" y="722"/>
                  </a:cubicBezTo>
                  <a:cubicBezTo>
                    <a:pt x="18005" y="722"/>
                    <a:pt x="17257" y="2793"/>
                    <a:pt x="17177" y="2970"/>
                  </a:cubicBezTo>
                  <a:cubicBezTo>
                    <a:pt x="17147" y="3031"/>
                    <a:pt x="17093" y="3056"/>
                    <a:pt x="17040" y="3056"/>
                  </a:cubicBezTo>
                  <a:cubicBezTo>
                    <a:pt x="16946" y="3056"/>
                    <a:pt x="16856" y="2977"/>
                    <a:pt x="16910" y="2870"/>
                  </a:cubicBezTo>
                  <a:cubicBezTo>
                    <a:pt x="17027" y="2636"/>
                    <a:pt x="18213" y="180"/>
                    <a:pt x="17678" y="13"/>
                  </a:cubicBezTo>
                  <a:cubicBezTo>
                    <a:pt x="17655" y="4"/>
                    <a:pt x="17632" y="1"/>
                    <a:pt x="176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65"/>
            <p:cNvSpPr/>
            <p:nvPr/>
          </p:nvSpPr>
          <p:spPr>
            <a:xfrm>
              <a:off x="4655847" y="2397313"/>
              <a:ext cx="801699" cy="763687"/>
            </a:xfrm>
            <a:custGeom>
              <a:avLst/>
              <a:gdLst/>
              <a:ahLst/>
              <a:cxnLst/>
              <a:rect l="l" t="t" r="r" b="b"/>
              <a:pathLst>
                <a:path w="25014" h="23828" extrusionOk="0">
                  <a:moveTo>
                    <a:pt x="14687" y="1"/>
                  </a:moveTo>
                  <a:cubicBezTo>
                    <a:pt x="13986" y="218"/>
                    <a:pt x="12916" y="653"/>
                    <a:pt x="12515" y="736"/>
                  </a:cubicBezTo>
                  <a:cubicBezTo>
                    <a:pt x="12481" y="743"/>
                    <a:pt x="12442" y="746"/>
                    <a:pt x="12397" y="746"/>
                  </a:cubicBezTo>
                  <a:cubicBezTo>
                    <a:pt x="11861" y="746"/>
                    <a:pt x="10570" y="313"/>
                    <a:pt x="9691" y="51"/>
                  </a:cubicBezTo>
                  <a:cubicBezTo>
                    <a:pt x="7486" y="168"/>
                    <a:pt x="6133" y="1137"/>
                    <a:pt x="4111" y="2658"/>
                  </a:cubicBezTo>
                  <a:lnTo>
                    <a:pt x="0" y="5916"/>
                  </a:lnTo>
                  <a:lnTo>
                    <a:pt x="4863" y="10878"/>
                  </a:lnTo>
                  <a:lnTo>
                    <a:pt x="6366" y="9742"/>
                  </a:lnTo>
                  <a:cubicBezTo>
                    <a:pt x="6450" y="11998"/>
                    <a:pt x="6534" y="12014"/>
                    <a:pt x="6650" y="14320"/>
                  </a:cubicBezTo>
                  <a:lnTo>
                    <a:pt x="6751" y="23209"/>
                  </a:lnTo>
                  <a:lnTo>
                    <a:pt x="20485" y="23827"/>
                  </a:lnTo>
                  <a:lnTo>
                    <a:pt x="19616" y="14938"/>
                  </a:lnTo>
                  <a:lnTo>
                    <a:pt x="19199" y="7954"/>
                  </a:lnTo>
                  <a:lnTo>
                    <a:pt x="23142" y="9859"/>
                  </a:lnTo>
                  <a:lnTo>
                    <a:pt x="25013" y="4295"/>
                  </a:lnTo>
                  <a:cubicBezTo>
                    <a:pt x="22858" y="3226"/>
                    <a:pt x="21337" y="2591"/>
                    <a:pt x="20168" y="1856"/>
                  </a:cubicBezTo>
                  <a:cubicBezTo>
                    <a:pt x="17419" y="144"/>
                    <a:pt x="16203" y="11"/>
                    <a:pt x="15400" y="11"/>
                  </a:cubicBezTo>
                  <a:cubicBezTo>
                    <a:pt x="15253" y="11"/>
                    <a:pt x="15120" y="16"/>
                    <a:pt x="14994" y="16"/>
                  </a:cubicBezTo>
                  <a:cubicBezTo>
                    <a:pt x="14888" y="16"/>
                    <a:pt x="14787" y="12"/>
                    <a:pt x="146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65"/>
            <p:cNvSpPr/>
            <p:nvPr/>
          </p:nvSpPr>
          <p:spPr>
            <a:xfrm>
              <a:off x="4959489" y="2361994"/>
              <a:ext cx="95349" cy="61600"/>
            </a:xfrm>
            <a:custGeom>
              <a:avLst/>
              <a:gdLst/>
              <a:ahLst/>
              <a:cxnLst/>
              <a:rect l="l" t="t" r="r" b="b"/>
              <a:pathLst>
                <a:path w="2975" h="1922" extrusionOk="0">
                  <a:moveTo>
                    <a:pt x="0" y="0"/>
                  </a:moveTo>
                  <a:lnTo>
                    <a:pt x="34" y="1420"/>
                  </a:lnTo>
                  <a:lnTo>
                    <a:pt x="2974" y="1922"/>
                  </a:lnTo>
                  <a:cubicBezTo>
                    <a:pt x="2456" y="217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65"/>
            <p:cNvSpPr/>
            <p:nvPr/>
          </p:nvSpPr>
          <p:spPr>
            <a:xfrm>
              <a:off x="5054806" y="2359847"/>
              <a:ext cx="72850" cy="63747"/>
            </a:xfrm>
            <a:custGeom>
              <a:avLst/>
              <a:gdLst/>
              <a:ahLst/>
              <a:cxnLst/>
              <a:rect l="l" t="t" r="r" b="b"/>
              <a:pathLst>
                <a:path w="2273" h="1989" extrusionOk="0">
                  <a:moveTo>
                    <a:pt x="2056" y="0"/>
                  </a:moveTo>
                  <a:cubicBezTo>
                    <a:pt x="2056" y="0"/>
                    <a:pt x="418" y="134"/>
                    <a:pt x="0" y="1989"/>
                  </a:cubicBezTo>
                  <a:lnTo>
                    <a:pt x="2273" y="1387"/>
                  </a:lnTo>
                  <a:lnTo>
                    <a:pt x="20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65"/>
            <p:cNvSpPr/>
            <p:nvPr/>
          </p:nvSpPr>
          <p:spPr>
            <a:xfrm>
              <a:off x="5134065" y="2563332"/>
              <a:ext cx="62145" cy="82497"/>
            </a:xfrm>
            <a:custGeom>
              <a:avLst/>
              <a:gdLst/>
              <a:ahLst/>
              <a:cxnLst/>
              <a:rect l="l" t="t" r="r" b="b"/>
              <a:pathLst>
                <a:path w="1939" h="2574" extrusionOk="0">
                  <a:moveTo>
                    <a:pt x="34" y="84"/>
                  </a:moveTo>
                  <a:lnTo>
                    <a:pt x="34" y="84"/>
                  </a:lnTo>
                  <a:cubicBezTo>
                    <a:pt x="201" y="101"/>
                    <a:pt x="385" y="118"/>
                    <a:pt x="552" y="118"/>
                  </a:cubicBezTo>
                  <a:cubicBezTo>
                    <a:pt x="855" y="118"/>
                    <a:pt x="1281" y="133"/>
                    <a:pt x="1771" y="134"/>
                  </a:cubicBezTo>
                  <a:lnTo>
                    <a:pt x="1771" y="134"/>
                  </a:lnTo>
                  <a:cubicBezTo>
                    <a:pt x="1773" y="642"/>
                    <a:pt x="1787" y="1236"/>
                    <a:pt x="1788" y="1860"/>
                  </a:cubicBezTo>
                  <a:lnTo>
                    <a:pt x="1788" y="1860"/>
                  </a:lnTo>
                  <a:cubicBezTo>
                    <a:pt x="1754" y="1881"/>
                    <a:pt x="1726" y="1897"/>
                    <a:pt x="1688" y="1922"/>
                  </a:cubicBezTo>
                  <a:lnTo>
                    <a:pt x="1025" y="2396"/>
                  </a:lnTo>
                  <a:lnTo>
                    <a:pt x="1025" y="2396"/>
                  </a:lnTo>
                  <a:lnTo>
                    <a:pt x="117" y="1832"/>
                  </a:lnTo>
                  <a:lnTo>
                    <a:pt x="117" y="1832"/>
                  </a:lnTo>
                  <a:cubicBezTo>
                    <a:pt x="115" y="1323"/>
                    <a:pt x="83" y="908"/>
                    <a:pt x="67" y="602"/>
                  </a:cubicBezTo>
                  <a:cubicBezTo>
                    <a:pt x="67" y="435"/>
                    <a:pt x="67" y="251"/>
                    <a:pt x="34" y="84"/>
                  </a:cubicBezTo>
                  <a:close/>
                  <a:moveTo>
                    <a:pt x="1838" y="1"/>
                  </a:moveTo>
                  <a:cubicBezTo>
                    <a:pt x="1287" y="1"/>
                    <a:pt x="819" y="34"/>
                    <a:pt x="501" y="51"/>
                  </a:cubicBezTo>
                  <a:cubicBezTo>
                    <a:pt x="351" y="51"/>
                    <a:pt x="201" y="51"/>
                    <a:pt x="34" y="84"/>
                  </a:cubicBezTo>
                  <a:cubicBezTo>
                    <a:pt x="17" y="235"/>
                    <a:pt x="0" y="402"/>
                    <a:pt x="17" y="552"/>
                  </a:cubicBezTo>
                  <a:cubicBezTo>
                    <a:pt x="0" y="869"/>
                    <a:pt x="0" y="1321"/>
                    <a:pt x="0" y="1889"/>
                  </a:cubicBezTo>
                  <a:lnTo>
                    <a:pt x="0" y="1922"/>
                  </a:lnTo>
                  <a:lnTo>
                    <a:pt x="17" y="1939"/>
                  </a:lnTo>
                  <a:lnTo>
                    <a:pt x="986" y="2557"/>
                  </a:lnTo>
                  <a:lnTo>
                    <a:pt x="1036" y="2574"/>
                  </a:lnTo>
                  <a:lnTo>
                    <a:pt x="1070" y="2540"/>
                  </a:lnTo>
                  <a:cubicBezTo>
                    <a:pt x="1304" y="2390"/>
                    <a:pt x="1537" y="2223"/>
                    <a:pt x="1771" y="2056"/>
                  </a:cubicBezTo>
                  <a:lnTo>
                    <a:pt x="1905" y="1956"/>
                  </a:lnTo>
                  <a:lnTo>
                    <a:pt x="1938" y="1939"/>
                  </a:lnTo>
                  <a:lnTo>
                    <a:pt x="1938" y="1889"/>
                  </a:lnTo>
                  <a:cubicBezTo>
                    <a:pt x="1922" y="1220"/>
                    <a:pt x="1922" y="602"/>
                    <a:pt x="1905" y="67"/>
                  </a:cubicBezTo>
                  <a:lnTo>
                    <a:pt x="19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65"/>
            <p:cNvSpPr/>
            <p:nvPr/>
          </p:nvSpPr>
          <p:spPr>
            <a:xfrm>
              <a:off x="5134065" y="2577274"/>
              <a:ext cx="57850" cy="4840"/>
            </a:xfrm>
            <a:custGeom>
              <a:avLst/>
              <a:gdLst/>
              <a:ahLst/>
              <a:cxnLst/>
              <a:rect l="l" t="t" r="r" b="b"/>
              <a:pathLst>
                <a:path w="1805" h="151" extrusionOk="0">
                  <a:moveTo>
                    <a:pt x="903" y="0"/>
                  </a:moveTo>
                  <a:cubicBezTo>
                    <a:pt x="401" y="0"/>
                    <a:pt x="0" y="33"/>
                    <a:pt x="0" y="67"/>
                  </a:cubicBezTo>
                  <a:cubicBezTo>
                    <a:pt x="0" y="117"/>
                    <a:pt x="401" y="150"/>
                    <a:pt x="903" y="150"/>
                  </a:cubicBezTo>
                  <a:cubicBezTo>
                    <a:pt x="1404" y="150"/>
                    <a:pt x="1805" y="117"/>
                    <a:pt x="1805" y="84"/>
                  </a:cubicBezTo>
                  <a:cubicBezTo>
                    <a:pt x="1805" y="33"/>
                    <a:pt x="1404" y="0"/>
                    <a:pt x="9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65"/>
            <p:cNvSpPr/>
            <p:nvPr/>
          </p:nvSpPr>
          <p:spPr>
            <a:xfrm>
              <a:off x="5053203" y="2423562"/>
              <a:ext cx="5929" cy="85189"/>
            </a:xfrm>
            <a:custGeom>
              <a:avLst/>
              <a:gdLst/>
              <a:ahLst/>
              <a:cxnLst/>
              <a:rect l="l" t="t" r="r" b="b"/>
              <a:pathLst>
                <a:path w="185" h="2658" extrusionOk="0">
                  <a:moveTo>
                    <a:pt x="84" y="1"/>
                  </a:moveTo>
                  <a:cubicBezTo>
                    <a:pt x="34" y="1"/>
                    <a:pt x="0" y="602"/>
                    <a:pt x="17" y="1337"/>
                  </a:cubicBezTo>
                  <a:cubicBezTo>
                    <a:pt x="17" y="2073"/>
                    <a:pt x="67" y="2657"/>
                    <a:pt x="117" y="2657"/>
                  </a:cubicBezTo>
                  <a:cubicBezTo>
                    <a:pt x="151" y="2657"/>
                    <a:pt x="184" y="2073"/>
                    <a:pt x="167" y="1337"/>
                  </a:cubicBezTo>
                  <a:cubicBezTo>
                    <a:pt x="167" y="585"/>
                    <a:pt x="117" y="1"/>
                    <a:pt x="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65"/>
            <p:cNvSpPr/>
            <p:nvPr/>
          </p:nvSpPr>
          <p:spPr>
            <a:xfrm>
              <a:off x="5066055" y="2434075"/>
              <a:ext cx="13397" cy="11826"/>
            </a:xfrm>
            <a:custGeom>
              <a:avLst/>
              <a:gdLst/>
              <a:ahLst/>
              <a:cxnLst/>
              <a:rect l="l" t="t" r="r" b="b"/>
              <a:pathLst>
                <a:path w="418" h="369" extrusionOk="0">
                  <a:moveTo>
                    <a:pt x="244" y="0"/>
                  </a:moveTo>
                  <a:cubicBezTo>
                    <a:pt x="212" y="0"/>
                    <a:pt x="192" y="14"/>
                    <a:pt x="201" y="24"/>
                  </a:cubicBezTo>
                  <a:cubicBezTo>
                    <a:pt x="201" y="40"/>
                    <a:pt x="234" y="57"/>
                    <a:pt x="251" y="107"/>
                  </a:cubicBezTo>
                  <a:cubicBezTo>
                    <a:pt x="268" y="157"/>
                    <a:pt x="268" y="207"/>
                    <a:pt x="217" y="207"/>
                  </a:cubicBezTo>
                  <a:cubicBezTo>
                    <a:pt x="206" y="210"/>
                    <a:pt x="196" y="212"/>
                    <a:pt x="187" y="212"/>
                  </a:cubicBezTo>
                  <a:cubicBezTo>
                    <a:pt x="145" y="212"/>
                    <a:pt x="134" y="179"/>
                    <a:pt x="134" y="124"/>
                  </a:cubicBezTo>
                  <a:cubicBezTo>
                    <a:pt x="134" y="90"/>
                    <a:pt x="167" y="57"/>
                    <a:pt x="167" y="40"/>
                  </a:cubicBezTo>
                  <a:cubicBezTo>
                    <a:pt x="167" y="27"/>
                    <a:pt x="155" y="19"/>
                    <a:pt x="137" y="19"/>
                  </a:cubicBezTo>
                  <a:cubicBezTo>
                    <a:pt x="108" y="19"/>
                    <a:pt x="64" y="39"/>
                    <a:pt x="34" y="90"/>
                  </a:cubicBezTo>
                  <a:cubicBezTo>
                    <a:pt x="0" y="157"/>
                    <a:pt x="0" y="207"/>
                    <a:pt x="34" y="274"/>
                  </a:cubicBezTo>
                  <a:cubicBezTo>
                    <a:pt x="76" y="338"/>
                    <a:pt x="143" y="369"/>
                    <a:pt x="209" y="369"/>
                  </a:cubicBezTo>
                  <a:cubicBezTo>
                    <a:pt x="297" y="369"/>
                    <a:pt x="382" y="313"/>
                    <a:pt x="401" y="207"/>
                  </a:cubicBezTo>
                  <a:cubicBezTo>
                    <a:pt x="418" y="141"/>
                    <a:pt x="385" y="74"/>
                    <a:pt x="334" y="40"/>
                  </a:cubicBezTo>
                  <a:cubicBezTo>
                    <a:pt x="304" y="10"/>
                    <a:pt x="270" y="0"/>
                    <a:pt x="2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65"/>
            <p:cNvSpPr/>
            <p:nvPr/>
          </p:nvSpPr>
          <p:spPr>
            <a:xfrm>
              <a:off x="5069260" y="2468272"/>
              <a:ext cx="13942" cy="12115"/>
            </a:xfrm>
            <a:custGeom>
              <a:avLst/>
              <a:gdLst/>
              <a:ahLst/>
              <a:cxnLst/>
              <a:rect l="l" t="t" r="r" b="b"/>
              <a:pathLst>
                <a:path w="435" h="378" extrusionOk="0">
                  <a:moveTo>
                    <a:pt x="151" y="0"/>
                  </a:moveTo>
                  <a:cubicBezTo>
                    <a:pt x="128" y="0"/>
                    <a:pt x="85" y="18"/>
                    <a:pt x="51" y="76"/>
                  </a:cubicBezTo>
                  <a:cubicBezTo>
                    <a:pt x="17" y="126"/>
                    <a:pt x="1" y="193"/>
                    <a:pt x="34" y="243"/>
                  </a:cubicBezTo>
                  <a:cubicBezTo>
                    <a:pt x="69" y="331"/>
                    <a:pt x="146" y="377"/>
                    <a:pt x="225" y="377"/>
                  </a:cubicBezTo>
                  <a:cubicBezTo>
                    <a:pt x="297" y="377"/>
                    <a:pt x="371" y="339"/>
                    <a:pt x="418" y="260"/>
                  </a:cubicBezTo>
                  <a:cubicBezTo>
                    <a:pt x="435" y="210"/>
                    <a:pt x="435" y="143"/>
                    <a:pt x="418" y="93"/>
                  </a:cubicBezTo>
                  <a:cubicBezTo>
                    <a:pt x="387" y="30"/>
                    <a:pt x="343" y="13"/>
                    <a:pt x="314" y="13"/>
                  </a:cubicBezTo>
                  <a:cubicBezTo>
                    <a:pt x="296" y="13"/>
                    <a:pt x="285" y="20"/>
                    <a:pt x="285" y="26"/>
                  </a:cubicBezTo>
                  <a:cubicBezTo>
                    <a:pt x="268" y="43"/>
                    <a:pt x="301" y="76"/>
                    <a:pt x="301" y="126"/>
                  </a:cubicBezTo>
                  <a:cubicBezTo>
                    <a:pt x="301" y="176"/>
                    <a:pt x="285" y="226"/>
                    <a:pt x="218" y="226"/>
                  </a:cubicBezTo>
                  <a:cubicBezTo>
                    <a:pt x="168" y="210"/>
                    <a:pt x="134" y="176"/>
                    <a:pt x="151" y="109"/>
                  </a:cubicBezTo>
                  <a:cubicBezTo>
                    <a:pt x="151" y="59"/>
                    <a:pt x="184" y="43"/>
                    <a:pt x="168" y="9"/>
                  </a:cubicBezTo>
                  <a:cubicBezTo>
                    <a:pt x="168" y="4"/>
                    <a:pt x="161" y="0"/>
                    <a:pt x="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65"/>
            <p:cNvSpPr/>
            <p:nvPr/>
          </p:nvSpPr>
          <p:spPr>
            <a:xfrm>
              <a:off x="4961636" y="2397858"/>
              <a:ext cx="74997" cy="54132"/>
            </a:xfrm>
            <a:custGeom>
              <a:avLst/>
              <a:gdLst/>
              <a:ahLst/>
              <a:cxnLst/>
              <a:rect l="l" t="t" r="r" b="b"/>
              <a:pathLst>
                <a:path w="2340" h="1689" extrusionOk="0">
                  <a:moveTo>
                    <a:pt x="2189" y="1"/>
                  </a:moveTo>
                  <a:cubicBezTo>
                    <a:pt x="2055" y="34"/>
                    <a:pt x="1938" y="134"/>
                    <a:pt x="1888" y="268"/>
                  </a:cubicBezTo>
                  <a:cubicBezTo>
                    <a:pt x="1838" y="452"/>
                    <a:pt x="1788" y="652"/>
                    <a:pt x="1754" y="836"/>
                  </a:cubicBezTo>
                  <a:cubicBezTo>
                    <a:pt x="1727" y="1014"/>
                    <a:pt x="1688" y="1215"/>
                    <a:pt x="1648" y="1410"/>
                  </a:cubicBezTo>
                  <a:lnTo>
                    <a:pt x="1648" y="1410"/>
                  </a:lnTo>
                  <a:lnTo>
                    <a:pt x="1571" y="1354"/>
                  </a:lnTo>
                  <a:cubicBezTo>
                    <a:pt x="691" y="735"/>
                    <a:pt x="65" y="100"/>
                    <a:pt x="4" y="100"/>
                  </a:cubicBezTo>
                  <a:cubicBezTo>
                    <a:pt x="2" y="100"/>
                    <a:pt x="1" y="100"/>
                    <a:pt x="0" y="101"/>
                  </a:cubicBezTo>
                  <a:cubicBezTo>
                    <a:pt x="100" y="285"/>
                    <a:pt x="234" y="435"/>
                    <a:pt x="384" y="569"/>
                  </a:cubicBezTo>
                  <a:cubicBezTo>
                    <a:pt x="719" y="903"/>
                    <a:pt x="1086" y="1204"/>
                    <a:pt x="1470" y="1488"/>
                  </a:cubicBezTo>
                  <a:cubicBezTo>
                    <a:pt x="1537" y="1521"/>
                    <a:pt x="1604" y="1571"/>
                    <a:pt x="1654" y="1605"/>
                  </a:cubicBezTo>
                  <a:lnTo>
                    <a:pt x="1754" y="1688"/>
                  </a:lnTo>
                  <a:lnTo>
                    <a:pt x="1788" y="1555"/>
                  </a:lnTo>
                  <a:cubicBezTo>
                    <a:pt x="1821" y="1321"/>
                    <a:pt x="1855" y="1087"/>
                    <a:pt x="1888" y="870"/>
                  </a:cubicBezTo>
                  <a:cubicBezTo>
                    <a:pt x="1922" y="669"/>
                    <a:pt x="1938" y="485"/>
                    <a:pt x="1988" y="301"/>
                  </a:cubicBezTo>
                  <a:cubicBezTo>
                    <a:pt x="2022" y="201"/>
                    <a:pt x="2089" y="101"/>
                    <a:pt x="2206" y="51"/>
                  </a:cubicBezTo>
                  <a:cubicBezTo>
                    <a:pt x="2239" y="42"/>
                    <a:pt x="2268" y="42"/>
                    <a:pt x="2291" y="42"/>
                  </a:cubicBezTo>
                  <a:cubicBezTo>
                    <a:pt x="2309" y="42"/>
                    <a:pt x="2323" y="42"/>
                    <a:pt x="2333" y="38"/>
                  </a:cubicBezTo>
                  <a:lnTo>
                    <a:pt x="2333" y="38"/>
                  </a:lnTo>
                  <a:cubicBezTo>
                    <a:pt x="2337" y="43"/>
                    <a:pt x="2339" y="47"/>
                    <a:pt x="2339" y="51"/>
                  </a:cubicBezTo>
                  <a:lnTo>
                    <a:pt x="2339" y="34"/>
                  </a:lnTo>
                  <a:cubicBezTo>
                    <a:pt x="2337" y="36"/>
                    <a:pt x="2335" y="37"/>
                    <a:pt x="2333" y="38"/>
                  </a:cubicBezTo>
                  <a:lnTo>
                    <a:pt x="2333" y="38"/>
                  </a:lnTo>
                  <a:cubicBezTo>
                    <a:pt x="2316" y="21"/>
                    <a:pt x="2268" y="1"/>
                    <a:pt x="21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65"/>
            <p:cNvSpPr/>
            <p:nvPr/>
          </p:nvSpPr>
          <p:spPr>
            <a:xfrm>
              <a:off x="5068203" y="2394653"/>
              <a:ext cx="63203" cy="59998"/>
            </a:xfrm>
            <a:custGeom>
              <a:avLst/>
              <a:gdLst/>
              <a:ahLst/>
              <a:cxnLst/>
              <a:rect l="l" t="t" r="r" b="b"/>
              <a:pathLst>
                <a:path w="1972" h="1872" extrusionOk="0">
                  <a:moveTo>
                    <a:pt x="50" y="0"/>
                  </a:moveTo>
                  <a:cubicBezTo>
                    <a:pt x="0" y="17"/>
                    <a:pt x="551" y="685"/>
                    <a:pt x="685" y="1705"/>
                  </a:cubicBezTo>
                  <a:lnTo>
                    <a:pt x="702" y="1872"/>
                  </a:lnTo>
                  <a:lnTo>
                    <a:pt x="819" y="1755"/>
                  </a:lnTo>
                  <a:cubicBezTo>
                    <a:pt x="819" y="1738"/>
                    <a:pt x="836" y="1738"/>
                    <a:pt x="852" y="1721"/>
                  </a:cubicBezTo>
                  <a:cubicBezTo>
                    <a:pt x="1638" y="970"/>
                    <a:pt x="1972" y="134"/>
                    <a:pt x="1938" y="134"/>
                  </a:cubicBezTo>
                  <a:lnTo>
                    <a:pt x="1922" y="134"/>
                  </a:lnTo>
                  <a:cubicBezTo>
                    <a:pt x="1921" y="133"/>
                    <a:pt x="1920" y="133"/>
                    <a:pt x="1919" y="133"/>
                  </a:cubicBezTo>
                  <a:cubicBezTo>
                    <a:pt x="1874" y="133"/>
                    <a:pt x="1513" y="851"/>
                    <a:pt x="809" y="1534"/>
                  </a:cubicBezTo>
                  <a:lnTo>
                    <a:pt x="809" y="1534"/>
                  </a:lnTo>
                  <a:cubicBezTo>
                    <a:pt x="733" y="1141"/>
                    <a:pt x="593" y="773"/>
                    <a:pt x="401" y="418"/>
                  </a:cubicBezTo>
                  <a:cubicBezTo>
                    <a:pt x="318" y="251"/>
                    <a:pt x="201" y="117"/>
                    <a:pt x="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65"/>
            <p:cNvSpPr/>
            <p:nvPr/>
          </p:nvSpPr>
          <p:spPr>
            <a:xfrm>
              <a:off x="4846481" y="2484041"/>
              <a:ext cx="30031" cy="39710"/>
            </a:xfrm>
            <a:custGeom>
              <a:avLst/>
              <a:gdLst/>
              <a:ahLst/>
              <a:cxnLst/>
              <a:rect l="l" t="t" r="r" b="b"/>
              <a:pathLst>
                <a:path w="937" h="1239" extrusionOk="0">
                  <a:moveTo>
                    <a:pt x="38" y="1"/>
                  </a:moveTo>
                  <a:cubicBezTo>
                    <a:pt x="36" y="1"/>
                    <a:pt x="35" y="1"/>
                    <a:pt x="34" y="2"/>
                  </a:cubicBezTo>
                  <a:cubicBezTo>
                    <a:pt x="1" y="35"/>
                    <a:pt x="168" y="319"/>
                    <a:pt x="402" y="670"/>
                  </a:cubicBezTo>
                  <a:cubicBezTo>
                    <a:pt x="644" y="994"/>
                    <a:pt x="856" y="1239"/>
                    <a:pt x="899" y="1239"/>
                  </a:cubicBezTo>
                  <a:cubicBezTo>
                    <a:pt x="901" y="1239"/>
                    <a:pt x="902" y="1239"/>
                    <a:pt x="903" y="1238"/>
                  </a:cubicBezTo>
                  <a:cubicBezTo>
                    <a:pt x="936" y="1221"/>
                    <a:pt x="769" y="921"/>
                    <a:pt x="535" y="570"/>
                  </a:cubicBezTo>
                  <a:cubicBezTo>
                    <a:pt x="309" y="246"/>
                    <a:pt x="82" y="1"/>
                    <a:pt x="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65"/>
            <p:cNvSpPr/>
            <p:nvPr/>
          </p:nvSpPr>
          <p:spPr>
            <a:xfrm>
              <a:off x="4783823" y="2573492"/>
              <a:ext cx="26826" cy="55767"/>
            </a:xfrm>
            <a:custGeom>
              <a:avLst/>
              <a:gdLst/>
              <a:ahLst/>
              <a:cxnLst/>
              <a:rect l="l" t="t" r="r" b="b"/>
              <a:pathLst>
                <a:path w="837" h="1740" extrusionOk="0">
                  <a:moveTo>
                    <a:pt x="801" y="1"/>
                  </a:moveTo>
                  <a:cubicBezTo>
                    <a:pt x="760" y="1"/>
                    <a:pt x="548" y="378"/>
                    <a:pt x="352" y="836"/>
                  </a:cubicBezTo>
                  <a:cubicBezTo>
                    <a:pt x="135" y="1321"/>
                    <a:pt x="1" y="1722"/>
                    <a:pt x="34" y="1739"/>
                  </a:cubicBezTo>
                  <a:cubicBezTo>
                    <a:pt x="35" y="1739"/>
                    <a:pt x="36" y="1739"/>
                    <a:pt x="37" y="1739"/>
                  </a:cubicBezTo>
                  <a:cubicBezTo>
                    <a:pt x="76" y="1739"/>
                    <a:pt x="273" y="1377"/>
                    <a:pt x="485" y="903"/>
                  </a:cubicBezTo>
                  <a:cubicBezTo>
                    <a:pt x="703" y="435"/>
                    <a:pt x="836" y="18"/>
                    <a:pt x="803" y="1"/>
                  </a:cubicBezTo>
                  <a:cubicBezTo>
                    <a:pt x="802" y="1"/>
                    <a:pt x="801" y="1"/>
                    <a:pt x="8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65"/>
            <p:cNvSpPr/>
            <p:nvPr/>
          </p:nvSpPr>
          <p:spPr>
            <a:xfrm>
              <a:off x="4862538" y="2625349"/>
              <a:ext cx="39133" cy="42466"/>
            </a:xfrm>
            <a:custGeom>
              <a:avLst/>
              <a:gdLst/>
              <a:ahLst/>
              <a:cxnLst/>
              <a:rect l="l" t="t" r="r" b="b"/>
              <a:pathLst>
                <a:path w="1221" h="1325" extrusionOk="0">
                  <a:moveTo>
                    <a:pt x="42" y="1"/>
                  </a:moveTo>
                  <a:cubicBezTo>
                    <a:pt x="39" y="1"/>
                    <a:pt x="36" y="2"/>
                    <a:pt x="34" y="4"/>
                  </a:cubicBezTo>
                  <a:cubicBezTo>
                    <a:pt x="1" y="21"/>
                    <a:pt x="235" y="338"/>
                    <a:pt x="552" y="706"/>
                  </a:cubicBezTo>
                  <a:cubicBezTo>
                    <a:pt x="860" y="1062"/>
                    <a:pt x="1137" y="1325"/>
                    <a:pt x="1184" y="1325"/>
                  </a:cubicBezTo>
                  <a:cubicBezTo>
                    <a:pt x="1185" y="1325"/>
                    <a:pt x="1186" y="1324"/>
                    <a:pt x="1187" y="1324"/>
                  </a:cubicBezTo>
                  <a:cubicBezTo>
                    <a:pt x="1221" y="1290"/>
                    <a:pt x="987" y="973"/>
                    <a:pt x="669" y="605"/>
                  </a:cubicBezTo>
                  <a:cubicBezTo>
                    <a:pt x="370" y="259"/>
                    <a:pt x="100" y="1"/>
                    <a:pt x="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65"/>
            <p:cNvSpPr/>
            <p:nvPr/>
          </p:nvSpPr>
          <p:spPr>
            <a:xfrm>
              <a:off x="4925740" y="2557339"/>
              <a:ext cx="37531" cy="30800"/>
            </a:xfrm>
            <a:custGeom>
              <a:avLst/>
              <a:gdLst/>
              <a:ahLst/>
              <a:cxnLst/>
              <a:rect l="l" t="t" r="r" b="b"/>
              <a:pathLst>
                <a:path w="1171" h="961" extrusionOk="0">
                  <a:moveTo>
                    <a:pt x="1142" y="0"/>
                  </a:moveTo>
                  <a:cubicBezTo>
                    <a:pt x="1080" y="0"/>
                    <a:pt x="829" y="189"/>
                    <a:pt x="535" y="422"/>
                  </a:cubicBezTo>
                  <a:cubicBezTo>
                    <a:pt x="235" y="689"/>
                    <a:pt x="1" y="923"/>
                    <a:pt x="34" y="956"/>
                  </a:cubicBezTo>
                  <a:cubicBezTo>
                    <a:pt x="37" y="959"/>
                    <a:pt x="41" y="960"/>
                    <a:pt x="46" y="960"/>
                  </a:cubicBezTo>
                  <a:cubicBezTo>
                    <a:pt x="110" y="960"/>
                    <a:pt x="358" y="785"/>
                    <a:pt x="636" y="538"/>
                  </a:cubicBezTo>
                  <a:cubicBezTo>
                    <a:pt x="953" y="288"/>
                    <a:pt x="1170" y="37"/>
                    <a:pt x="1153" y="4"/>
                  </a:cubicBezTo>
                  <a:cubicBezTo>
                    <a:pt x="1151" y="1"/>
                    <a:pt x="1147" y="0"/>
                    <a:pt x="11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65"/>
            <p:cNvSpPr/>
            <p:nvPr/>
          </p:nvSpPr>
          <p:spPr>
            <a:xfrm>
              <a:off x="4956797" y="2474938"/>
              <a:ext cx="26826" cy="33941"/>
            </a:xfrm>
            <a:custGeom>
              <a:avLst/>
              <a:gdLst/>
              <a:ahLst/>
              <a:cxnLst/>
              <a:rect l="l" t="t" r="r" b="b"/>
              <a:pathLst>
                <a:path w="837" h="1059" extrusionOk="0">
                  <a:moveTo>
                    <a:pt x="55" y="1"/>
                  </a:moveTo>
                  <a:cubicBezTo>
                    <a:pt x="53" y="1"/>
                    <a:pt x="52" y="1"/>
                    <a:pt x="51" y="2"/>
                  </a:cubicBezTo>
                  <a:cubicBezTo>
                    <a:pt x="1" y="18"/>
                    <a:pt x="118" y="302"/>
                    <a:pt x="335" y="603"/>
                  </a:cubicBezTo>
                  <a:cubicBezTo>
                    <a:pt x="535" y="880"/>
                    <a:pt x="735" y="1058"/>
                    <a:pt x="792" y="1058"/>
                  </a:cubicBezTo>
                  <a:cubicBezTo>
                    <a:pt x="796" y="1058"/>
                    <a:pt x="800" y="1057"/>
                    <a:pt x="803" y="1054"/>
                  </a:cubicBezTo>
                  <a:cubicBezTo>
                    <a:pt x="836" y="1038"/>
                    <a:pt x="669" y="804"/>
                    <a:pt x="452" y="503"/>
                  </a:cubicBezTo>
                  <a:cubicBezTo>
                    <a:pt x="258" y="229"/>
                    <a:pt x="96" y="1"/>
                    <a:pt x="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65"/>
            <p:cNvSpPr/>
            <p:nvPr/>
          </p:nvSpPr>
          <p:spPr>
            <a:xfrm>
              <a:off x="4949842" y="2725473"/>
              <a:ext cx="50383" cy="34518"/>
            </a:xfrm>
            <a:custGeom>
              <a:avLst/>
              <a:gdLst/>
              <a:ahLst/>
              <a:cxnLst/>
              <a:rect l="l" t="t" r="r" b="b"/>
              <a:pathLst>
                <a:path w="1572" h="1077" extrusionOk="0">
                  <a:moveTo>
                    <a:pt x="1542" y="0"/>
                  </a:moveTo>
                  <a:cubicBezTo>
                    <a:pt x="1472" y="0"/>
                    <a:pt x="1117" y="163"/>
                    <a:pt x="719" y="439"/>
                  </a:cubicBezTo>
                  <a:cubicBezTo>
                    <a:pt x="301" y="739"/>
                    <a:pt x="0" y="1040"/>
                    <a:pt x="34" y="1074"/>
                  </a:cubicBezTo>
                  <a:cubicBezTo>
                    <a:pt x="36" y="1076"/>
                    <a:pt x="39" y="1077"/>
                    <a:pt x="43" y="1077"/>
                  </a:cubicBezTo>
                  <a:cubicBezTo>
                    <a:pt x="108" y="1077"/>
                    <a:pt x="427" y="839"/>
                    <a:pt x="819" y="572"/>
                  </a:cubicBezTo>
                  <a:cubicBezTo>
                    <a:pt x="1237" y="272"/>
                    <a:pt x="1571" y="38"/>
                    <a:pt x="1554" y="4"/>
                  </a:cubicBezTo>
                  <a:cubicBezTo>
                    <a:pt x="1553" y="1"/>
                    <a:pt x="1549" y="0"/>
                    <a:pt x="15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65"/>
            <p:cNvSpPr/>
            <p:nvPr/>
          </p:nvSpPr>
          <p:spPr>
            <a:xfrm>
              <a:off x="4985193" y="2631759"/>
              <a:ext cx="36441" cy="31890"/>
            </a:xfrm>
            <a:custGeom>
              <a:avLst/>
              <a:gdLst/>
              <a:ahLst/>
              <a:cxnLst/>
              <a:rect l="l" t="t" r="r" b="b"/>
              <a:pathLst>
                <a:path w="1137" h="995" extrusionOk="0">
                  <a:moveTo>
                    <a:pt x="45" y="1"/>
                  </a:moveTo>
                  <a:cubicBezTo>
                    <a:pt x="40" y="1"/>
                    <a:pt x="36" y="2"/>
                    <a:pt x="34" y="4"/>
                  </a:cubicBezTo>
                  <a:cubicBezTo>
                    <a:pt x="0" y="38"/>
                    <a:pt x="217" y="288"/>
                    <a:pt x="518" y="556"/>
                  </a:cubicBezTo>
                  <a:cubicBezTo>
                    <a:pt x="795" y="817"/>
                    <a:pt x="1030" y="994"/>
                    <a:pt x="1091" y="994"/>
                  </a:cubicBezTo>
                  <a:cubicBezTo>
                    <a:pt x="1096" y="994"/>
                    <a:pt x="1100" y="993"/>
                    <a:pt x="1103" y="990"/>
                  </a:cubicBezTo>
                  <a:cubicBezTo>
                    <a:pt x="1136" y="973"/>
                    <a:pt x="919" y="723"/>
                    <a:pt x="618" y="439"/>
                  </a:cubicBezTo>
                  <a:cubicBezTo>
                    <a:pt x="355" y="191"/>
                    <a:pt x="106" y="1"/>
                    <a:pt x="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65"/>
            <p:cNvSpPr/>
            <p:nvPr/>
          </p:nvSpPr>
          <p:spPr>
            <a:xfrm>
              <a:off x="5070863" y="2549871"/>
              <a:ext cx="20384" cy="44005"/>
            </a:xfrm>
            <a:custGeom>
              <a:avLst/>
              <a:gdLst/>
              <a:ahLst/>
              <a:cxnLst/>
              <a:rect l="l" t="t" r="r" b="b"/>
              <a:pathLst>
                <a:path w="636" h="1373" extrusionOk="0">
                  <a:moveTo>
                    <a:pt x="595" y="0"/>
                  </a:moveTo>
                  <a:cubicBezTo>
                    <a:pt x="547" y="0"/>
                    <a:pt x="360" y="274"/>
                    <a:pt x="218" y="638"/>
                  </a:cubicBezTo>
                  <a:cubicBezTo>
                    <a:pt x="67" y="1022"/>
                    <a:pt x="1" y="1356"/>
                    <a:pt x="51" y="1373"/>
                  </a:cubicBezTo>
                  <a:cubicBezTo>
                    <a:pt x="84" y="1373"/>
                    <a:pt x="218" y="1072"/>
                    <a:pt x="368" y="688"/>
                  </a:cubicBezTo>
                  <a:cubicBezTo>
                    <a:pt x="519" y="320"/>
                    <a:pt x="636" y="20"/>
                    <a:pt x="602" y="3"/>
                  </a:cubicBezTo>
                  <a:cubicBezTo>
                    <a:pt x="600" y="1"/>
                    <a:pt x="598" y="0"/>
                    <a:pt x="5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65"/>
            <p:cNvSpPr/>
            <p:nvPr/>
          </p:nvSpPr>
          <p:spPr>
            <a:xfrm>
              <a:off x="5063363" y="2737364"/>
              <a:ext cx="33236" cy="36569"/>
            </a:xfrm>
            <a:custGeom>
              <a:avLst/>
              <a:gdLst/>
              <a:ahLst/>
              <a:cxnLst/>
              <a:rect l="l" t="t" r="r" b="b"/>
              <a:pathLst>
                <a:path w="1037" h="1141" extrusionOk="0">
                  <a:moveTo>
                    <a:pt x="38" y="0"/>
                  </a:moveTo>
                  <a:cubicBezTo>
                    <a:pt x="36" y="0"/>
                    <a:pt x="35" y="0"/>
                    <a:pt x="34" y="1"/>
                  </a:cubicBezTo>
                  <a:cubicBezTo>
                    <a:pt x="1" y="18"/>
                    <a:pt x="134" y="335"/>
                    <a:pt x="418" y="653"/>
                  </a:cubicBezTo>
                  <a:cubicBezTo>
                    <a:pt x="666" y="947"/>
                    <a:pt x="943" y="1141"/>
                    <a:pt x="995" y="1141"/>
                  </a:cubicBezTo>
                  <a:cubicBezTo>
                    <a:pt x="999" y="1141"/>
                    <a:pt x="1002" y="1139"/>
                    <a:pt x="1003" y="1137"/>
                  </a:cubicBezTo>
                  <a:cubicBezTo>
                    <a:pt x="1037" y="1104"/>
                    <a:pt x="803" y="853"/>
                    <a:pt x="535" y="552"/>
                  </a:cubicBezTo>
                  <a:cubicBezTo>
                    <a:pt x="276" y="260"/>
                    <a:pt x="80" y="0"/>
                    <a:pt x="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65"/>
            <p:cNvSpPr/>
            <p:nvPr/>
          </p:nvSpPr>
          <p:spPr>
            <a:xfrm>
              <a:off x="5093362" y="2651598"/>
              <a:ext cx="39133" cy="36120"/>
            </a:xfrm>
            <a:custGeom>
              <a:avLst/>
              <a:gdLst/>
              <a:ahLst/>
              <a:cxnLst/>
              <a:rect l="l" t="t" r="r" b="b"/>
              <a:pathLst>
                <a:path w="1221" h="1127" extrusionOk="0">
                  <a:moveTo>
                    <a:pt x="43" y="0"/>
                  </a:moveTo>
                  <a:cubicBezTo>
                    <a:pt x="39" y="0"/>
                    <a:pt x="36" y="1"/>
                    <a:pt x="34" y="4"/>
                  </a:cubicBezTo>
                  <a:cubicBezTo>
                    <a:pt x="0" y="37"/>
                    <a:pt x="234" y="321"/>
                    <a:pt x="552" y="622"/>
                  </a:cubicBezTo>
                  <a:cubicBezTo>
                    <a:pt x="848" y="918"/>
                    <a:pt x="1114" y="1126"/>
                    <a:pt x="1176" y="1126"/>
                  </a:cubicBezTo>
                  <a:cubicBezTo>
                    <a:pt x="1181" y="1126"/>
                    <a:pt x="1184" y="1125"/>
                    <a:pt x="1187" y="1123"/>
                  </a:cubicBezTo>
                  <a:cubicBezTo>
                    <a:pt x="1220" y="1090"/>
                    <a:pt x="986" y="822"/>
                    <a:pt x="669" y="505"/>
                  </a:cubicBezTo>
                  <a:cubicBezTo>
                    <a:pt x="372" y="223"/>
                    <a:pt x="104" y="0"/>
                    <a:pt x="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65"/>
            <p:cNvSpPr/>
            <p:nvPr/>
          </p:nvSpPr>
          <p:spPr>
            <a:xfrm>
              <a:off x="5179032" y="2753293"/>
              <a:ext cx="45543" cy="35608"/>
            </a:xfrm>
            <a:custGeom>
              <a:avLst/>
              <a:gdLst/>
              <a:ahLst/>
              <a:cxnLst/>
              <a:rect l="l" t="t" r="r" b="b"/>
              <a:pathLst>
                <a:path w="1421" h="1111" extrusionOk="0">
                  <a:moveTo>
                    <a:pt x="1393" y="1"/>
                  </a:moveTo>
                  <a:cubicBezTo>
                    <a:pt x="1325" y="1"/>
                    <a:pt x="988" y="164"/>
                    <a:pt x="636" y="440"/>
                  </a:cubicBezTo>
                  <a:cubicBezTo>
                    <a:pt x="251" y="757"/>
                    <a:pt x="1" y="1074"/>
                    <a:pt x="34" y="1108"/>
                  </a:cubicBezTo>
                  <a:cubicBezTo>
                    <a:pt x="36" y="1110"/>
                    <a:pt x="39" y="1111"/>
                    <a:pt x="42" y="1111"/>
                  </a:cubicBezTo>
                  <a:cubicBezTo>
                    <a:pt x="102" y="1111"/>
                    <a:pt x="389" y="857"/>
                    <a:pt x="736" y="573"/>
                  </a:cubicBezTo>
                  <a:cubicBezTo>
                    <a:pt x="1104" y="272"/>
                    <a:pt x="1421" y="39"/>
                    <a:pt x="1404" y="5"/>
                  </a:cubicBezTo>
                  <a:cubicBezTo>
                    <a:pt x="1403" y="2"/>
                    <a:pt x="1399" y="1"/>
                    <a:pt x="13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65"/>
            <p:cNvSpPr/>
            <p:nvPr/>
          </p:nvSpPr>
          <p:spPr>
            <a:xfrm>
              <a:off x="5175827" y="2677815"/>
              <a:ext cx="46633" cy="35063"/>
            </a:xfrm>
            <a:custGeom>
              <a:avLst/>
              <a:gdLst/>
              <a:ahLst/>
              <a:cxnLst/>
              <a:rect l="l" t="t" r="r" b="b"/>
              <a:pathLst>
                <a:path w="1455" h="1094" extrusionOk="0">
                  <a:moveTo>
                    <a:pt x="1413" y="1"/>
                  </a:moveTo>
                  <a:cubicBezTo>
                    <a:pt x="1358" y="1"/>
                    <a:pt x="1044" y="209"/>
                    <a:pt x="686" y="489"/>
                  </a:cubicBezTo>
                  <a:cubicBezTo>
                    <a:pt x="285" y="773"/>
                    <a:pt x="1" y="1057"/>
                    <a:pt x="34" y="1090"/>
                  </a:cubicBezTo>
                  <a:cubicBezTo>
                    <a:pt x="35" y="1093"/>
                    <a:pt x="38" y="1094"/>
                    <a:pt x="42" y="1094"/>
                  </a:cubicBezTo>
                  <a:cubicBezTo>
                    <a:pt x="96" y="1094"/>
                    <a:pt x="411" y="886"/>
                    <a:pt x="769" y="606"/>
                  </a:cubicBezTo>
                  <a:cubicBezTo>
                    <a:pt x="1153" y="305"/>
                    <a:pt x="1454" y="38"/>
                    <a:pt x="1421" y="4"/>
                  </a:cubicBezTo>
                  <a:cubicBezTo>
                    <a:pt x="1420" y="2"/>
                    <a:pt x="1417" y="1"/>
                    <a:pt x="14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65"/>
            <p:cNvSpPr/>
            <p:nvPr/>
          </p:nvSpPr>
          <p:spPr>
            <a:xfrm>
              <a:off x="5231529" y="2564422"/>
              <a:ext cx="8589" cy="51440"/>
            </a:xfrm>
            <a:custGeom>
              <a:avLst/>
              <a:gdLst/>
              <a:ahLst/>
              <a:cxnLst/>
              <a:rect l="l" t="t" r="r" b="b"/>
              <a:pathLst>
                <a:path w="268" h="1605" extrusionOk="0">
                  <a:moveTo>
                    <a:pt x="100" y="0"/>
                  </a:moveTo>
                  <a:cubicBezTo>
                    <a:pt x="50" y="0"/>
                    <a:pt x="0" y="368"/>
                    <a:pt x="34" y="819"/>
                  </a:cubicBezTo>
                  <a:cubicBezTo>
                    <a:pt x="66" y="1260"/>
                    <a:pt x="179" y="1605"/>
                    <a:pt x="215" y="1605"/>
                  </a:cubicBezTo>
                  <a:cubicBezTo>
                    <a:pt x="216" y="1605"/>
                    <a:pt x="217" y="1604"/>
                    <a:pt x="217" y="1604"/>
                  </a:cubicBezTo>
                  <a:cubicBezTo>
                    <a:pt x="268" y="1604"/>
                    <a:pt x="234" y="1236"/>
                    <a:pt x="184" y="802"/>
                  </a:cubicBezTo>
                  <a:cubicBezTo>
                    <a:pt x="151" y="368"/>
                    <a:pt x="134" y="0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65"/>
            <p:cNvSpPr/>
            <p:nvPr/>
          </p:nvSpPr>
          <p:spPr>
            <a:xfrm>
              <a:off x="5157077" y="2594902"/>
              <a:ext cx="19326" cy="31697"/>
            </a:xfrm>
            <a:custGeom>
              <a:avLst/>
              <a:gdLst/>
              <a:ahLst/>
              <a:cxnLst/>
              <a:rect l="l" t="t" r="r" b="b"/>
              <a:pathLst>
                <a:path w="603" h="989" extrusionOk="0">
                  <a:moveTo>
                    <a:pt x="564" y="0"/>
                  </a:moveTo>
                  <a:cubicBezTo>
                    <a:pt x="524" y="0"/>
                    <a:pt x="379" y="196"/>
                    <a:pt x="235" y="453"/>
                  </a:cubicBezTo>
                  <a:cubicBezTo>
                    <a:pt x="84" y="737"/>
                    <a:pt x="1" y="971"/>
                    <a:pt x="34" y="987"/>
                  </a:cubicBezTo>
                  <a:cubicBezTo>
                    <a:pt x="35" y="988"/>
                    <a:pt x="37" y="988"/>
                    <a:pt x="39" y="988"/>
                  </a:cubicBezTo>
                  <a:cubicBezTo>
                    <a:pt x="79" y="988"/>
                    <a:pt x="224" y="793"/>
                    <a:pt x="368" y="536"/>
                  </a:cubicBezTo>
                  <a:cubicBezTo>
                    <a:pt x="519" y="252"/>
                    <a:pt x="602" y="18"/>
                    <a:pt x="569" y="1"/>
                  </a:cubicBezTo>
                  <a:cubicBezTo>
                    <a:pt x="567" y="1"/>
                    <a:pt x="566" y="0"/>
                    <a:pt x="5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65"/>
            <p:cNvSpPr/>
            <p:nvPr/>
          </p:nvSpPr>
          <p:spPr>
            <a:xfrm>
              <a:off x="5131373" y="2466285"/>
              <a:ext cx="48780" cy="31986"/>
            </a:xfrm>
            <a:custGeom>
              <a:avLst/>
              <a:gdLst/>
              <a:ahLst/>
              <a:cxnLst/>
              <a:rect l="l" t="t" r="r" b="b"/>
              <a:pathLst>
                <a:path w="1522" h="998" extrusionOk="0">
                  <a:moveTo>
                    <a:pt x="31" y="0"/>
                  </a:moveTo>
                  <a:cubicBezTo>
                    <a:pt x="25" y="0"/>
                    <a:pt x="20" y="2"/>
                    <a:pt x="17" y="4"/>
                  </a:cubicBezTo>
                  <a:cubicBezTo>
                    <a:pt x="1" y="38"/>
                    <a:pt x="301" y="288"/>
                    <a:pt x="719" y="572"/>
                  </a:cubicBezTo>
                  <a:cubicBezTo>
                    <a:pt x="1078" y="812"/>
                    <a:pt x="1398" y="998"/>
                    <a:pt x="1484" y="998"/>
                  </a:cubicBezTo>
                  <a:cubicBezTo>
                    <a:pt x="1494" y="998"/>
                    <a:pt x="1501" y="995"/>
                    <a:pt x="1504" y="990"/>
                  </a:cubicBezTo>
                  <a:cubicBezTo>
                    <a:pt x="1521" y="957"/>
                    <a:pt x="1204" y="706"/>
                    <a:pt x="803" y="439"/>
                  </a:cubicBezTo>
                  <a:cubicBezTo>
                    <a:pt x="418" y="177"/>
                    <a:pt x="104" y="0"/>
                    <a:pt x="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65"/>
            <p:cNvSpPr/>
            <p:nvPr/>
          </p:nvSpPr>
          <p:spPr>
            <a:xfrm>
              <a:off x="5192973" y="2436318"/>
              <a:ext cx="49838" cy="27146"/>
            </a:xfrm>
            <a:custGeom>
              <a:avLst/>
              <a:gdLst/>
              <a:ahLst/>
              <a:cxnLst/>
              <a:rect l="l" t="t" r="r" b="b"/>
              <a:pathLst>
                <a:path w="1555" h="847" extrusionOk="0">
                  <a:moveTo>
                    <a:pt x="28" y="0"/>
                  </a:moveTo>
                  <a:cubicBezTo>
                    <a:pt x="23" y="0"/>
                    <a:pt x="19" y="1"/>
                    <a:pt x="17" y="4"/>
                  </a:cubicBezTo>
                  <a:cubicBezTo>
                    <a:pt x="0" y="37"/>
                    <a:pt x="284" y="321"/>
                    <a:pt x="719" y="555"/>
                  </a:cubicBezTo>
                  <a:cubicBezTo>
                    <a:pt x="1078" y="756"/>
                    <a:pt x="1425" y="846"/>
                    <a:pt x="1525" y="846"/>
                  </a:cubicBezTo>
                  <a:cubicBezTo>
                    <a:pt x="1542" y="846"/>
                    <a:pt x="1552" y="844"/>
                    <a:pt x="1554" y="839"/>
                  </a:cubicBezTo>
                  <a:lnTo>
                    <a:pt x="1537" y="839"/>
                  </a:lnTo>
                  <a:cubicBezTo>
                    <a:pt x="1554" y="789"/>
                    <a:pt x="1203" y="639"/>
                    <a:pt x="785" y="421"/>
                  </a:cubicBezTo>
                  <a:cubicBezTo>
                    <a:pt x="397" y="204"/>
                    <a:pt x="95" y="0"/>
                    <a:pt x="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65"/>
            <p:cNvSpPr/>
            <p:nvPr/>
          </p:nvSpPr>
          <p:spPr>
            <a:xfrm>
              <a:off x="5249734" y="2500514"/>
              <a:ext cx="43396" cy="18012"/>
            </a:xfrm>
            <a:custGeom>
              <a:avLst/>
              <a:gdLst/>
              <a:ahLst/>
              <a:cxnLst/>
              <a:rect l="l" t="t" r="r" b="b"/>
              <a:pathLst>
                <a:path w="1354" h="562" extrusionOk="0">
                  <a:moveTo>
                    <a:pt x="1263" y="1"/>
                  </a:moveTo>
                  <a:cubicBezTo>
                    <a:pt x="1143" y="1"/>
                    <a:pt x="894" y="48"/>
                    <a:pt x="619" y="156"/>
                  </a:cubicBezTo>
                  <a:cubicBezTo>
                    <a:pt x="251" y="306"/>
                    <a:pt x="0" y="524"/>
                    <a:pt x="17" y="557"/>
                  </a:cubicBezTo>
                  <a:cubicBezTo>
                    <a:pt x="20" y="560"/>
                    <a:pt x="26" y="562"/>
                    <a:pt x="33" y="562"/>
                  </a:cubicBezTo>
                  <a:cubicBezTo>
                    <a:pt x="105" y="562"/>
                    <a:pt x="368" y="426"/>
                    <a:pt x="685" y="290"/>
                  </a:cubicBezTo>
                  <a:cubicBezTo>
                    <a:pt x="1036" y="156"/>
                    <a:pt x="1354" y="73"/>
                    <a:pt x="1337" y="22"/>
                  </a:cubicBezTo>
                  <a:cubicBezTo>
                    <a:pt x="1337" y="8"/>
                    <a:pt x="1310" y="1"/>
                    <a:pt x="12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65"/>
            <p:cNvSpPr/>
            <p:nvPr/>
          </p:nvSpPr>
          <p:spPr>
            <a:xfrm>
              <a:off x="5324410" y="2543493"/>
              <a:ext cx="26569" cy="59517"/>
            </a:xfrm>
            <a:custGeom>
              <a:avLst/>
              <a:gdLst/>
              <a:ahLst/>
              <a:cxnLst/>
              <a:rect l="l" t="t" r="r" b="b"/>
              <a:pathLst>
                <a:path w="829" h="1857" extrusionOk="0">
                  <a:moveTo>
                    <a:pt x="776" y="1"/>
                  </a:moveTo>
                  <a:cubicBezTo>
                    <a:pt x="734" y="1"/>
                    <a:pt x="490" y="364"/>
                    <a:pt x="294" y="870"/>
                  </a:cubicBezTo>
                  <a:cubicBezTo>
                    <a:pt x="86" y="1365"/>
                    <a:pt x="1" y="1798"/>
                    <a:pt x="37" y="1851"/>
                  </a:cubicBezTo>
                  <a:lnTo>
                    <a:pt x="37" y="1851"/>
                  </a:lnTo>
                  <a:cubicBezTo>
                    <a:pt x="96" y="1803"/>
                    <a:pt x="239" y="1407"/>
                    <a:pt x="427" y="937"/>
                  </a:cubicBezTo>
                  <a:cubicBezTo>
                    <a:pt x="628" y="419"/>
                    <a:pt x="828" y="18"/>
                    <a:pt x="778" y="1"/>
                  </a:cubicBezTo>
                  <a:cubicBezTo>
                    <a:pt x="777" y="1"/>
                    <a:pt x="777" y="1"/>
                    <a:pt x="776" y="1"/>
                  </a:cubicBezTo>
                  <a:close/>
                  <a:moveTo>
                    <a:pt x="37" y="1851"/>
                  </a:moveTo>
                  <a:cubicBezTo>
                    <a:pt x="33" y="1854"/>
                    <a:pt x="29" y="1856"/>
                    <a:pt x="26" y="1856"/>
                  </a:cubicBezTo>
                  <a:lnTo>
                    <a:pt x="43" y="1856"/>
                  </a:lnTo>
                  <a:cubicBezTo>
                    <a:pt x="41" y="1855"/>
                    <a:pt x="39" y="1854"/>
                    <a:pt x="37" y="18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65"/>
            <p:cNvSpPr/>
            <p:nvPr/>
          </p:nvSpPr>
          <p:spPr>
            <a:xfrm>
              <a:off x="5386267" y="2590639"/>
              <a:ext cx="8621" cy="53043"/>
            </a:xfrm>
            <a:custGeom>
              <a:avLst/>
              <a:gdLst/>
              <a:ahLst/>
              <a:cxnLst/>
              <a:rect l="l" t="t" r="r" b="b"/>
              <a:pathLst>
                <a:path w="269" h="1655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17"/>
                    <a:pt x="1" y="385"/>
                    <a:pt x="51" y="836"/>
                  </a:cubicBezTo>
                  <a:cubicBezTo>
                    <a:pt x="101" y="1287"/>
                    <a:pt x="185" y="1655"/>
                    <a:pt x="218" y="1655"/>
                  </a:cubicBezTo>
                  <a:cubicBezTo>
                    <a:pt x="268" y="1655"/>
                    <a:pt x="252" y="1271"/>
                    <a:pt x="201" y="819"/>
                  </a:cubicBezTo>
                  <a:cubicBezTo>
                    <a:pt x="151" y="368"/>
                    <a:pt x="85" y="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65"/>
            <p:cNvSpPr/>
            <p:nvPr/>
          </p:nvSpPr>
          <p:spPr>
            <a:xfrm>
              <a:off x="4710461" y="2557435"/>
              <a:ext cx="12884" cy="44517"/>
            </a:xfrm>
            <a:custGeom>
              <a:avLst/>
              <a:gdLst/>
              <a:ahLst/>
              <a:cxnLst/>
              <a:rect l="l" t="t" r="r" b="b"/>
              <a:pathLst>
                <a:path w="402" h="1389" extrusionOk="0">
                  <a:moveTo>
                    <a:pt x="352" y="1"/>
                  </a:moveTo>
                  <a:lnTo>
                    <a:pt x="352" y="1"/>
                  </a:lnTo>
                  <a:cubicBezTo>
                    <a:pt x="318" y="1"/>
                    <a:pt x="218" y="302"/>
                    <a:pt x="118" y="686"/>
                  </a:cubicBezTo>
                  <a:cubicBezTo>
                    <a:pt x="34" y="1053"/>
                    <a:pt x="1" y="1371"/>
                    <a:pt x="51" y="1388"/>
                  </a:cubicBezTo>
                  <a:cubicBezTo>
                    <a:pt x="52" y="1388"/>
                    <a:pt x="53" y="1388"/>
                    <a:pt x="54" y="1388"/>
                  </a:cubicBezTo>
                  <a:cubicBezTo>
                    <a:pt x="90" y="1388"/>
                    <a:pt x="187" y="1093"/>
                    <a:pt x="285" y="719"/>
                  </a:cubicBezTo>
                  <a:cubicBezTo>
                    <a:pt x="368" y="335"/>
                    <a:pt x="402" y="18"/>
                    <a:pt x="3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65"/>
            <p:cNvSpPr/>
            <p:nvPr/>
          </p:nvSpPr>
          <p:spPr>
            <a:xfrm>
              <a:off x="4775266" y="2687366"/>
              <a:ext cx="47690" cy="14647"/>
            </a:xfrm>
            <a:custGeom>
              <a:avLst/>
              <a:gdLst/>
              <a:ahLst/>
              <a:cxnLst/>
              <a:rect l="l" t="t" r="r" b="b"/>
              <a:pathLst>
                <a:path w="1488" h="457" extrusionOk="0">
                  <a:moveTo>
                    <a:pt x="40" y="0"/>
                  </a:moveTo>
                  <a:cubicBezTo>
                    <a:pt x="27" y="0"/>
                    <a:pt x="19" y="3"/>
                    <a:pt x="17" y="7"/>
                  </a:cubicBezTo>
                  <a:cubicBezTo>
                    <a:pt x="0" y="40"/>
                    <a:pt x="301" y="224"/>
                    <a:pt x="719" y="341"/>
                  </a:cubicBezTo>
                  <a:cubicBezTo>
                    <a:pt x="1003" y="424"/>
                    <a:pt x="1262" y="457"/>
                    <a:pt x="1395" y="457"/>
                  </a:cubicBezTo>
                  <a:cubicBezTo>
                    <a:pt x="1450" y="457"/>
                    <a:pt x="1483" y="451"/>
                    <a:pt x="1488" y="441"/>
                  </a:cubicBezTo>
                  <a:cubicBezTo>
                    <a:pt x="1488" y="391"/>
                    <a:pt x="1153" y="308"/>
                    <a:pt x="769" y="191"/>
                  </a:cubicBezTo>
                  <a:cubicBezTo>
                    <a:pt x="421" y="89"/>
                    <a:pt x="124" y="0"/>
                    <a:pt x="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65"/>
            <p:cNvSpPr/>
            <p:nvPr/>
          </p:nvSpPr>
          <p:spPr>
            <a:xfrm>
              <a:off x="4904331" y="2430004"/>
              <a:ext cx="34838" cy="19999"/>
            </a:xfrm>
            <a:custGeom>
              <a:avLst/>
              <a:gdLst/>
              <a:ahLst/>
              <a:cxnLst/>
              <a:rect l="l" t="t" r="r" b="b"/>
              <a:pathLst>
                <a:path w="1087" h="624" extrusionOk="0">
                  <a:moveTo>
                    <a:pt x="1025" y="1"/>
                  </a:moveTo>
                  <a:cubicBezTo>
                    <a:pt x="935" y="1"/>
                    <a:pt x="720" y="70"/>
                    <a:pt x="485" y="201"/>
                  </a:cubicBezTo>
                  <a:cubicBezTo>
                    <a:pt x="184" y="368"/>
                    <a:pt x="0" y="585"/>
                    <a:pt x="34" y="618"/>
                  </a:cubicBezTo>
                  <a:cubicBezTo>
                    <a:pt x="37" y="622"/>
                    <a:pt x="42" y="623"/>
                    <a:pt x="48" y="623"/>
                  </a:cubicBezTo>
                  <a:cubicBezTo>
                    <a:pt x="109" y="623"/>
                    <a:pt x="311" y="486"/>
                    <a:pt x="568" y="334"/>
                  </a:cubicBezTo>
                  <a:cubicBezTo>
                    <a:pt x="836" y="167"/>
                    <a:pt x="1086" y="50"/>
                    <a:pt x="1070" y="17"/>
                  </a:cubicBezTo>
                  <a:cubicBezTo>
                    <a:pt x="1066" y="6"/>
                    <a:pt x="1050" y="1"/>
                    <a:pt x="10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65"/>
            <p:cNvSpPr/>
            <p:nvPr/>
          </p:nvSpPr>
          <p:spPr>
            <a:xfrm>
              <a:off x="4776868" y="2516539"/>
              <a:ext cx="41280" cy="10641"/>
            </a:xfrm>
            <a:custGeom>
              <a:avLst/>
              <a:gdLst/>
              <a:ahLst/>
              <a:cxnLst/>
              <a:rect l="l" t="t" r="r" b="b"/>
              <a:pathLst>
                <a:path w="1288" h="332" extrusionOk="0">
                  <a:moveTo>
                    <a:pt x="97" y="0"/>
                  </a:moveTo>
                  <a:cubicBezTo>
                    <a:pt x="41" y="0"/>
                    <a:pt x="6" y="8"/>
                    <a:pt x="1" y="24"/>
                  </a:cubicBezTo>
                  <a:cubicBezTo>
                    <a:pt x="1" y="57"/>
                    <a:pt x="285" y="157"/>
                    <a:pt x="636" y="241"/>
                  </a:cubicBezTo>
                  <a:cubicBezTo>
                    <a:pt x="874" y="298"/>
                    <a:pt x="1082" y="331"/>
                    <a:pt x="1195" y="331"/>
                  </a:cubicBezTo>
                  <a:cubicBezTo>
                    <a:pt x="1249" y="331"/>
                    <a:pt x="1282" y="324"/>
                    <a:pt x="1287" y="308"/>
                  </a:cubicBezTo>
                  <a:cubicBezTo>
                    <a:pt x="1287" y="274"/>
                    <a:pt x="1020" y="174"/>
                    <a:pt x="669" y="91"/>
                  </a:cubicBezTo>
                  <a:cubicBezTo>
                    <a:pt x="431" y="34"/>
                    <a:pt x="215" y="0"/>
                    <a:pt x="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65"/>
            <p:cNvSpPr/>
            <p:nvPr/>
          </p:nvSpPr>
          <p:spPr>
            <a:xfrm>
              <a:off x="4973399" y="2390326"/>
              <a:ext cx="26281" cy="20416"/>
            </a:xfrm>
            <a:custGeom>
              <a:avLst/>
              <a:gdLst/>
              <a:ahLst/>
              <a:cxnLst/>
              <a:rect l="l" t="t" r="r" b="b"/>
              <a:pathLst>
                <a:path w="820" h="637" extrusionOk="0">
                  <a:moveTo>
                    <a:pt x="57" y="0"/>
                  </a:moveTo>
                  <a:cubicBezTo>
                    <a:pt x="55" y="0"/>
                    <a:pt x="53" y="1"/>
                    <a:pt x="51" y="2"/>
                  </a:cubicBezTo>
                  <a:cubicBezTo>
                    <a:pt x="1" y="35"/>
                    <a:pt x="118" y="236"/>
                    <a:pt x="335" y="419"/>
                  </a:cubicBezTo>
                  <a:cubicBezTo>
                    <a:pt x="519" y="564"/>
                    <a:pt x="692" y="636"/>
                    <a:pt x="766" y="636"/>
                  </a:cubicBezTo>
                  <a:cubicBezTo>
                    <a:pt x="786" y="636"/>
                    <a:pt x="799" y="631"/>
                    <a:pt x="803" y="620"/>
                  </a:cubicBezTo>
                  <a:cubicBezTo>
                    <a:pt x="819" y="587"/>
                    <a:pt x="652" y="470"/>
                    <a:pt x="435" y="303"/>
                  </a:cubicBezTo>
                  <a:cubicBezTo>
                    <a:pt x="245" y="144"/>
                    <a:pt x="100" y="0"/>
                    <a:pt x="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65"/>
            <p:cNvSpPr/>
            <p:nvPr/>
          </p:nvSpPr>
          <p:spPr>
            <a:xfrm>
              <a:off x="5094420" y="2383756"/>
              <a:ext cx="21986" cy="20095"/>
            </a:xfrm>
            <a:custGeom>
              <a:avLst/>
              <a:gdLst/>
              <a:ahLst/>
              <a:cxnLst/>
              <a:rect l="l" t="t" r="r" b="b"/>
              <a:pathLst>
                <a:path w="686" h="627" extrusionOk="0">
                  <a:moveTo>
                    <a:pt x="636" y="1"/>
                  </a:moveTo>
                  <a:cubicBezTo>
                    <a:pt x="580" y="1"/>
                    <a:pt x="433" y="109"/>
                    <a:pt x="285" y="257"/>
                  </a:cubicBezTo>
                  <a:cubicBezTo>
                    <a:pt x="118" y="424"/>
                    <a:pt x="1" y="591"/>
                    <a:pt x="34" y="624"/>
                  </a:cubicBezTo>
                  <a:cubicBezTo>
                    <a:pt x="37" y="626"/>
                    <a:pt x="40" y="626"/>
                    <a:pt x="43" y="626"/>
                  </a:cubicBezTo>
                  <a:cubicBezTo>
                    <a:pt x="90" y="626"/>
                    <a:pt x="231" y="528"/>
                    <a:pt x="402" y="357"/>
                  </a:cubicBezTo>
                  <a:cubicBezTo>
                    <a:pt x="569" y="190"/>
                    <a:pt x="686" y="23"/>
                    <a:pt x="652" y="6"/>
                  </a:cubicBezTo>
                  <a:cubicBezTo>
                    <a:pt x="649" y="2"/>
                    <a:pt x="643" y="1"/>
                    <a:pt x="6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65"/>
            <p:cNvSpPr/>
            <p:nvPr/>
          </p:nvSpPr>
          <p:spPr>
            <a:xfrm>
              <a:off x="4313137" y="4261437"/>
              <a:ext cx="186371" cy="311622"/>
            </a:xfrm>
            <a:custGeom>
              <a:avLst/>
              <a:gdLst/>
              <a:ahLst/>
              <a:cxnLst/>
              <a:rect l="l" t="t" r="r" b="b"/>
              <a:pathLst>
                <a:path w="5815" h="9723" extrusionOk="0">
                  <a:moveTo>
                    <a:pt x="3241" y="0"/>
                  </a:moveTo>
                  <a:lnTo>
                    <a:pt x="0" y="1755"/>
                  </a:lnTo>
                  <a:lnTo>
                    <a:pt x="150" y="2055"/>
                  </a:lnTo>
                  <a:cubicBezTo>
                    <a:pt x="835" y="3409"/>
                    <a:pt x="3693" y="8906"/>
                    <a:pt x="4461" y="9624"/>
                  </a:cubicBezTo>
                  <a:cubicBezTo>
                    <a:pt x="4531" y="9692"/>
                    <a:pt x="4586" y="9722"/>
                    <a:pt x="4627" y="9722"/>
                  </a:cubicBezTo>
                  <a:cubicBezTo>
                    <a:pt x="5092" y="9722"/>
                    <a:pt x="3910" y="5865"/>
                    <a:pt x="3910" y="5865"/>
                  </a:cubicBezTo>
                  <a:lnTo>
                    <a:pt x="5815" y="4779"/>
                  </a:lnTo>
                  <a:lnTo>
                    <a:pt x="32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65"/>
            <p:cNvSpPr/>
            <p:nvPr/>
          </p:nvSpPr>
          <p:spPr>
            <a:xfrm>
              <a:off x="4313137" y="4316051"/>
              <a:ext cx="157750" cy="258163"/>
            </a:xfrm>
            <a:custGeom>
              <a:avLst/>
              <a:gdLst/>
              <a:ahLst/>
              <a:cxnLst/>
              <a:rect l="l" t="t" r="r" b="b"/>
              <a:pathLst>
                <a:path w="4922" h="8055" extrusionOk="0">
                  <a:moveTo>
                    <a:pt x="117" y="1"/>
                  </a:moveTo>
                  <a:lnTo>
                    <a:pt x="0" y="51"/>
                  </a:lnTo>
                  <a:cubicBezTo>
                    <a:pt x="1170" y="2574"/>
                    <a:pt x="4261" y="8004"/>
                    <a:pt x="4595" y="8054"/>
                  </a:cubicBezTo>
                  <a:cubicBezTo>
                    <a:pt x="4598" y="8054"/>
                    <a:pt x="4601" y="8055"/>
                    <a:pt x="4605" y="8055"/>
                  </a:cubicBezTo>
                  <a:cubicBezTo>
                    <a:pt x="4921" y="8055"/>
                    <a:pt x="4528" y="6433"/>
                    <a:pt x="4528" y="6433"/>
                  </a:cubicBezTo>
                  <a:cubicBezTo>
                    <a:pt x="4461" y="6326"/>
                    <a:pt x="4311" y="6294"/>
                    <a:pt x="4156" y="6294"/>
                  </a:cubicBezTo>
                  <a:cubicBezTo>
                    <a:pt x="3923" y="6294"/>
                    <a:pt x="3676" y="6367"/>
                    <a:pt x="3676" y="6367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65"/>
            <p:cNvSpPr/>
            <p:nvPr/>
          </p:nvSpPr>
          <p:spPr>
            <a:xfrm>
              <a:off x="4315252" y="4313391"/>
              <a:ext cx="146244" cy="256528"/>
            </a:xfrm>
            <a:custGeom>
              <a:avLst/>
              <a:gdLst/>
              <a:ahLst/>
              <a:cxnLst/>
              <a:rect l="l" t="t" r="r" b="b"/>
              <a:pathLst>
                <a:path w="4563" h="8004" extrusionOk="0">
                  <a:moveTo>
                    <a:pt x="1" y="0"/>
                  </a:moveTo>
                  <a:cubicBezTo>
                    <a:pt x="18" y="33"/>
                    <a:pt x="34" y="67"/>
                    <a:pt x="51" y="84"/>
                  </a:cubicBezTo>
                  <a:cubicBezTo>
                    <a:pt x="51" y="50"/>
                    <a:pt x="34" y="33"/>
                    <a:pt x="1" y="0"/>
                  </a:cubicBezTo>
                  <a:close/>
                  <a:moveTo>
                    <a:pt x="51" y="84"/>
                  </a:moveTo>
                  <a:lnTo>
                    <a:pt x="51" y="84"/>
                  </a:lnTo>
                  <a:cubicBezTo>
                    <a:pt x="84" y="167"/>
                    <a:pt x="118" y="251"/>
                    <a:pt x="168" y="334"/>
                  </a:cubicBezTo>
                  <a:cubicBezTo>
                    <a:pt x="285" y="568"/>
                    <a:pt x="435" y="869"/>
                    <a:pt x="619" y="1220"/>
                  </a:cubicBezTo>
                  <a:cubicBezTo>
                    <a:pt x="1020" y="1972"/>
                    <a:pt x="1571" y="2991"/>
                    <a:pt x="2206" y="4110"/>
                  </a:cubicBezTo>
                  <a:cubicBezTo>
                    <a:pt x="2841" y="5213"/>
                    <a:pt x="3443" y="6216"/>
                    <a:pt x="3877" y="6934"/>
                  </a:cubicBezTo>
                  <a:lnTo>
                    <a:pt x="4412" y="7786"/>
                  </a:lnTo>
                  <a:cubicBezTo>
                    <a:pt x="4462" y="7870"/>
                    <a:pt x="4512" y="7937"/>
                    <a:pt x="4562" y="8003"/>
                  </a:cubicBezTo>
                  <a:cubicBezTo>
                    <a:pt x="4529" y="7937"/>
                    <a:pt x="4479" y="7853"/>
                    <a:pt x="4429" y="7770"/>
                  </a:cubicBezTo>
                  <a:cubicBezTo>
                    <a:pt x="4295" y="7536"/>
                    <a:pt x="4128" y="7252"/>
                    <a:pt x="3911" y="6917"/>
                  </a:cubicBezTo>
                  <a:cubicBezTo>
                    <a:pt x="3493" y="6182"/>
                    <a:pt x="2891" y="5196"/>
                    <a:pt x="2256" y="4077"/>
                  </a:cubicBezTo>
                  <a:cubicBezTo>
                    <a:pt x="1622" y="2957"/>
                    <a:pt x="1070" y="1938"/>
                    <a:pt x="669" y="1203"/>
                  </a:cubicBezTo>
                  <a:lnTo>
                    <a:pt x="185" y="318"/>
                  </a:lnTo>
                  <a:lnTo>
                    <a:pt x="51" y="8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65"/>
            <p:cNvSpPr/>
            <p:nvPr/>
          </p:nvSpPr>
          <p:spPr>
            <a:xfrm>
              <a:off x="4428805" y="4516940"/>
              <a:ext cx="32146" cy="5320"/>
            </a:xfrm>
            <a:custGeom>
              <a:avLst/>
              <a:gdLst/>
              <a:ahLst/>
              <a:cxnLst/>
              <a:rect l="l" t="t" r="r" b="b"/>
              <a:pathLst>
                <a:path w="1003" h="166" extrusionOk="0">
                  <a:moveTo>
                    <a:pt x="491" y="0"/>
                  </a:moveTo>
                  <a:cubicBezTo>
                    <a:pt x="319" y="0"/>
                    <a:pt x="147" y="50"/>
                    <a:pt x="0" y="149"/>
                  </a:cubicBezTo>
                  <a:cubicBezTo>
                    <a:pt x="148" y="94"/>
                    <a:pt x="306" y="69"/>
                    <a:pt x="465" y="69"/>
                  </a:cubicBezTo>
                  <a:cubicBezTo>
                    <a:pt x="648" y="69"/>
                    <a:pt x="833" y="103"/>
                    <a:pt x="1003" y="165"/>
                  </a:cubicBezTo>
                  <a:cubicBezTo>
                    <a:pt x="849" y="55"/>
                    <a:pt x="670" y="0"/>
                    <a:pt x="4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65"/>
            <p:cNvSpPr/>
            <p:nvPr/>
          </p:nvSpPr>
          <p:spPr>
            <a:xfrm>
              <a:off x="4425568" y="4462423"/>
              <a:ext cx="17724" cy="2756"/>
            </a:xfrm>
            <a:custGeom>
              <a:avLst/>
              <a:gdLst/>
              <a:ahLst/>
              <a:cxnLst/>
              <a:rect l="l" t="t" r="r" b="b"/>
              <a:pathLst>
                <a:path w="553" h="86" extrusionOk="0">
                  <a:moveTo>
                    <a:pt x="166" y="1"/>
                  </a:moveTo>
                  <a:cubicBezTo>
                    <a:pt x="113" y="1"/>
                    <a:pt x="60" y="9"/>
                    <a:pt x="1" y="28"/>
                  </a:cubicBezTo>
                  <a:cubicBezTo>
                    <a:pt x="84" y="62"/>
                    <a:pt x="185" y="79"/>
                    <a:pt x="268" y="79"/>
                  </a:cubicBezTo>
                  <a:cubicBezTo>
                    <a:pt x="298" y="83"/>
                    <a:pt x="325" y="85"/>
                    <a:pt x="353" y="85"/>
                  </a:cubicBezTo>
                  <a:cubicBezTo>
                    <a:pt x="419" y="85"/>
                    <a:pt x="481" y="74"/>
                    <a:pt x="552" y="62"/>
                  </a:cubicBezTo>
                  <a:cubicBezTo>
                    <a:pt x="490" y="24"/>
                    <a:pt x="417" y="5"/>
                    <a:pt x="350" y="5"/>
                  </a:cubicBezTo>
                  <a:cubicBezTo>
                    <a:pt x="328" y="5"/>
                    <a:pt x="306" y="8"/>
                    <a:pt x="285" y="12"/>
                  </a:cubicBezTo>
                  <a:cubicBezTo>
                    <a:pt x="243" y="5"/>
                    <a:pt x="205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65"/>
            <p:cNvSpPr/>
            <p:nvPr/>
          </p:nvSpPr>
          <p:spPr>
            <a:xfrm>
              <a:off x="4425055" y="4447039"/>
              <a:ext cx="14487" cy="5256"/>
            </a:xfrm>
            <a:custGeom>
              <a:avLst/>
              <a:gdLst/>
              <a:ahLst/>
              <a:cxnLst/>
              <a:rect l="l" t="t" r="r" b="b"/>
              <a:pathLst>
                <a:path w="452" h="164" extrusionOk="0">
                  <a:moveTo>
                    <a:pt x="30" y="1"/>
                  </a:moveTo>
                  <a:cubicBezTo>
                    <a:pt x="15" y="1"/>
                    <a:pt x="5" y="3"/>
                    <a:pt x="0" y="7"/>
                  </a:cubicBezTo>
                  <a:cubicBezTo>
                    <a:pt x="0" y="24"/>
                    <a:pt x="100" y="74"/>
                    <a:pt x="217" y="107"/>
                  </a:cubicBezTo>
                  <a:cubicBezTo>
                    <a:pt x="305" y="145"/>
                    <a:pt x="383" y="164"/>
                    <a:pt x="424" y="164"/>
                  </a:cubicBezTo>
                  <a:cubicBezTo>
                    <a:pt x="438" y="164"/>
                    <a:pt x="447" y="162"/>
                    <a:pt x="451" y="158"/>
                  </a:cubicBezTo>
                  <a:cubicBezTo>
                    <a:pt x="451" y="141"/>
                    <a:pt x="351" y="91"/>
                    <a:pt x="234" y="41"/>
                  </a:cubicBezTo>
                  <a:cubicBezTo>
                    <a:pt x="148" y="16"/>
                    <a:pt x="72" y="1"/>
                    <a:pt x="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65"/>
            <p:cNvSpPr/>
            <p:nvPr/>
          </p:nvSpPr>
          <p:spPr>
            <a:xfrm>
              <a:off x="4435215" y="4431174"/>
              <a:ext cx="9134" cy="16153"/>
            </a:xfrm>
            <a:custGeom>
              <a:avLst/>
              <a:gdLst/>
              <a:ahLst/>
              <a:cxnLst/>
              <a:rect l="l" t="t" r="r" b="b"/>
              <a:pathLst>
                <a:path w="285" h="504" extrusionOk="0">
                  <a:moveTo>
                    <a:pt x="1" y="1"/>
                  </a:moveTo>
                  <a:cubicBezTo>
                    <a:pt x="17" y="101"/>
                    <a:pt x="51" y="185"/>
                    <a:pt x="118" y="268"/>
                  </a:cubicBezTo>
                  <a:cubicBezTo>
                    <a:pt x="180" y="393"/>
                    <a:pt x="257" y="504"/>
                    <a:pt x="281" y="504"/>
                  </a:cubicBezTo>
                  <a:cubicBezTo>
                    <a:pt x="282" y="504"/>
                    <a:pt x="284" y="503"/>
                    <a:pt x="285" y="502"/>
                  </a:cubicBezTo>
                  <a:cubicBezTo>
                    <a:pt x="268" y="402"/>
                    <a:pt x="218" y="318"/>
                    <a:pt x="168" y="235"/>
                  </a:cubicBezTo>
                  <a:cubicBezTo>
                    <a:pt x="84" y="101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65"/>
            <p:cNvSpPr/>
            <p:nvPr/>
          </p:nvSpPr>
          <p:spPr>
            <a:xfrm>
              <a:off x="4443773" y="4422617"/>
              <a:ext cx="9134" cy="18845"/>
            </a:xfrm>
            <a:custGeom>
              <a:avLst/>
              <a:gdLst/>
              <a:ahLst/>
              <a:cxnLst/>
              <a:rect l="l" t="t" r="r" b="b"/>
              <a:pathLst>
                <a:path w="285" h="588" extrusionOk="0">
                  <a:moveTo>
                    <a:pt x="1" y="1"/>
                  </a:moveTo>
                  <a:cubicBezTo>
                    <a:pt x="1" y="118"/>
                    <a:pt x="18" y="235"/>
                    <a:pt x="84" y="335"/>
                  </a:cubicBezTo>
                  <a:cubicBezTo>
                    <a:pt x="146" y="490"/>
                    <a:pt x="252" y="587"/>
                    <a:pt x="280" y="587"/>
                  </a:cubicBezTo>
                  <a:cubicBezTo>
                    <a:pt x="282" y="587"/>
                    <a:pt x="284" y="587"/>
                    <a:pt x="285" y="585"/>
                  </a:cubicBezTo>
                  <a:cubicBezTo>
                    <a:pt x="235" y="485"/>
                    <a:pt x="201" y="402"/>
                    <a:pt x="135" y="301"/>
                  </a:cubicBezTo>
                  <a:cubicBezTo>
                    <a:pt x="101" y="201"/>
                    <a:pt x="51" y="10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65"/>
            <p:cNvSpPr/>
            <p:nvPr/>
          </p:nvSpPr>
          <p:spPr>
            <a:xfrm>
              <a:off x="4440023" y="4461141"/>
              <a:ext cx="29486" cy="24166"/>
            </a:xfrm>
            <a:custGeom>
              <a:avLst/>
              <a:gdLst/>
              <a:ahLst/>
              <a:cxnLst/>
              <a:rect l="l" t="t" r="r" b="b"/>
              <a:pathLst>
                <a:path w="920" h="754" extrusionOk="0">
                  <a:moveTo>
                    <a:pt x="176" y="73"/>
                  </a:moveTo>
                  <a:cubicBezTo>
                    <a:pt x="235" y="73"/>
                    <a:pt x="293" y="77"/>
                    <a:pt x="352" y="85"/>
                  </a:cubicBezTo>
                  <a:cubicBezTo>
                    <a:pt x="469" y="102"/>
                    <a:pt x="569" y="152"/>
                    <a:pt x="669" y="236"/>
                  </a:cubicBezTo>
                  <a:cubicBezTo>
                    <a:pt x="770" y="336"/>
                    <a:pt x="836" y="469"/>
                    <a:pt x="853" y="620"/>
                  </a:cubicBezTo>
                  <a:cubicBezTo>
                    <a:pt x="842" y="664"/>
                    <a:pt x="809" y="687"/>
                    <a:pt x="768" y="687"/>
                  </a:cubicBezTo>
                  <a:cubicBezTo>
                    <a:pt x="747" y="687"/>
                    <a:pt x="725" y="681"/>
                    <a:pt x="703" y="670"/>
                  </a:cubicBezTo>
                  <a:cubicBezTo>
                    <a:pt x="653" y="637"/>
                    <a:pt x="586" y="586"/>
                    <a:pt x="536" y="536"/>
                  </a:cubicBezTo>
                  <a:cubicBezTo>
                    <a:pt x="452" y="453"/>
                    <a:pt x="352" y="369"/>
                    <a:pt x="268" y="269"/>
                  </a:cubicBezTo>
                  <a:cubicBezTo>
                    <a:pt x="205" y="190"/>
                    <a:pt x="156" y="122"/>
                    <a:pt x="123" y="74"/>
                  </a:cubicBezTo>
                  <a:lnTo>
                    <a:pt x="123" y="74"/>
                  </a:lnTo>
                  <a:cubicBezTo>
                    <a:pt x="141" y="73"/>
                    <a:pt x="159" y="73"/>
                    <a:pt x="176" y="73"/>
                  </a:cubicBezTo>
                  <a:close/>
                  <a:moveTo>
                    <a:pt x="69" y="0"/>
                  </a:moveTo>
                  <a:cubicBezTo>
                    <a:pt x="68" y="0"/>
                    <a:pt x="68" y="1"/>
                    <a:pt x="68" y="2"/>
                  </a:cubicBezTo>
                  <a:cubicBezTo>
                    <a:pt x="74" y="19"/>
                    <a:pt x="81" y="37"/>
                    <a:pt x="89" y="55"/>
                  </a:cubicBezTo>
                  <a:lnTo>
                    <a:pt x="89" y="55"/>
                  </a:lnTo>
                  <a:cubicBezTo>
                    <a:pt x="30" y="71"/>
                    <a:pt x="1" y="85"/>
                    <a:pt x="1" y="85"/>
                  </a:cubicBezTo>
                  <a:cubicBezTo>
                    <a:pt x="33" y="81"/>
                    <a:pt x="65" y="77"/>
                    <a:pt x="98" y="75"/>
                  </a:cubicBezTo>
                  <a:lnTo>
                    <a:pt x="98" y="75"/>
                  </a:lnTo>
                  <a:cubicBezTo>
                    <a:pt x="134" y="151"/>
                    <a:pt x="184" y="227"/>
                    <a:pt x="235" y="302"/>
                  </a:cubicBezTo>
                  <a:cubicBezTo>
                    <a:pt x="318" y="403"/>
                    <a:pt x="402" y="503"/>
                    <a:pt x="502" y="586"/>
                  </a:cubicBezTo>
                  <a:cubicBezTo>
                    <a:pt x="552" y="637"/>
                    <a:pt x="619" y="687"/>
                    <a:pt x="686" y="720"/>
                  </a:cubicBezTo>
                  <a:cubicBezTo>
                    <a:pt x="719" y="753"/>
                    <a:pt x="770" y="753"/>
                    <a:pt x="820" y="753"/>
                  </a:cubicBezTo>
                  <a:cubicBezTo>
                    <a:pt x="870" y="737"/>
                    <a:pt x="903" y="687"/>
                    <a:pt x="920" y="637"/>
                  </a:cubicBezTo>
                  <a:cubicBezTo>
                    <a:pt x="903" y="319"/>
                    <a:pt x="653" y="68"/>
                    <a:pt x="352" y="35"/>
                  </a:cubicBezTo>
                  <a:cubicBezTo>
                    <a:pt x="317" y="28"/>
                    <a:pt x="283" y="24"/>
                    <a:pt x="248" y="24"/>
                  </a:cubicBezTo>
                  <a:cubicBezTo>
                    <a:pt x="201" y="24"/>
                    <a:pt x="154" y="32"/>
                    <a:pt x="106" y="50"/>
                  </a:cubicBezTo>
                  <a:lnTo>
                    <a:pt x="106" y="50"/>
                  </a:lnTo>
                  <a:cubicBezTo>
                    <a:pt x="84" y="18"/>
                    <a:pt x="72" y="0"/>
                    <a:pt x="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65"/>
            <p:cNvSpPr/>
            <p:nvPr/>
          </p:nvSpPr>
          <p:spPr>
            <a:xfrm>
              <a:off x="4442170" y="4441815"/>
              <a:ext cx="16121" cy="22082"/>
            </a:xfrm>
            <a:custGeom>
              <a:avLst/>
              <a:gdLst/>
              <a:ahLst/>
              <a:cxnLst/>
              <a:rect l="l" t="t" r="r" b="b"/>
              <a:pathLst>
                <a:path w="503" h="689" extrusionOk="0">
                  <a:moveTo>
                    <a:pt x="344" y="1"/>
                  </a:moveTo>
                  <a:cubicBezTo>
                    <a:pt x="309" y="1"/>
                    <a:pt x="275" y="13"/>
                    <a:pt x="251" y="37"/>
                  </a:cubicBezTo>
                  <a:cubicBezTo>
                    <a:pt x="201" y="70"/>
                    <a:pt x="168" y="103"/>
                    <a:pt x="151" y="153"/>
                  </a:cubicBezTo>
                  <a:cubicBezTo>
                    <a:pt x="101" y="237"/>
                    <a:pt x="68" y="321"/>
                    <a:pt x="34" y="404"/>
                  </a:cubicBezTo>
                  <a:cubicBezTo>
                    <a:pt x="17" y="488"/>
                    <a:pt x="1" y="571"/>
                    <a:pt x="17" y="655"/>
                  </a:cubicBezTo>
                  <a:cubicBezTo>
                    <a:pt x="34" y="655"/>
                    <a:pt x="34" y="571"/>
                    <a:pt x="84" y="421"/>
                  </a:cubicBezTo>
                  <a:cubicBezTo>
                    <a:pt x="118" y="337"/>
                    <a:pt x="151" y="270"/>
                    <a:pt x="201" y="187"/>
                  </a:cubicBezTo>
                  <a:cubicBezTo>
                    <a:pt x="227" y="136"/>
                    <a:pt x="292" y="65"/>
                    <a:pt x="351" y="65"/>
                  </a:cubicBezTo>
                  <a:cubicBezTo>
                    <a:pt x="369" y="65"/>
                    <a:pt x="386" y="71"/>
                    <a:pt x="402" y="87"/>
                  </a:cubicBezTo>
                  <a:cubicBezTo>
                    <a:pt x="435" y="170"/>
                    <a:pt x="418" y="287"/>
                    <a:pt x="385" y="371"/>
                  </a:cubicBezTo>
                  <a:cubicBezTo>
                    <a:pt x="352" y="438"/>
                    <a:pt x="285" y="504"/>
                    <a:pt x="235" y="571"/>
                  </a:cubicBezTo>
                  <a:cubicBezTo>
                    <a:pt x="168" y="604"/>
                    <a:pt x="101" y="654"/>
                    <a:pt x="35" y="688"/>
                  </a:cubicBezTo>
                  <a:lnTo>
                    <a:pt x="35" y="688"/>
                  </a:lnTo>
                  <a:cubicBezTo>
                    <a:pt x="127" y="684"/>
                    <a:pt x="204" y="652"/>
                    <a:pt x="251" y="605"/>
                  </a:cubicBezTo>
                  <a:cubicBezTo>
                    <a:pt x="335" y="538"/>
                    <a:pt x="385" y="471"/>
                    <a:pt x="435" y="387"/>
                  </a:cubicBezTo>
                  <a:cubicBezTo>
                    <a:pt x="502" y="287"/>
                    <a:pt x="502" y="153"/>
                    <a:pt x="452" y="53"/>
                  </a:cubicBezTo>
                  <a:cubicBezTo>
                    <a:pt x="425" y="17"/>
                    <a:pt x="384" y="1"/>
                    <a:pt x="344" y="1"/>
                  </a:cubicBezTo>
                  <a:close/>
                  <a:moveTo>
                    <a:pt x="35" y="688"/>
                  </a:moveTo>
                  <a:lnTo>
                    <a:pt x="35" y="688"/>
                  </a:lnTo>
                  <a:cubicBezTo>
                    <a:pt x="29" y="688"/>
                    <a:pt x="23" y="688"/>
                    <a:pt x="17" y="688"/>
                  </a:cubicBezTo>
                  <a:lnTo>
                    <a:pt x="34" y="688"/>
                  </a:lnTo>
                  <a:cubicBezTo>
                    <a:pt x="34" y="688"/>
                    <a:pt x="35" y="688"/>
                    <a:pt x="35" y="6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65"/>
            <p:cNvSpPr/>
            <p:nvPr/>
          </p:nvSpPr>
          <p:spPr>
            <a:xfrm>
              <a:off x="4346308" y="4292494"/>
              <a:ext cx="29486" cy="79292"/>
            </a:xfrm>
            <a:custGeom>
              <a:avLst/>
              <a:gdLst/>
              <a:ahLst/>
              <a:cxnLst/>
              <a:rect l="l" t="t" r="r" b="b"/>
              <a:pathLst>
                <a:path w="920" h="2474" extrusionOk="0">
                  <a:moveTo>
                    <a:pt x="402" y="0"/>
                  </a:moveTo>
                  <a:cubicBezTo>
                    <a:pt x="385" y="17"/>
                    <a:pt x="485" y="134"/>
                    <a:pt x="586" y="368"/>
                  </a:cubicBezTo>
                  <a:cubicBezTo>
                    <a:pt x="853" y="970"/>
                    <a:pt x="736" y="1688"/>
                    <a:pt x="302" y="2189"/>
                  </a:cubicBezTo>
                  <a:cubicBezTo>
                    <a:pt x="135" y="2373"/>
                    <a:pt x="1" y="2457"/>
                    <a:pt x="18" y="2473"/>
                  </a:cubicBezTo>
                  <a:cubicBezTo>
                    <a:pt x="51" y="2457"/>
                    <a:pt x="84" y="2440"/>
                    <a:pt x="118" y="2406"/>
                  </a:cubicBezTo>
                  <a:cubicBezTo>
                    <a:pt x="185" y="2356"/>
                    <a:pt x="268" y="2289"/>
                    <a:pt x="335" y="2206"/>
                  </a:cubicBezTo>
                  <a:cubicBezTo>
                    <a:pt x="820" y="1705"/>
                    <a:pt x="920" y="970"/>
                    <a:pt x="636" y="351"/>
                  </a:cubicBezTo>
                  <a:cubicBezTo>
                    <a:pt x="586" y="251"/>
                    <a:pt x="536" y="168"/>
                    <a:pt x="469" y="84"/>
                  </a:cubicBezTo>
                  <a:cubicBezTo>
                    <a:pt x="435" y="34"/>
                    <a:pt x="402" y="0"/>
                    <a:pt x="4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65"/>
            <p:cNvSpPr/>
            <p:nvPr/>
          </p:nvSpPr>
          <p:spPr>
            <a:xfrm>
              <a:off x="4372013" y="4382971"/>
              <a:ext cx="25223" cy="45030"/>
            </a:xfrm>
            <a:custGeom>
              <a:avLst/>
              <a:gdLst/>
              <a:ahLst/>
              <a:cxnLst/>
              <a:rect l="l" t="t" r="r" b="b"/>
              <a:pathLst>
                <a:path w="787" h="1405" extrusionOk="0">
                  <a:moveTo>
                    <a:pt x="2" y="1"/>
                  </a:moveTo>
                  <a:cubicBezTo>
                    <a:pt x="2" y="1"/>
                    <a:pt x="1" y="1"/>
                    <a:pt x="1" y="1"/>
                  </a:cubicBezTo>
                  <a:cubicBezTo>
                    <a:pt x="168" y="502"/>
                    <a:pt x="435" y="987"/>
                    <a:pt x="770" y="1405"/>
                  </a:cubicBezTo>
                  <a:cubicBezTo>
                    <a:pt x="786" y="1388"/>
                    <a:pt x="602" y="1087"/>
                    <a:pt x="385" y="703"/>
                  </a:cubicBezTo>
                  <a:cubicBezTo>
                    <a:pt x="173" y="328"/>
                    <a:pt x="25" y="1"/>
                    <a:pt x="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65"/>
            <p:cNvSpPr/>
            <p:nvPr/>
          </p:nvSpPr>
          <p:spPr>
            <a:xfrm>
              <a:off x="4347943" y="4353004"/>
              <a:ext cx="7500" cy="9230"/>
            </a:xfrm>
            <a:custGeom>
              <a:avLst/>
              <a:gdLst/>
              <a:ahLst/>
              <a:cxnLst/>
              <a:rect l="l" t="t" r="r" b="b"/>
              <a:pathLst>
                <a:path w="234" h="288" extrusionOk="0">
                  <a:moveTo>
                    <a:pt x="217" y="0"/>
                  </a:moveTo>
                  <a:cubicBezTo>
                    <a:pt x="201" y="0"/>
                    <a:pt x="167" y="67"/>
                    <a:pt x="117" y="134"/>
                  </a:cubicBezTo>
                  <a:cubicBezTo>
                    <a:pt x="50" y="201"/>
                    <a:pt x="0" y="268"/>
                    <a:pt x="17" y="285"/>
                  </a:cubicBezTo>
                  <a:cubicBezTo>
                    <a:pt x="19" y="287"/>
                    <a:pt x="22" y="288"/>
                    <a:pt x="26" y="288"/>
                  </a:cubicBezTo>
                  <a:cubicBezTo>
                    <a:pt x="51" y="288"/>
                    <a:pt x="109" y="240"/>
                    <a:pt x="167" y="168"/>
                  </a:cubicBezTo>
                  <a:cubicBezTo>
                    <a:pt x="234" y="84"/>
                    <a:pt x="234" y="0"/>
                    <a:pt x="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65"/>
            <p:cNvSpPr/>
            <p:nvPr/>
          </p:nvSpPr>
          <p:spPr>
            <a:xfrm>
              <a:off x="4316625" y="4291949"/>
              <a:ext cx="54677" cy="80349"/>
            </a:xfrm>
            <a:custGeom>
              <a:avLst/>
              <a:gdLst/>
              <a:ahLst/>
              <a:cxnLst/>
              <a:rect l="l" t="t" r="r" b="b"/>
              <a:pathLst>
                <a:path w="1706" h="2507" extrusionOk="0">
                  <a:moveTo>
                    <a:pt x="1338" y="1"/>
                  </a:moveTo>
                  <a:lnTo>
                    <a:pt x="1" y="769"/>
                  </a:lnTo>
                  <a:lnTo>
                    <a:pt x="953" y="2507"/>
                  </a:lnTo>
                  <a:cubicBezTo>
                    <a:pt x="1321" y="2206"/>
                    <a:pt x="1555" y="1789"/>
                    <a:pt x="1622" y="1321"/>
                  </a:cubicBezTo>
                  <a:cubicBezTo>
                    <a:pt x="1705" y="853"/>
                    <a:pt x="1605" y="385"/>
                    <a:pt x="1338" y="1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65"/>
            <p:cNvSpPr/>
            <p:nvPr/>
          </p:nvSpPr>
          <p:spPr>
            <a:xfrm>
              <a:off x="4360534" y="4333710"/>
              <a:ext cx="3782" cy="9166"/>
            </a:xfrm>
            <a:custGeom>
              <a:avLst/>
              <a:gdLst/>
              <a:ahLst/>
              <a:cxnLst/>
              <a:rect l="l" t="t" r="r" b="b"/>
              <a:pathLst>
                <a:path w="118" h="286" extrusionOk="0">
                  <a:moveTo>
                    <a:pt x="101" y="1"/>
                  </a:moveTo>
                  <a:cubicBezTo>
                    <a:pt x="84" y="1"/>
                    <a:pt x="51" y="51"/>
                    <a:pt x="34" y="135"/>
                  </a:cubicBezTo>
                  <a:cubicBezTo>
                    <a:pt x="1" y="218"/>
                    <a:pt x="1" y="285"/>
                    <a:pt x="18" y="285"/>
                  </a:cubicBezTo>
                  <a:cubicBezTo>
                    <a:pt x="34" y="285"/>
                    <a:pt x="68" y="235"/>
                    <a:pt x="101" y="151"/>
                  </a:cubicBezTo>
                  <a:cubicBezTo>
                    <a:pt x="118" y="68"/>
                    <a:pt x="118" y="1"/>
                    <a:pt x="1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65"/>
            <p:cNvSpPr/>
            <p:nvPr/>
          </p:nvSpPr>
          <p:spPr>
            <a:xfrm>
              <a:off x="4360534" y="4313839"/>
              <a:ext cx="4295" cy="10352"/>
            </a:xfrm>
            <a:custGeom>
              <a:avLst/>
              <a:gdLst/>
              <a:ahLst/>
              <a:cxnLst/>
              <a:rect l="l" t="t" r="r" b="b"/>
              <a:pathLst>
                <a:path w="134" h="323" extrusionOk="0">
                  <a:moveTo>
                    <a:pt x="24" y="0"/>
                  </a:moveTo>
                  <a:cubicBezTo>
                    <a:pt x="22" y="0"/>
                    <a:pt x="19" y="1"/>
                    <a:pt x="18" y="3"/>
                  </a:cubicBezTo>
                  <a:cubicBezTo>
                    <a:pt x="1" y="19"/>
                    <a:pt x="34" y="86"/>
                    <a:pt x="51" y="170"/>
                  </a:cubicBezTo>
                  <a:cubicBezTo>
                    <a:pt x="68" y="253"/>
                    <a:pt x="68" y="320"/>
                    <a:pt x="84" y="320"/>
                  </a:cubicBezTo>
                  <a:cubicBezTo>
                    <a:pt x="86" y="322"/>
                    <a:pt x="87" y="322"/>
                    <a:pt x="89" y="322"/>
                  </a:cubicBezTo>
                  <a:cubicBezTo>
                    <a:pt x="107" y="322"/>
                    <a:pt x="133" y="245"/>
                    <a:pt x="118" y="153"/>
                  </a:cubicBezTo>
                  <a:cubicBezTo>
                    <a:pt x="103" y="63"/>
                    <a:pt x="48" y="0"/>
                    <a:pt x="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65"/>
            <p:cNvSpPr/>
            <p:nvPr/>
          </p:nvSpPr>
          <p:spPr>
            <a:xfrm>
              <a:off x="4356784" y="4300538"/>
              <a:ext cx="2179" cy="5897"/>
            </a:xfrm>
            <a:custGeom>
              <a:avLst/>
              <a:gdLst/>
              <a:ahLst/>
              <a:cxnLst/>
              <a:rect l="l" t="t" r="r" b="b"/>
              <a:pathLst>
                <a:path w="68" h="184" extrusionOk="0">
                  <a:moveTo>
                    <a:pt x="18" y="0"/>
                  </a:moveTo>
                  <a:cubicBezTo>
                    <a:pt x="1" y="17"/>
                    <a:pt x="1" y="50"/>
                    <a:pt x="1" y="100"/>
                  </a:cubicBezTo>
                  <a:cubicBezTo>
                    <a:pt x="18" y="150"/>
                    <a:pt x="34" y="184"/>
                    <a:pt x="51" y="184"/>
                  </a:cubicBezTo>
                  <a:cubicBezTo>
                    <a:pt x="68" y="184"/>
                    <a:pt x="68" y="134"/>
                    <a:pt x="68" y="84"/>
                  </a:cubicBezTo>
                  <a:cubicBezTo>
                    <a:pt x="68" y="33"/>
                    <a:pt x="34" y="0"/>
                    <a:pt x="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65"/>
            <p:cNvSpPr/>
            <p:nvPr/>
          </p:nvSpPr>
          <p:spPr>
            <a:xfrm>
              <a:off x="5317744" y="4539375"/>
              <a:ext cx="326141" cy="132206"/>
            </a:xfrm>
            <a:custGeom>
              <a:avLst/>
              <a:gdLst/>
              <a:ahLst/>
              <a:cxnLst/>
              <a:rect l="l" t="t" r="r" b="b"/>
              <a:pathLst>
                <a:path w="10176" h="4125" extrusionOk="0">
                  <a:moveTo>
                    <a:pt x="217" y="0"/>
                  </a:moveTo>
                  <a:lnTo>
                    <a:pt x="0" y="3676"/>
                  </a:lnTo>
                  <a:lnTo>
                    <a:pt x="334" y="3709"/>
                  </a:lnTo>
                  <a:cubicBezTo>
                    <a:pt x="1514" y="3814"/>
                    <a:pt x="5572" y="4125"/>
                    <a:pt x="7759" y="4125"/>
                  </a:cubicBezTo>
                  <a:cubicBezTo>
                    <a:pt x="8360" y="4125"/>
                    <a:pt x="8820" y="4101"/>
                    <a:pt x="9040" y="4044"/>
                  </a:cubicBezTo>
                  <a:cubicBezTo>
                    <a:pt x="10176" y="3743"/>
                    <a:pt x="5564" y="2523"/>
                    <a:pt x="5564" y="2523"/>
                  </a:cubicBezTo>
                  <a:lnTo>
                    <a:pt x="5631" y="334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65"/>
            <p:cNvSpPr/>
            <p:nvPr/>
          </p:nvSpPr>
          <p:spPr>
            <a:xfrm>
              <a:off x="5317744" y="4605238"/>
              <a:ext cx="63747" cy="53043"/>
            </a:xfrm>
            <a:custGeom>
              <a:avLst/>
              <a:gdLst/>
              <a:ahLst/>
              <a:cxnLst/>
              <a:rect l="l" t="t" r="r" b="b"/>
              <a:pathLst>
                <a:path w="1989" h="1655" extrusionOk="0">
                  <a:moveTo>
                    <a:pt x="67" y="0"/>
                  </a:moveTo>
                  <a:lnTo>
                    <a:pt x="0" y="1537"/>
                  </a:lnTo>
                  <a:lnTo>
                    <a:pt x="1989" y="1654"/>
                  </a:lnTo>
                  <a:cubicBezTo>
                    <a:pt x="1922" y="1186"/>
                    <a:pt x="1688" y="752"/>
                    <a:pt x="1320" y="451"/>
                  </a:cubicBezTo>
                  <a:cubicBezTo>
                    <a:pt x="969" y="151"/>
                    <a:pt x="518" y="0"/>
                    <a:pt x="67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65"/>
            <p:cNvSpPr/>
            <p:nvPr/>
          </p:nvSpPr>
          <p:spPr>
            <a:xfrm>
              <a:off x="5317744" y="4642191"/>
              <a:ext cx="302039" cy="28909"/>
            </a:xfrm>
            <a:custGeom>
              <a:avLst/>
              <a:gdLst/>
              <a:ahLst/>
              <a:cxnLst/>
              <a:rect l="l" t="t" r="r" b="b"/>
              <a:pathLst>
                <a:path w="9424" h="902" extrusionOk="0">
                  <a:moveTo>
                    <a:pt x="7820" y="0"/>
                  </a:moveTo>
                  <a:cubicBezTo>
                    <a:pt x="7486" y="0"/>
                    <a:pt x="7302" y="685"/>
                    <a:pt x="7302" y="685"/>
                  </a:cubicBezTo>
                  <a:lnTo>
                    <a:pt x="0" y="334"/>
                  </a:lnTo>
                  <a:lnTo>
                    <a:pt x="0" y="468"/>
                  </a:lnTo>
                  <a:cubicBezTo>
                    <a:pt x="1914" y="713"/>
                    <a:pt x="5548" y="901"/>
                    <a:pt x="7634" y="901"/>
                  </a:cubicBezTo>
                  <a:cubicBezTo>
                    <a:pt x="8534" y="901"/>
                    <a:pt x="9146" y="866"/>
                    <a:pt x="9207" y="785"/>
                  </a:cubicBezTo>
                  <a:cubicBezTo>
                    <a:pt x="9424" y="535"/>
                    <a:pt x="7820" y="0"/>
                    <a:pt x="7820" y="0"/>
                  </a:cubicBezTo>
                  <a:close/>
                </a:path>
              </a:pathLst>
            </a:custGeom>
            <a:solidFill>
              <a:schemeClr val="lt1">
                <a:alpha val="562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65"/>
            <p:cNvSpPr/>
            <p:nvPr/>
          </p:nvSpPr>
          <p:spPr>
            <a:xfrm>
              <a:off x="5315052" y="4652896"/>
              <a:ext cx="298321" cy="13205"/>
            </a:xfrm>
            <a:custGeom>
              <a:avLst/>
              <a:gdLst/>
              <a:ahLst/>
              <a:cxnLst/>
              <a:rect l="l" t="t" r="r" b="b"/>
              <a:pathLst>
                <a:path w="9308" h="412" extrusionOk="0">
                  <a:moveTo>
                    <a:pt x="1" y="0"/>
                  </a:moveTo>
                  <a:cubicBezTo>
                    <a:pt x="34" y="0"/>
                    <a:pt x="68" y="17"/>
                    <a:pt x="101" y="17"/>
                  </a:cubicBezTo>
                  <a:cubicBezTo>
                    <a:pt x="185" y="17"/>
                    <a:pt x="268" y="34"/>
                    <a:pt x="368" y="34"/>
                  </a:cubicBezTo>
                  <a:lnTo>
                    <a:pt x="1371" y="117"/>
                  </a:lnTo>
                  <a:cubicBezTo>
                    <a:pt x="2206" y="184"/>
                    <a:pt x="3359" y="251"/>
                    <a:pt x="4646" y="301"/>
                  </a:cubicBezTo>
                  <a:cubicBezTo>
                    <a:pt x="5932" y="351"/>
                    <a:pt x="7102" y="368"/>
                    <a:pt x="7937" y="385"/>
                  </a:cubicBezTo>
                  <a:lnTo>
                    <a:pt x="8940" y="385"/>
                  </a:lnTo>
                  <a:cubicBezTo>
                    <a:pt x="9040" y="368"/>
                    <a:pt x="9124" y="368"/>
                    <a:pt x="9207" y="368"/>
                  </a:cubicBezTo>
                  <a:cubicBezTo>
                    <a:pt x="9215" y="399"/>
                    <a:pt x="9237" y="412"/>
                    <a:pt x="9259" y="412"/>
                  </a:cubicBezTo>
                  <a:cubicBezTo>
                    <a:pt x="9283" y="412"/>
                    <a:pt x="9307" y="395"/>
                    <a:pt x="9307" y="368"/>
                  </a:cubicBezTo>
                  <a:cubicBezTo>
                    <a:pt x="9307" y="332"/>
                    <a:pt x="9283" y="315"/>
                    <a:pt x="9259" y="315"/>
                  </a:cubicBezTo>
                  <a:cubicBezTo>
                    <a:pt x="9237" y="315"/>
                    <a:pt x="9215" y="328"/>
                    <a:pt x="9207" y="351"/>
                  </a:cubicBezTo>
                  <a:lnTo>
                    <a:pt x="8940" y="351"/>
                  </a:lnTo>
                  <a:lnTo>
                    <a:pt x="7937" y="334"/>
                  </a:lnTo>
                  <a:cubicBezTo>
                    <a:pt x="7102" y="318"/>
                    <a:pt x="5932" y="284"/>
                    <a:pt x="4646" y="234"/>
                  </a:cubicBezTo>
                  <a:cubicBezTo>
                    <a:pt x="3376" y="184"/>
                    <a:pt x="2206" y="134"/>
                    <a:pt x="1371" y="67"/>
                  </a:cubicBezTo>
                  <a:lnTo>
                    <a:pt x="368" y="17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65"/>
            <p:cNvSpPr/>
            <p:nvPr/>
          </p:nvSpPr>
          <p:spPr>
            <a:xfrm>
              <a:off x="5551228" y="4640044"/>
              <a:ext cx="18236" cy="26794"/>
            </a:xfrm>
            <a:custGeom>
              <a:avLst/>
              <a:gdLst/>
              <a:ahLst/>
              <a:cxnLst/>
              <a:rect l="l" t="t" r="r" b="b"/>
              <a:pathLst>
                <a:path w="569" h="836" extrusionOk="0">
                  <a:moveTo>
                    <a:pt x="568" y="0"/>
                  </a:moveTo>
                  <a:lnTo>
                    <a:pt x="568" y="0"/>
                  </a:lnTo>
                  <a:cubicBezTo>
                    <a:pt x="234" y="134"/>
                    <a:pt x="0" y="468"/>
                    <a:pt x="17" y="836"/>
                  </a:cubicBezTo>
                  <a:cubicBezTo>
                    <a:pt x="84" y="502"/>
                    <a:pt x="284" y="201"/>
                    <a:pt x="5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65"/>
            <p:cNvSpPr/>
            <p:nvPr/>
          </p:nvSpPr>
          <p:spPr>
            <a:xfrm>
              <a:off x="5500333" y="4624436"/>
              <a:ext cx="10769" cy="14070"/>
            </a:xfrm>
            <a:custGeom>
              <a:avLst/>
              <a:gdLst/>
              <a:ahLst/>
              <a:cxnLst/>
              <a:rect l="l" t="t" r="r" b="b"/>
              <a:pathLst>
                <a:path w="336" h="439" extrusionOk="0">
                  <a:moveTo>
                    <a:pt x="313" y="1"/>
                  </a:moveTo>
                  <a:cubicBezTo>
                    <a:pt x="287" y="1"/>
                    <a:pt x="211" y="81"/>
                    <a:pt x="135" y="203"/>
                  </a:cubicBezTo>
                  <a:cubicBezTo>
                    <a:pt x="51" y="320"/>
                    <a:pt x="1" y="437"/>
                    <a:pt x="18" y="437"/>
                  </a:cubicBezTo>
                  <a:cubicBezTo>
                    <a:pt x="19" y="438"/>
                    <a:pt x="20" y="439"/>
                    <a:pt x="22" y="439"/>
                  </a:cubicBezTo>
                  <a:cubicBezTo>
                    <a:pt x="47" y="439"/>
                    <a:pt x="124" y="345"/>
                    <a:pt x="201" y="237"/>
                  </a:cubicBezTo>
                  <a:cubicBezTo>
                    <a:pt x="285" y="120"/>
                    <a:pt x="335" y="3"/>
                    <a:pt x="318" y="3"/>
                  </a:cubicBezTo>
                  <a:cubicBezTo>
                    <a:pt x="317" y="1"/>
                    <a:pt x="315" y="1"/>
                    <a:pt x="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65"/>
            <p:cNvSpPr/>
            <p:nvPr/>
          </p:nvSpPr>
          <p:spPr>
            <a:xfrm>
              <a:off x="5486423" y="4621199"/>
              <a:ext cx="12339" cy="9327"/>
            </a:xfrm>
            <a:custGeom>
              <a:avLst/>
              <a:gdLst/>
              <a:ahLst/>
              <a:cxnLst/>
              <a:rect l="l" t="t" r="r" b="b"/>
              <a:pathLst>
                <a:path w="385" h="291" extrusionOk="0">
                  <a:moveTo>
                    <a:pt x="358" y="0"/>
                  </a:moveTo>
                  <a:cubicBezTo>
                    <a:pt x="330" y="0"/>
                    <a:pt x="255" y="48"/>
                    <a:pt x="168" y="120"/>
                  </a:cubicBezTo>
                  <a:cubicBezTo>
                    <a:pt x="67" y="204"/>
                    <a:pt x="0" y="271"/>
                    <a:pt x="17" y="287"/>
                  </a:cubicBezTo>
                  <a:cubicBezTo>
                    <a:pt x="19" y="290"/>
                    <a:pt x="23" y="291"/>
                    <a:pt x="27" y="291"/>
                  </a:cubicBezTo>
                  <a:cubicBezTo>
                    <a:pt x="56" y="291"/>
                    <a:pt x="130" y="243"/>
                    <a:pt x="218" y="171"/>
                  </a:cubicBezTo>
                  <a:cubicBezTo>
                    <a:pt x="318" y="87"/>
                    <a:pt x="385" y="3"/>
                    <a:pt x="368" y="3"/>
                  </a:cubicBezTo>
                  <a:cubicBezTo>
                    <a:pt x="366" y="1"/>
                    <a:pt x="363" y="0"/>
                    <a:pt x="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65"/>
            <p:cNvSpPr/>
            <p:nvPr/>
          </p:nvSpPr>
          <p:spPr>
            <a:xfrm>
              <a:off x="5475718" y="4601488"/>
              <a:ext cx="20897" cy="3814"/>
            </a:xfrm>
            <a:custGeom>
              <a:avLst/>
              <a:gdLst/>
              <a:ahLst/>
              <a:cxnLst/>
              <a:rect l="l" t="t" r="r" b="b"/>
              <a:pathLst>
                <a:path w="652" h="119" extrusionOk="0">
                  <a:moveTo>
                    <a:pt x="0" y="0"/>
                  </a:moveTo>
                  <a:lnTo>
                    <a:pt x="0" y="17"/>
                  </a:lnTo>
                  <a:cubicBezTo>
                    <a:pt x="130" y="82"/>
                    <a:pt x="273" y="119"/>
                    <a:pt x="417" y="119"/>
                  </a:cubicBezTo>
                  <a:cubicBezTo>
                    <a:pt x="496" y="119"/>
                    <a:pt x="575" y="107"/>
                    <a:pt x="652" y="84"/>
                  </a:cubicBezTo>
                  <a:cubicBezTo>
                    <a:pt x="552" y="67"/>
                    <a:pt x="435" y="50"/>
                    <a:pt x="334" y="50"/>
                  </a:cubicBezTo>
                  <a:cubicBezTo>
                    <a:pt x="218" y="17"/>
                    <a:pt x="117" y="1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65"/>
            <p:cNvSpPr/>
            <p:nvPr/>
          </p:nvSpPr>
          <p:spPr>
            <a:xfrm>
              <a:off x="5507320" y="4608539"/>
              <a:ext cx="33749" cy="18140"/>
            </a:xfrm>
            <a:custGeom>
              <a:avLst/>
              <a:gdLst/>
              <a:ahLst/>
              <a:cxnLst/>
              <a:rect l="l" t="t" r="r" b="b"/>
              <a:pathLst>
                <a:path w="1053" h="566" extrusionOk="0">
                  <a:moveTo>
                    <a:pt x="673" y="64"/>
                  </a:moveTo>
                  <a:cubicBezTo>
                    <a:pt x="767" y="64"/>
                    <a:pt x="863" y="87"/>
                    <a:pt x="953" y="131"/>
                  </a:cubicBezTo>
                  <a:cubicBezTo>
                    <a:pt x="1003" y="181"/>
                    <a:pt x="986" y="231"/>
                    <a:pt x="919" y="265"/>
                  </a:cubicBezTo>
                  <a:cubicBezTo>
                    <a:pt x="852" y="298"/>
                    <a:pt x="785" y="332"/>
                    <a:pt x="719" y="348"/>
                  </a:cubicBezTo>
                  <a:cubicBezTo>
                    <a:pt x="602" y="382"/>
                    <a:pt x="468" y="415"/>
                    <a:pt x="351" y="432"/>
                  </a:cubicBezTo>
                  <a:cubicBezTo>
                    <a:pt x="242" y="449"/>
                    <a:pt x="154" y="453"/>
                    <a:pt x="93" y="455"/>
                  </a:cubicBezTo>
                  <a:lnTo>
                    <a:pt x="93" y="455"/>
                  </a:lnTo>
                  <a:cubicBezTo>
                    <a:pt x="128" y="384"/>
                    <a:pt x="173" y="321"/>
                    <a:pt x="217" y="265"/>
                  </a:cubicBezTo>
                  <a:cubicBezTo>
                    <a:pt x="301" y="181"/>
                    <a:pt x="418" y="114"/>
                    <a:pt x="535" y="81"/>
                  </a:cubicBezTo>
                  <a:cubicBezTo>
                    <a:pt x="579" y="70"/>
                    <a:pt x="626" y="64"/>
                    <a:pt x="673" y="64"/>
                  </a:cubicBezTo>
                  <a:close/>
                  <a:moveTo>
                    <a:pt x="680" y="1"/>
                  </a:moveTo>
                  <a:cubicBezTo>
                    <a:pt x="495" y="1"/>
                    <a:pt x="312" y="82"/>
                    <a:pt x="184" y="231"/>
                  </a:cubicBezTo>
                  <a:cubicBezTo>
                    <a:pt x="136" y="296"/>
                    <a:pt x="88" y="375"/>
                    <a:pt x="69" y="456"/>
                  </a:cubicBezTo>
                  <a:lnTo>
                    <a:pt x="69" y="456"/>
                  </a:lnTo>
                  <a:cubicBezTo>
                    <a:pt x="24" y="457"/>
                    <a:pt x="0" y="458"/>
                    <a:pt x="0" y="465"/>
                  </a:cubicBezTo>
                  <a:cubicBezTo>
                    <a:pt x="22" y="468"/>
                    <a:pt x="43" y="471"/>
                    <a:pt x="65" y="474"/>
                  </a:cubicBezTo>
                  <a:lnTo>
                    <a:pt x="65" y="474"/>
                  </a:lnTo>
                  <a:cubicBezTo>
                    <a:pt x="50" y="535"/>
                    <a:pt x="50" y="566"/>
                    <a:pt x="50" y="566"/>
                  </a:cubicBezTo>
                  <a:cubicBezTo>
                    <a:pt x="59" y="535"/>
                    <a:pt x="70" y="505"/>
                    <a:pt x="83" y="477"/>
                  </a:cubicBezTo>
                  <a:lnTo>
                    <a:pt x="83" y="477"/>
                  </a:lnTo>
                  <a:cubicBezTo>
                    <a:pt x="138" y="484"/>
                    <a:pt x="193" y="489"/>
                    <a:pt x="248" y="489"/>
                  </a:cubicBezTo>
                  <a:cubicBezTo>
                    <a:pt x="282" y="489"/>
                    <a:pt x="317" y="487"/>
                    <a:pt x="351" y="482"/>
                  </a:cubicBezTo>
                  <a:cubicBezTo>
                    <a:pt x="485" y="465"/>
                    <a:pt x="602" y="449"/>
                    <a:pt x="735" y="415"/>
                  </a:cubicBezTo>
                  <a:cubicBezTo>
                    <a:pt x="802" y="382"/>
                    <a:pt x="886" y="365"/>
                    <a:pt x="953" y="332"/>
                  </a:cubicBezTo>
                  <a:cubicBezTo>
                    <a:pt x="986" y="298"/>
                    <a:pt x="1019" y="265"/>
                    <a:pt x="1036" y="215"/>
                  </a:cubicBezTo>
                  <a:cubicBezTo>
                    <a:pt x="1053" y="165"/>
                    <a:pt x="1036" y="114"/>
                    <a:pt x="986" y="81"/>
                  </a:cubicBezTo>
                  <a:cubicBezTo>
                    <a:pt x="889" y="27"/>
                    <a:pt x="784" y="1"/>
                    <a:pt x="6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65"/>
            <p:cNvSpPr/>
            <p:nvPr/>
          </p:nvSpPr>
          <p:spPr>
            <a:xfrm>
              <a:off x="5496070" y="4602001"/>
              <a:ext cx="16089" cy="21986"/>
            </a:xfrm>
            <a:custGeom>
              <a:avLst/>
              <a:gdLst/>
              <a:ahLst/>
              <a:cxnLst/>
              <a:rect l="l" t="t" r="r" b="b"/>
              <a:pathLst>
                <a:path w="502" h="686" extrusionOk="0">
                  <a:moveTo>
                    <a:pt x="117" y="1"/>
                  </a:moveTo>
                  <a:cubicBezTo>
                    <a:pt x="50" y="1"/>
                    <a:pt x="0" y="84"/>
                    <a:pt x="0" y="151"/>
                  </a:cubicBezTo>
                  <a:cubicBezTo>
                    <a:pt x="17" y="218"/>
                    <a:pt x="34" y="268"/>
                    <a:pt x="67" y="318"/>
                  </a:cubicBezTo>
                  <a:cubicBezTo>
                    <a:pt x="100" y="385"/>
                    <a:pt x="151" y="469"/>
                    <a:pt x="217" y="536"/>
                  </a:cubicBezTo>
                  <a:cubicBezTo>
                    <a:pt x="268" y="602"/>
                    <a:pt x="334" y="653"/>
                    <a:pt x="418" y="686"/>
                  </a:cubicBezTo>
                  <a:cubicBezTo>
                    <a:pt x="418" y="669"/>
                    <a:pt x="351" y="619"/>
                    <a:pt x="251" y="502"/>
                  </a:cubicBezTo>
                  <a:cubicBezTo>
                    <a:pt x="201" y="435"/>
                    <a:pt x="151" y="369"/>
                    <a:pt x="117" y="285"/>
                  </a:cubicBezTo>
                  <a:cubicBezTo>
                    <a:pt x="67" y="201"/>
                    <a:pt x="34" y="68"/>
                    <a:pt x="134" y="68"/>
                  </a:cubicBezTo>
                  <a:cubicBezTo>
                    <a:pt x="140" y="67"/>
                    <a:pt x="146" y="66"/>
                    <a:pt x="153" y="66"/>
                  </a:cubicBezTo>
                  <a:cubicBezTo>
                    <a:pt x="230" y="66"/>
                    <a:pt x="305" y="156"/>
                    <a:pt x="351" y="218"/>
                  </a:cubicBezTo>
                  <a:cubicBezTo>
                    <a:pt x="401" y="285"/>
                    <a:pt x="435" y="369"/>
                    <a:pt x="451" y="452"/>
                  </a:cubicBezTo>
                  <a:cubicBezTo>
                    <a:pt x="451" y="536"/>
                    <a:pt x="451" y="619"/>
                    <a:pt x="451" y="686"/>
                  </a:cubicBezTo>
                  <a:cubicBezTo>
                    <a:pt x="485" y="619"/>
                    <a:pt x="501" y="536"/>
                    <a:pt x="501" y="452"/>
                  </a:cubicBezTo>
                  <a:cubicBezTo>
                    <a:pt x="485" y="352"/>
                    <a:pt x="451" y="268"/>
                    <a:pt x="401" y="185"/>
                  </a:cubicBezTo>
                  <a:cubicBezTo>
                    <a:pt x="351" y="84"/>
                    <a:pt x="251" y="1"/>
                    <a:pt x="1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65"/>
            <p:cNvSpPr/>
            <p:nvPr/>
          </p:nvSpPr>
          <p:spPr>
            <a:xfrm>
              <a:off x="5320404" y="4604148"/>
              <a:ext cx="61087" cy="53043"/>
            </a:xfrm>
            <a:custGeom>
              <a:avLst/>
              <a:gdLst/>
              <a:ahLst/>
              <a:cxnLst/>
              <a:rect l="l" t="t" r="r" b="b"/>
              <a:pathLst>
                <a:path w="1906" h="1655" extrusionOk="0">
                  <a:moveTo>
                    <a:pt x="118" y="1"/>
                  </a:moveTo>
                  <a:cubicBezTo>
                    <a:pt x="84" y="1"/>
                    <a:pt x="51" y="17"/>
                    <a:pt x="1" y="34"/>
                  </a:cubicBezTo>
                  <a:lnTo>
                    <a:pt x="18" y="34"/>
                  </a:lnTo>
                  <a:cubicBezTo>
                    <a:pt x="18" y="34"/>
                    <a:pt x="55" y="30"/>
                    <a:pt x="124" y="30"/>
                  </a:cubicBezTo>
                  <a:cubicBezTo>
                    <a:pt x="193" y="30"/>
                    <a:pt x="293" y="34"/>
                    <a:pt x="419" y="51"/>
                  </a:cubicBezTo>
                  <a:cubicBezTo>
                    <a:pt x="1070" y="151"/>
                    <a:pt x="1605" y="619"/>
                    <a:pt x="1805" y="1254"/>
                  </a:cubicBezTo>
                  <a:cubicBezTo>
                    <a:pt x="1872" y="1488"/>
                    <a:pt x="1872" y="1655"/>
                    <a:pt x="1889" y="1655"/>
                  </a:cubicBezTo>
                  <a:cubicBezTo>
                    <a:pt x="1906" y="1622"/>
                    <a:pt x="1906" y="1571"/>
                    <a:pt x="1906" y="1538"/>
                  </a:cubicBezTo>
                  <a:cubicBezTo>
                    <a:pt x="1889" y="1438"/>
                    <a:pt x="1872" y="1337"/>
                    <a:pt x="1855" y="1237"/>
                  </a:cubicBezTo>
                  <a:cubicBezTo>
                    <a:pt x="1672" y="569"/>
                    <a:pt x="1104" y="84"/>
                    <a:pt x="419" y="17"/>
                  </a:cubicBezTo>
                  <a:cubicBezTo>
                    <a:pt x="318" y="1"/>
                    <a:pt x="218" y="1"/>
                    <a:pt x="1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65"/>
            <p:cNvSpPr/>
            <p:nvPr/>
          </p:nvSpPr>
          <p:spPr>
            <a:xfrm>
              <a:off x="5403958" y="4641550"/>
              <a:ext cx="51440" cy="3878"/>
            </a:xfrm>
            <a:custGeom>
              <a:avLst/>
              <a:gdLst/>
              <a:ahLst/>
              <a:cxnLst/>
              <a:rect l="l" t="t" r="r" b="b"/>
              <a:pathLst>
                <a:path w="1605" h="121" extrusionOk="0">
                  <a:moveTo>
                    <a:pt x="21" y="0"/>
                  </a:moveTo>
                  <a:cubicBezTo>
                    <a:pt x="8" y="0"/>
                    <a:pt x="0" y="1"/>
                    <a:pt x="0" y="3"/>
                  </a:cubicBezTo>
                  <a:cubicBezTo>
                    <a:pt x="352" y="80"/>
                    <a:pt x="703" y="121"/>
                    <a:pt x="1054" y="121"/>
                  </a:cubicBezTo>
                  <a:cubicBezTo>
                    <a:pt x="1237" y="121"/>
                    <a:pt x="1421" y="110"/>
                    <a:pt x="1604" y="87"/>
                  </a:cubicBezTo>
                  <a:cubicBezTo>
                    <a:pt x="1604" y="70"/>
                    <a:pt x="1237" y="70"/>
                    <a:pt x="802" y="53"/>
                  </a:cubicBezTo>
                  <a:cubicBezTo>
                    <a:pt x="429" y="39"/>
                    <a:pt x="104" y="0"/>
                    <a:pt x="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65"/>
            <p:cNvSpPr/>
            <p:nvPr/>
          </p:nvSpPr>
          <p:spPr>
            <a:xfrm>
              <a:off x="5369152" y="4640461"/>
              <a:ext cx="5929" cy="10320"/>
            </a:xfrm>
            <a:custGeom>
              <a:avLst/>
              <a:gdLst/>
              <a:ahLst/>
              <a:cxnLst/>
              <a:rect l="l" t="t" r="r" b="b"/>
              <a:pathLst>
                <a:path w="185" h="322" extrusionOk="0">
                  <a:moveTo>
                    <a:pt x="26" y="1"/>
                  </a:moveTo>
                  <a:cubicBezTo>
                    <a:pt x="22" y="1"/>
                    <a:pt x="19" y="2"/>
                    <a:pt x="17" y="4"/>
                  </a:cubicBezTo>
                  <a:cubicBezTo>
                    <a:pt x="0" y="4"/>
                    <a:pt x="34" y="71"/>
                    <a:pt x="67" y="154"/>
                  </a:cubicBezTo>
                  <a:cubicBezTo>
                    <a:pt x="101" y="238"/>
                    <a:pt x="117" y="321"/>
                    <a:pt x="151" y="321"/>
                  </a:cubicBezTo>
                  <a:cubicBezTo>
                    <a:pt x="167" y="321"/>
                    <a:pt x="184" y="238"/>
                    <a:pt x="134" y="138"/>
                  </a:cubicBezTo>
                  <a:cubicBezTo>
                    <a:pt x="105" y="50"/>
                    <a:pt x="50" y="1"/>
                    <a:pt x="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65"/>
            <p:cNvSpPr/>
            <p:nvPr/>
          </p:nvSpPr>
          <p:spPr>
            <a:xfrm>
              <a:off x="5356845" y="4623827"/>
              <a:ext cx="6987" cy="7147"/>
            </a:xfrm>
            <a:custGeom>
              <a:avLst/>
              <a:gdLst/>
              <a:ahLst/>
              <a:cxnLst/>
              <a:rect l="l" t="t" r="r" b="b"/>
              <a:pathLst>
                <a:path w="218" h="223" extrusionOk="0">
                  <a:moveTo>
                    <a:pt x="28" y="1"/>
                  </a:moveTo>
                  <a:cubicBezTo>
                    <a:pt x="23" y="1"/>
                    <a:pt x="20" y="2"/>
                    <a:pt x="17" y="5"/>
                  </a:cubicBezTo>
                  <a:cubicBezTo>
                    <a:pt x="0" y="5"/>
                    <a:pt x="33" y="72"/>
                    <a:pt x="84" y="122"/>
                  </a:cubicBezTo>
                  <a:cubicBezTo>
                    <a:pt x="150" y="189"/>
                    <a:pt x="201" y="222"/>
                    <a:pt x="217" y="222"/>
                  </a:cubicBezTo>
                  <a:cubicBezTo>
                    <a:pt x="217" y="205"/>
                    <a:pt x="184" y="139"/>
                    <a:pt x="134" y="89"/>
                  </a:cubicBezTo>
                  <a:cubicBezTo>
                    <a:pt x="92" y="33"/>
                    <a:pt x="51" y="1"/>
                    <a:pt x="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65"/>
            <p:cNvSpPr/>
            <p:nvPr/>
          </p:nvSpPr>
          <p:spPr>
            <a:xfrm>
              <a:off x="5338833" y="4614789"/>
              <a:ext cx="10544" cy="4551"/>
            </a:xfrm>
            <a:custGeom>
              <a:avLst/>
              <a:gdLst/>
              <a:ahLst/>
              <a:cxnLst/>
              <a:rect l="l" t="t" r="r" b="b"/>
              <a:pathLst>
                <a:path w="329" h="142" extrusionOk="0">
                  <a:moveTo>
                    <a:pt x="73" y="0"/>
                  </a:moveTo>
                  <a:cubicBezTo>
                    <a:pt x="30" y="0"/>
                    <a:pt x="1" y="10"/>
                    <a:pt x="11" y="20"/>
                  </a:cubicBezTo>
                  <a:lnTo>
                    <a:pt x="11" y="36"/>
                  </a:lnTo>
                  <a:cubicBezTo>
                    <a:pt x="11" y="53"/>
                    <a:pt x="77" y="53"/>
                    <a:pt x="161" y="86"/>
                  </a:cubicBezTo>
                  <a:cubicBezTo>
                    <a:pt x="229" y="114"/>
                    <a:pt x="275" y="141"/>
                    <a:pt x="299" y="141"/>
                  </a:cubicBezTo>
                  <a:cubicBezTo>
                    <a:pt x="304" y="141"/>
                    <a:pt x="308" y="140"/>
                    <a:pt x="311" y="137"/>
                  </a:cubicBezTo>
                  <a:cubicBezTo>
                    <a:pt x="328" y="137"/>
                    <a:pt x="278" y="53"/>
                    <a:pt x="178" y="20"/>
                  </a:cubicBezTo>
                  <a:cubicBezTo>
                    <a:pt x="142" y="6"/>
                    <a:pt x="104" y="0"/>
                    <a:pt x="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65"/>
            <p:cNvSpPr/>
            <p:nvPr/>
          </p:nvSpPr>
          <p:spPr>
            <a:xfrm>
              <a:off x="5325756" y="4611263"/>
              <a:ext cx="5384" cy="2981"/>
            </a:xfrm>
            <a:custGeom>
              <a:avLst/>
              <a:gdLst/>
              <a:ahLst/>
              <a:cxnLst/>
              <a:rect l="l" t="t" r="r" b="b"/>
              <a:pathLst>
                <a:path w="168" h="93" extrusionOk="0">
                  <a:moveTo>
                    <a:pt x="39" y="0"/>
                  </a:moveTo>
                  <a:cubicBezTo>
                    <a:pt x="22" y="0"/>
                    <a:pt x="9" y="4"/>
                    <a:pt x="1" y="13"/>
                  </a:cubicBezTo>
                  <a:cubicBezTo>
                    <a:pt x="1" y="29"/>
                    <a:pt x="34" y="63"/>
                    <a:pt x="68" y="80"/>
                  </a:cubicBezTo>
                  <a:cubicBezTo>
                    <a:pt x="93" y="88"/>
                    <a:pt x="118" y="92"/>
                    <a:pt x="137" y="92"/>
                  </a:cubicBezTo>
                  <a:cubicBezTo>
                    <a:pt x="155" y="92"/>
                    <a:pt x="168" y="88"/>
                    <a:pt x="168" y="80"/>
                  </a:cubicBezTo>
                  <a:cubicBezTo>
                    <a:pt x="168" y="63"/>
                    <a:pt x="151" y="29"/>
                    <a:pt x="101" y="13"/>
                  </a:cubicBezTo>
                  <a:cubicBezTo>
                    <a:pt x="76" y="4"/>
                    <a:pt x="55" y="0"/>
                    <a:pt x="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65"/>
            <p:cNvSpPr/>
            <p:nvPr/>
          </p:nvSpPr>
          <p:spPr>
            <a:xfrm>
              <a:off x="4361308" y="3309841"/>
              <a:ext cx="879356" cy="1123513"/>
            </a:xfrm>
            <a:custGeom>
              <a:avLst/>
              <a:gdLst/>
              <a:ahLst/>
              <a:cxnLst/>
              <a:rect l="l" t="t" r="r" b="b"/>
              <a:pathLst>
                <a:path w="27437" h="35055" extrusionOk="0">
                  <a:moveTo>
                    <a:pt x="19316" y="0"/>
                  </a:moveTo>
                  <a:cubicBezTo>
                    <a:pt x="19316" y="0"/>
                    <a:pt x="18915" y="10460"/>
                    <a:pt x="17311" y="15890"/>
                  </a:cubicBezTo>
                  <a:cubicBezTo>
                    <a:pt x="15707" y="21320"/>
                    <a:pt x="11396" y="22657"/>
                    <a:pt x="8606" y="24395"/>
                  </a:cubicBezTo>
                  <a:cubicBezTo>
                    <a:pt x="5949" y="26066"/>
                    <a:pt x="1" y="29223"/>
                    <a:pt x="1" y="29223"/>
                  </a:cubicBezTo>
                  <a:lnTo>
                    <a:pt x="3359" y="35055"/>
                  </a:lnTo>
                  <a:cubicBezTo>
                    <a:pt x="3359" y="35055"/>
                    <a:pt x="19784" y="28104"/>
                    <a:pt x="22724" y="21872"/>
                  </a:cubicBezTo>
                  <a:cubicBezTo>
                    <a:pt x="24963" y="17093"/>
                    <a:pt x="27436" y="8288"/>
                    <a:pt x="27436" y="8288"/>
                  </a:cubicBezTo>
                  <a:lnTo>
                    <a:pt x="19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65"/>
            <p:cNvSpPr/>
            <p:nvPr/>
          </p:nvSpPr>
          <p:spPr>
            <a:xfrm>
              <a:off x="4868980" y="3141162"/>
              <a:ext cx="697793" cy="1436257"/>
            </a:xfrm>
            <a:custGeom>
              <a:avLst/>
              <a:gdLst/>
              <a:ahLst/>
              <a:cxnLst/>
              <a:rect l="l" t="t" r="r" b="b"/>
              <a:pathLst>
                <a:path w="21772" h="44813" extrusionOk="0">
                  <a:moveTo>
                    <a:pt x="0" y="0"/>
                  </a:moveTo>
                  <a:cubicBezTo>
                    <a:pt x="0" y="535"/>
                    <a:pt x="67" y="1069"/>
                    <a:pt x="201" y="1587"/>
                  </a:cubicBezTo>
                  <a:cubicBezTo>
                    <a:pt x="585" y="3175"/>
                    <a:pt x="1304" y="4662"/>
                    <a:pt x="2340" y="5915"/>
                  </a:cubicBezTo>
                  <a:lnTo>
                    <a:pt x="14253" y="20869"/>
                  </a:lnTo>
                  <a:lnTo>
                    <a:pt x="13501" y="44461"/>
                  </a:lnTo>
                  <a:lnTo>
                    <a:pt x="20535" y="44812"/>
                  </a:lnTo>
                  <a:lnTo>
                    <a:pt x="21755" y="20351"/>
                  </a:lnTo>
                  <a:cubicBezTo>
                    <a:pt x="21772" y="19900"/>
                    <a:pt x="21688" y="19432"/>
                    <a:pt x="21488" y="19031"/>
                  </a:cubicBezTo>
                  <a:cubicBezTo>
                    <a:pt x="19633" y="15088"/>
                    <a:pt x="12699" y="568"/>
                    <a:pt x="12699" y="56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65"/>
            <p:cNvSpPr/>
            <p:nvPr/>
          </p:nvSpPr>
          <p:spPr>
            <a:xfrm>
              <a:off x="4089812" y="2745953"/>
              <a:ext cx="2121197" cy="1624230"/>
            </a:xfrm>
            <a:custGeom>
              <a:avLst/>
              <a:gdLst/>
              <a:ahLst/>
              <a:cxnLst/>
              <a:rect l="l" t="t" r="r" b="b"/>
              <a:pathLst>
                <a:path w="66184" h="50678" extrusionOk="0">
                  <a:moveTo>
                    <a:pt x="62641" y="0"/>
                  </a:moveTo>
                  <a:lnTo>
                    <a:pt x="1" y="4395"/>
                  </a:lnTo>
                  <a:lnTo>
                    <a:pt x="3075" y="50677"/>
                  </a:lnTo>
                  <a:lnTo>
                    <a:pt x="66183" y="46066"/>
                  </a:lnTo>
                  <a:lnTo>
                    <a:pt x="626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65"/>
            <p:cNvSpPr/>
            <p:nvPr/>
          </p:nvSpPr>
          <p:spPr>
            <a:xfrm>
              <a:off x="4087120" y="2743806"/>
              <a:ext cx="2123889" cy="1629037"/>
            </a:xfrm>
            <a:custGeom>
              <a:avLst/>
              <a:gdLst/>
              <a:ahLst/>
              <a:cxnLst/>
              <a:rect l="l" t="t" r="r" b="b"/>
              <a:pathLst>
                <a:path w="66268" h="50828" extrusionOk="0">
                  <a:moveTo>
                    <a:pt x="66197" y="45245"/>
                  </a:moveTo>
                  <a:lnTo>
                    <a:pt x="66197" y="45245"/>
                  </a:lnTo>
                  <a:cubicBezTo>
                    <a:pt x="66198" y="45263"/>
                    <a:pt x="66199" y="45280"/>
                    <a:pt x="66200" y="45297"/>
                  </a:cubicBezTo>
                  <a:cubicBezTo>
                    <a:pt x="66201" y="45308"/>
                    <a:pt x="66202" y="45319"/>
                    <a:pt x="66203" y="45329"/>
                  </a:cubicBezTo>
                  <a:lnTo>
                    <a:pt x="66203" y="45329"/>
                  </a:lnTo>
                  <a:cubicBezTo>
                    <a:pt x="66202" y="45313"/>
                    <a:pt x="66201" y="45297"/>
                    <a:pt x="66200" y="45280"/>
                  </a:cubicBezTo>
                  <a:cubicBezTo>
                    <a:pt x="66199" y="45269"/>
                    <a:pt x="66198" y="45257"/>
                    <a:pt x="66197" y="45245"/>
                  </a:cubicBezTo>
                  <a:close/>
                  <a:moveTo>
                    <a:pt x="66203" y="45329"/>
                  </a:moveTo>
                  <a:cubicBezTo>
                    <a:pt x="66236" y="45865"/>
                    <a:pt x="66267" y="46133"/>
                    <a:pt x="66267" y="46133"/>
                  </a:cubicBezTo>
                  <a:cubicBezTo>
                    <a:pt x="66267" y="46133"/>
                    <a:pt x="66251" y="45860"/>
                    <a:pt x="66203" y="45329"/>
                  </a:cubicBezTo>
                  <a:close/>
                  <a:moveTo>
                    <a:pt x="65966" y="46149"/>
                  </a:moveTo>
                  <a:lnTo>
                    <a:pt x="65857" y="46158"/>
                  </a:lnTo>
                  <a:lnTo>
                    <a:pt x="65857" y="46158"/>
                  </a:lnTo>
                  <a:cubicBezTo>
                    <a:pt x="65896" y="46155"/>
                    <a:pt x="65933" y="46152"/>
                    <a:pt x="65966" y="46149"/>
                  </a:cubicBezTo>
                  <a:close/>
                  <a:moveTo>
                    <a:pt x="62708" y="0"/>
                  </a:moveTo>
                  <a:lnTo>
                    <a:pt x="85" y="4378"/>
                  </a:lnTo>
                  <a:lnTo>
                    <a:pt x="1" y="4378"/>
                  </a:lnTo>
                  <a:lnTo>
                    <a:pt x="1" y="4462"/>
                  </a:lnTo>
                  <a:cubicBezTo>
                    <a:pt x="18" y="4562"/>
                    <a:pt x="18" y="4679"/>
                    <a:pt x="34" y="4796"/>
                  </a:cubicBezTo>
                  <a:cubicBezTo>
                    <a:pt x="1120" y="21287"/>
                    <a:pt x="2156" y="36909"/>
                    <a:pt x="3092" y="50744"/>
                  </a:cubicBezTo>
                  <a:lnTo>
                    <a:pt x="3092" y="50828"/>
                  </a:lnTo>
                  <a:lnTo>
                    <a:pt x="3159" y="50811"/>
                  </a:lnTo>
                  <a:cubicBezTo>
                    <a:pt x="21839" y="49441"/>
                    <a:pt x="37629" y="48271"/>
                    <a:pt x="48740" y="47453"/>
                  </a:cubicBezTo>
                  <a:lnTo>
                    <a:pt x="61672" y="46483"/>
                  </a:lnTo>
                  <a:lnTo>
                    <a:pt x="65098" y="46216"/>
                  </a:lnTo>
                  <a:lnTo>
                    <a:pt x="65857" y="46158"/>
                  </a:lnTo>
                  <a:lnTo>
                    <a:pt x="65857" y="46158"/>
                  </a:lnTo>
                  <a:cubicBezTo>
                    <a:pt x="65662" y="46172"/>
                    <a:pt x="65401" y="46186"/>
                    <a:pt x="65081" y="46199"/>
                  </a:cubicBezTo>
                  <a:lnTo>
                    <a:pt x="61639" y="46450"/>
                  </a:lnTo>
                  <a:lnTo>
                    <a:pt x="48690" y="47386"/>
                  </a:lnTo>
                  <a:lnTo>
                    <a:pt x="3221" y="50673"/>
                  </a:lnTo>
                  <a:lnTo>
                    <a:pt x="3221" y="50673"/>
                  </a:lnTo>
                  <a:cubicBezTo>
                    <a:pt x="2303" y="36839"/>
                    <a:pt x="1269" y="21242"/>
                    <a:pt x="185" y="4796"/>
                  </a:cubicBezTo>
                  <a:cubicBezTo>
                    <a:pt x="185" y="4705"/>
                    <a:pt x="175" y="4613"/>
                    <a:pt x="170" y="4522"/>
                  </a:cubicBezTo>
                  <a:lnTo>
                    <a:pt x="170" y="4522"/>
                  </a:lnTo>
                  <a:lnTo>
                    <a:pt x="62662" y="138"/>
                  </a:lnTo>
                  <a:lnTo>
                    <a:pt x="62662" y="138"/>
                  </a:lnTo>
                  <a:cubicBezTo>
                    <a:pt x="63747" y="14049"/>
                    <a:pt x="64647" y="25541"/>
                    <a:pt x="65265" y="33551"/>
                  </a:cubicBezTo>
                  <a:cubicBezTo>
                    <a:pt x="65582" y="37561"/>
                    <a:pt x="65833" y="40702"/>
                    <a:pt x="66000" y="42841"/>
                  </a:cubicBezTo>
                  <a:cubicBezTo>
                    <a:pt x="66082" y="43888"/>
                    <a:pt x="66147" y="44694"/>
                    <a:pt x="66197" y="45245"/>
                  </a:cubicBezTo>
                  <a:lnTo>
                    <a:pt x="66197" y="45245"/>
                  </a:lnTo>
                  <a:cubicBezTo>
                    <a:pt x="66163" y="44695"/>
                    <a:pt x="66098" y="43894"/>
                    <a:pt x="66033" y="42874"/>
                  </a:cubicBezTo>
                  <a:cubicBezTo>
                    <a:pt x="65866" y="40736"/>
                    <a:pt x="65632" y="37595"/>
                    <a:pt x="65332" y="33585"/>
                  </a:cubicBezTo>
                  <a:cubicBezTo>
                    <a:pt x="64713" y="25564"/>
                    <a:pt x="63844" y="14036"/>
                    <a:pt x="62775" y="67"/>
                  </a:cubicBezTo>
                  <a:lnTo>
                    <a:pt x="627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65"/>
            <p:cNvSpPr/>
            <p:nvPr/>
          </p:nvSpPr>
          <p:spPr>
            <a:xfrm>
              <a:off x="5719363" y="2970848"/>
              <a:ext cx="72337" cy="1140147"/>
            </a:xfrm>
            <a:custGeom>
              <a:avLst/>
              <a:gdLst/>
              <a:ahLst/>
              <a:cxnLst/>
              <a:rect l="l" t="t" r="r" b="b"/>
              <a:pathLst>
                <a:path w="2257" h="35574" extrusionOk="0">
                  <a:moveTo>
                    <a:pt x="135" y="1"/>
                  </a:moveTo>
                  <a:cubicBezTo>
                    <a:pt x="135" y="1"/>
                    <a:pt x="135" y="1"/>
                    <a:pt x="134" y="1"/>
                  </a:cubicBezTo>
                  <a:cubicBezTo>
                    <a:pt x="1" y="1"/>
                    <a:pt x="352" y="7971"/>
                    <a:pt x="903" y="17795"/>
                  </a:cubicBezTo>
                  <a:cubicBezTo>
                    <a:pt x="1454" y="27620"/>
                    <a:pt x="2006" y="35573"/>
                    <a:pt x="2139" y="35573"/>
                  </a:cubicBezTo>
                  <a:cubicBezTo>
                    <a:pt x="2256" y="35557"/>
                    <a:pt x="1922" y="27587"/>
                    <a:pt x="1371" y="17762"/>
                  </a:cubicBezTo>
                  <a:cubicBezTo>
                    <a:pt x="820" y="7948"/>
                    <a:pt x="269" y="1"/>
                    <a:pt x="1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65"/>
            <p:cNvSpPr/>
            <p:nvPr/>
          </p:nvSpPr>
          <p:spPr>
            <a:xfrm>
              <a:off x="5539979" y="2967643"/>
              <a:ext cx="72305" cy="1140115"/>
            </a:xfrm>
            <a:custGeom>
              <a:avLst/>
              <a:gdLst/>
              <a:ahLst/>
              <a:cxnLst/>
              <a:rect l="l" t="t" r="r" b="b"/>
              <a:pathLst>
                <a:path w="2256" h="35573" extrusionOk="0">
                  <a:moveTo>
                    <a:pt x="134" y="1"/>
                  </a:moveTo>
                  <a:cubicBezTo>
                    <a:pt x="134" y="1"/>
                    <a:pt x="134" y="1"/>
                    <a:pt x="134" y="1"/>
                  </a:cubicBezTo>
                  <a:cubicBezTo>
                    <a:pt x="0" y="1"/>
                    <a:pt x="351" y="7971"/>
                    <a:pt x="903" y="17795"/>
                  </a:cubicBezTo>
                  <a:cubicBezTo>
                    <a:pt x="1437" y="27620"/>
                    <a:pt x="2005" y="35573"/>
                    <a:pt x="2122" y="35573"/>
                  </a:cubicBezTo>
                  <a:cubicBezTo>
                    <a:pt x="2256" y="35573"/>
                    <a:pt x="1922" y="27603"/>
                    <a:pt x="1370" y="17778"/>
                  </a:cubicBezTo>
                  <a:cubicBezTo>
                    <a:pt x="820" y="7964"/>
                    <a:pt x="269" y="1"/>
                    <a:pt x="1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65"/>
            <p:cNvSpPr/>
            <p:nvPr/>
          </p:nvSpPr>
          <p:spPr>
            <a:xfrm>
              <a:off x="4990001" y="2975688"/>
              <a:ext cx="72337" cy="1140115"/>
            </a:xfrm>
            <a:custGeom>
              <a:avLst/>
              <a:gdLst/>
              <a:ahLst/>
              <a:cxnLst/>
              <a:rect l="l" t="t" r="r" b="b"/>
              <a:pathLst>
                <a:path w="2257" h="35573" extrusionOk="0">
                  <a:moveTo>
                    <a:pt x="135" y="0"/>
                  </a:moveTo>
                  <a:cubicBezTo>
                    <a:pt x="135" y="0"/>
                    <a:pt x="134" y="0"/>
                    <a:pt x="134" y="0"/>
                  </a:cubicBezTo>
                  <a:cubicBezTo>
                    <a:pt x="1" y="0"/>
                    <a:pt x="352" y="7970"/>
                    <a:pt x="903" y="17795"/>
                  </a:cubicBezTo>
                  <a:cubicBezTo>
                    <a:pt x="1454" y="27609"/>
                    <a:pt x="2005" y="35573"/>
                    <a:pt x="2122" y="35573"/>
                  </a:cubicBezTo>
                  <a:cubicBezTo>
                    <a:pt x="2122" y="35573"/>
                    <a:pt x="2123" y="35573"/>
                    <a:pt x="2123" y="35573"/>
                  </a:cubicBezTo>
                  <a:cubicBezTo>
                    <a:pt x="2256" y="35573"/>
                    <a:pt x="1922" y="27603"/>
                    <a:pt x="1371" y="17778"/>
                  </a:cubicBezTo>
                  <a:cubicBezTo>
                    <a:pt x="820" y="7964"/>
                    <a:pt x="269" y="0"/>
                    <a:pt x="1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65"/>
            <p:cNvSpPr/>
            <p:nvPr/>
          </p:nvSpPr>
          <p:spPr>
            <a:xfrm>
              <a:off x="5164032" y="2968188"/>
              <a:ext cx="72337" cy="1140115"/>
            </a:xfrm>
            <a:custGeom>
              <a:avLst/>
              <a:gdLst/>
              <a:ahLst/>
              <a:cxnLst/>
              <a:rect l="l" t="t" r="r" b="b"/>
              <a:pathLst>
                <a:path w="2257" h="35573" extrusionOk="0">
                  <a:moveTo>
                    <a:pt x="118" y="0"/>
                  </a:moveTo>
                  <a:cubicBezTo>
                    <a:pt x="1" y="0"/>
                    <a:pt x="335" y="7987"/>
                    <a:pt x="886" y="17795"/>
                  </a:cubicBezTo>
                  <a:cubicBezTo>
                    <a:pt x="1437" y="27626"/>
                    <a:pt x="1988" y="35573"/>
                    <a:pt x="2122" y="35573"/>
                  </a:cubicBezTo>
                  <a:cubicBezTo>
                    <a:pt x="2123" y="35573"/>
                    <a:pt x="2123" y="35573"/>
                    <a:pt x="2123" y="35573"/>
                  </a:cubicBezTo>
                  <a:cubicBezTo>
                    <a:pt x="2257" y="35573"/>
                    <a:pt x="1906" y="27603"/>
                    <a:pt x="1354" y="17778"/>
                  </a:cubicBezTo>
                  <a:cubicBezTo>
                    <a:pt x="803" y="7954"/>
                    <a:pt x="252" y="0"/>
                    <a:pt x="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65"/>
            <p:cNvSpPr/>
            <p:nvPr/>
          </p:nvSpPr>
          <p:spPr>
            <a:xfrm>
              <a:off x="5337551" y="2960688"/>
              <a:ext cx="72337" cy="1140660"/>
            </a:xfrm>
            <a:custGeom>
              <a:avLst/>
              <a:gdLst/>
              <a:ahLst/>
              <a:cxnLst/>
              <a:rect l="l" t="t" r="r" b="b"/>
              <a:pathLst>
                <a:path w="2257" h="35590" extrusionOk="0">
                  <a:moveTo>
                    <a:pt x="134" y="0"/>
                  </a:moveTo>
                  <a:lnTo>
                    <a:pt x="134" y="0"/>
                  </a:lnTo>
                  <a:cubicBezTo>
                    <a:pt x="1" y="17"/>
                    <a:pt x="335" y="7987"/>
                    <a:pt x="886" y="17812"/>
                  </a:cubicBezTo>
                  <a:cubicBezTo>
                    <a:pt x="1437" y="27636"/>
                    <a:pt x="1989" y="35589"/>
                    <a:pt x="2122" y="35589"/>
                  </a:cubicBezTo>
                  <a:cubicBezTo>
                    <a:pt x="2256" y="35573"/>
                    <a:pt x="1905" y="27603"/>
                    <a:pt x="1371" y="17778"/>
                  </a:cubicBezTo>
                  <a:cubicBezTo>
                    <a:pt x="819" y="7954"/>
                    <a:pt x="268" y="0"/>
                    <a:pt x="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65"/>
            <p:cNvSpPr/>
            <p:nvPr/>
          </p:nvSpPr>
          <p:spPr>
            <a:xfrm>
              <a:off x="4796675" y="3000847"/>
              <a:ext cx="72337" cy="1140659"/>
            </a:xfrm>
            <a:custGeom>
              <a:avLst/>
              <a:gdLst/>
              <a:ahLst/>
              <a:cxnLst/>
              <a:rect l="l" t="t" r="r" b="b"/>
              <a:pathLst>
                <a:path w="2257" h="35590" extrusionOk="0">
                  <a:moveTo>
                    <a:pt x="135" y="0"/>
                  </a:moveTo>
                  <a:cubicBezTo>
                    <a:pt x="1" y="17"/>
                    <a:pt x="352" y="7987"/>
                    <a:pt x="903" y="17812"/>
                  </a:cubicBezTo>
                  <a:cubicBezTo>
                    <a:pt x="1454" y="27636"/>
                    <a:pt x="2006" y="35590"/>
                    <a:pt x="2140" y="35590"/>
                  </a:cubicBezTo>
                  <a:cubicBezTo>
                    <a:pt x="2256" y="35573"/>
                    <a:pt x="1922" y="27603"/>
                    <a:pt x="1371" y="17778"/>
                  </a:cubicBezTo>
                  <a:cubicBezTo>
                    <a:pt x="820" y="7954"/>
                    <a:pt x="268" y="0"/>
                    <a:pt x="1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65"/>
            <p:cNvSpPr/>
            <p:nvPr/>
          </p:nvSpPr>
          <p:spPr>
            <a:xfrm>
              <a:off x="4606587" y="3012641"/>
              <a:ext cx="72305" cy="1140115"/>
            </a:xfrm>
            <a:custGeom>
              <a:avLst/>
              <a:gdLst/>
              <a:ahLst/>
              <a:cxnLst/>
              <a:rect l="l" t="t" r="r" b="b"/>
              <a:pathLst>
                <a:path w="2256" h="35573" extrusionOk="0">
                  <a:moveTo>
                    <a:pt x="134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0" y="0"/>
                    <a:pt x="334" y="7970"/>
                    <a:pt x="886" y="17795"/>
                  </a:cubicBezTo>
                  <a:cubicBezTo>
                    <a:pt x="1437" y="27619"/>
                    <a:pt x="1989" y="35572"/>
                    <a:pt x="2122" y="35572"/>
                  </a:cubicBezTo>
                  <a:cubicBezTo>
                    <a:pt x="2256" y="35572"/>
                    <a:pt x="1905" y="27603"/>
                    <a:pt x="1354" y="17778"/>
                  </a:cubicBezTo>
                  <a:cubicBezTo>
                    <a:pt x="803" y="7964"/>
                    <a:pt x="252" y="0"/>
                    <a:pt x="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65"/>
            <p:cNvSpPr/>
            <p:nvPr/>
          </p:nvSpPr>
          <p:spPr>
            <a:xfrm>
              <a:off x="4415953" y="3023859"/>
              <a:ext cx="72305" cy="1140147"/>
            </a:xfrm>
            <a:custGeom>
              <a:avLst/>
              <a:gdLst/>
              <a:ahLst/>
              <a:cxnLst/>
              <a:rect l="l" t="t" r="r" b="b"/>
              <a:pathLst>
                <a:path w="2256" h="35574" extrusionOk="0">
                  <a:moveTo>
                    <a:pt x="134" y="1"/>
                  </a:moveTo>
                  <a:cubicBezTo>
                    <a:pt x="0" y="1"/>
                    <a:pt x="351" y="7988"/>
                    <a:pt x="902" y="17796"/>
                  </a:cubicBezTo>
                  <a:cubicBezTo>
                    <a:pt x="1453" y="27627"/>
                    <a:pt x="2004" y="35573"/>
                    <a:pt x="2122" y="35573"/>
                  </a:cubicBezTo>
                  <a:cubicBezTo>
                    <a:pt x="2122" y="35573"/>
                    <a:pt x="2122" y="35573"/>
                    <a:pt x="2122" y="35573"/>
                  </a:cubicBezTo>
                  <a:cubicBezTo>
                    <a:pt x="2256" y="35573"/>
                    <a:pt x="1922" y="27603"/>
                    <a:pt x="1370" y="17779"/>
                  </a:cubicBezTo>
                  <a:cubicBezTo>
                    <a:pt x="819" y="7954"/>
                    <a:pt x="267" y="1"/>
                    <a:pt x="1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65"/>
            <p:cNvSpPr/>
            <p:nvPr/>
          </p:nvSpPr>
          <p:spPr>
            <a:xfrm>
              <a:off x="4444862" y="2600831"/>
              <a:ext cx="626578" cy="660486"/>
            </a:xfrm>
            <a:custGeom>
              <a:avLst/>
              <a:gdLst/>
              <a:ahLst/>
              <a:cxnLst/>
              <a:rect l="l" t="t" r="r" b="b"/>
              <a:pathLst>
                <a:path w="19550" h="20608" extrusionOk="0">
                  <a:moveTo>
                    <a:pt x="7018" y="0"/>
                  </a:moveTo>
                  <a:cubicBezTo>
                    <a:pt x="7018" y="0"/>
                    <a:pt x="0" y="5146"/>
                    <a:pt x="1337" y="9240"/>
                  </a:cubicBezTo>
                  <a:cubicBezTo>
                    <a:pt x="2924" y="14169"/>
                    <a:pt x="14119" y="18129"/>
                    <a:pt x="14119" y="18129"/>
                  </a:cubicBezTo>
                  <a:cubicBezTo>
                    <a:pt x="15005" y="18847"/>
                    <a:pt x="15974" y="19633"/>
                    <a:pt x="16525" y="20000"/>
                  </a:cubicBezTo>
                  <a:cubicBezTo>
                    <a:pt x="17257" y="20468"/>
                    <a:pt x="17563" y="20608"/>
                    <a:pt x="17697" y="20608"/>
                  </a:cubicBezTo>
                  <a:cubicBezTo>
                    <a:pt x="17783" y="20608"/>
                    <a:pt x="17799" y="20550"/>
                    <a:pt x="17812" y="20485"/>
                  </a:cubicBezTo>
                  <a:cubicBezTo>
                    <a:pt x="17895" y="20017"/>
                    <a:pt x="15723" y="19031"/>
                    <a:pt x="16258" y="18931"/>
                  </a:cubicBezTo>
                  <a:cubicBezTo>
                    <a:pt x="16271" y="18929"/>
                    <a:pt x="16285" y="18928"/>
                    <a:pt x="16300" y="18928"/>
                  </a:cubicBezTo>
                  <a:cubicBezTo>
                    <a:pt x="16814" y="18928"/>
                    <a:pt x="18346" y="20106"/>
                    <a:pt x="18782" y="20106"/>
                  </a:cubicBezTo>
                  <a:cubicBezTo>
                    <a:pt x="18848" y="20106"/>
                    <a:pt x="18889" y="20079"/>
                    <a:pt x="18898" y="20017"/>
                  </a:cubicBezTo>
                  <a:cubicBezTo>
                    <a:pt x="18998" y="19382"/>
                    <a:pt x="16726" y="18396"/>
                    <a:pt x="16525" y="18296"/>
                  </a:cubicBezTo>
                  <a:cubicBezTo>
                    <a:pt x="16366" y="18209"/>
                    <a:pt x="16395" y="17959"/>
                    <a:pt x="16514" y="17959"/>
                  </a:cubicBezTo>
                  <a:cubicBezTo>
                    <a:pt x="16532" y="17959"/>
                    <a:pt x="16553" y="17965"/>
                    <a:pt x="16575" y="17979"/>
                  </a:cubicBezTo>
                  <a:cubicBezTo>
                    <a:pt x="16782" y="18103"/>
                    <a:pt x="18575" y="19117"/>
                    <a:pt x="19239" y="19117"/>
                  </a:cubicBezTo>
                  <a:cubicBezTo>
                    <a:pt x="19378" y="19117"/>
                    <a:pt x="19468" y="19072"/>
                    <a:pt x="19483" y="18964"/>
                  </a:cubicBezTo>
                  <a:cubicBezTo>
                    <a:pt x="19549" y="18613"/>
                    <a:pt x="18998" y="18463"/>
                    <a:pt x="18998" y="18463"/>
                  </a:cubicBezTo>
                  <a:cubicBezTo>
                    <a:pt x="18998" y="18463"/>
                    <a:pt x="16542" y="17310"/>
                    <a:pt x="16592" y="17026"/>
                  </a:cubicBezTo>
                  <a:cubicBezTo>
                    <a:pt x="16601" y="16971"/>
                    <a:pt x="16658" y="16947"/>
                    <a:pt x="16749" y="16947"/>
                  </a:cubicBezTo>
                  <a:cubicBezTo>
                    <a:pt x="17146" y="16947"/>
                    <a:pt x="18185" y="17407"/>
                    <a:pt x="18580" y="17611"/>
                  </a:cubicBezTo>
                  <a:cubicBezTo>
                    <a:pt x="18743" y="17695"/>
                    <a:pt x="18880" y="17732"/>
                    <a:pt x="18985" y="17732"/>
                  </a:cubicBezTo>
                  <a:cubicBezTo>
                    <a:pt x="19194" y="17732"/>
                    <a:pt x="19282" y="17588"/>
                    <a:pt x="19215" y="17377"/>
                  </a:cubicBezTo>
                  <a:cubicBezTo>
                    <a:pt x="19132" y="17143"/>
                    <a:pt x="17661" y="16341"/>
                    <a:pt x="17177" y="16107"/>
                  </a:cubicBezTo>
                  <a:cubicBezTo>
                    <a:pt x="16692" y="15873"/>
                    <a:pt x="15372" y="15255"/>
                    <a:pt x="16157" y="14954"/>
                  </a:cubicBezTo>
                  <a:cubicBezTo>
                    <a:pt x="16943" y="14670"/>
                    <a:pt x="17394" y="14069"/>
                    <a:pt x="17411" y="13785"/>
                  </a:cubicBezTo>
                  <a:cubicBezTo>
                    <a:pt x="17422" y="13584"/>
                    <a:pt x="17260" y="13426"/>
                    <a:pt x="17104" y="13426"/>
                  </a:cubicBezTo>
                  <a:cubicBezTo>
                    <a:pt x="17039" y="13426"/>
                    <a:pt x="16975" y="13453"/>
                    <a:pt x="16926" y="13517"/>
                  </a:cubicBezTo>
                  <a:cubicBezTo>
                    <a:pt x="16726" y="13718"/>
                    <a:pt x="16475" y="13885"/>
                    <a:pt x="16224" y="14002"/>
                  </a:cubicBezTo>
                  <a:cubicBezTo>
                    <a:pt x="16041" y="14085"/>
                    <a:pt x="15840" y="14152"/>
                    <a:pt x="15656" y="14169"/>
                  </a:cubicBezTo>
                  <a:cubicBezTo>
                    <a:pt x="14604" y="13517"/>
                    <a:pt x="7152" y="8906"/>
                    <a:pt x="7118" y="8087"/>
                  </a:cubicBezTo>
                  <a:cubicBezTo>
                    <a:pt x="7085" y="7202"/>
                    <a:pt x="10878" y="3943"/>
                    <a:pt x="10878" y="3943"/>
                  </a:cubicBezTo>
                  <a:lnTo>
                    <a:pt x="70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65"/>
            <p:cNvSpPr/>
            <p:nvPr/>
          </p:nvSpPr>
          <p:spPr>
            <a:xfrm>
              <a:off x="5056953" y="2120177"/>
              <a:ext cx="28300" cy="7115"/>
            </a:xfrm>
            <a:custGeom>
              <a:avLst/>
              <a:gdLst/>
              <a:ahLst/>
              <a:cxnLst/>
              <a:rect l="l" t="t" r="r" b="b"/>
              <a:pathLst>
                <a:path w="883" h="222" extrusionOk="0">
                  <a:moveTo>
                    <a:pt x="569" y="1"/>
                  </a:moveTo>
                  <a:cubicBezTo>
                    <a:pt x="527" y="1"/>
                    <a:pt x="482" y="3"/>
                    <a:pt x="435" y="10"/>
                  </a:cubicBezTo>
                  <a:cubicBezTo>
                    <a:pt x="167" y="43"/>
                    <a:pt x="0" y="177"/>
                    <a:pt x="34" y="210"/>
                  </a:cubicBezTo>
                  <a:cubicBezTo>
                    <a:pt x="38" y="218"/>
                    <a:pt x="50" y="221"/>
                    <a:pt x="71" y="221"/>
                  </a:cubicBezTo>
                  <a:cubicBezTo>
                    <a:pt x="138" y="221"/>
                    <a:pt x="285" y="186"/>
                    <a:pt x="451" y="160"/>
                  </a:cubicBezTo>
                  <a:cubicBezTo>
                    <a:pt x="669" y="127"/>
                    <a:pt x="852" y="127"/>
                    <a:pt x="869" y="93"/>
                  </a:cubicBezTo>
                  <a:cubicBezTo>
                    <a:pt x="883" y="52"/>
                    <a:pt x="753" y="1"/>
                    <a:pt x="5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65"/>
            <p:cNvSpPr/>
            <p:nvPr/>
          </p:nvSpPr>
          <p:spPr>
            <a:xfrm>
              <a:off x="5149161" y="2110915"/>
              <a:ext cx="24550" cy="7948"/>
            </a:xfrm>
            <a:custGeom>
              <a:avLst/>
              <a:gdLst/>
              <a:ahLst/>
              <a:cxnLst/>
              <a:rect l="l" t="t" r="r" b="b"/>
              <a:pathLst>
                <a:path w="766" h="248" extrusionOk="0">
                  <a:moveTo>
                    <a:pt x="272" y="1"/>
                  </a:moveTo>
                  <a:cubicBezTo>
                    <a:pt x="107" y="1"/>
                    <a:pt x="0" y="74"/>
                    <a:pt x="14" y="115"/>
                  </a:cubicBezTo>
                  <a:cubicBezTo>
                    <a:pt x="30" y="148"/>
                    <a:pt x="198" y="132"/>
                    <a:pt x="381" y="165"/>
                  </a:cubicBezTo>
                  <a:cubicBezTo>
                    <a:pt x="525" y="191"/>
                    <a:pt x="637" y="247"/>
                    <a:pt x="696" y="247"/>
                  </a:cubicBezTo>
                  <a:cubicBezTo>
                    <a:pt x="713" y="247"/>
                    <a:pt x="725" y="243"/>
                    <a:pt x="732" y="232"/>
                  </a:cubicBezTo>
                  <a:cubicBezTo>
                    <a:pt x="766" y="215"/>
                    <a:pt x="632" y="65"/>
                    <a:pt x="398" y="15"/>
                  </a:cubicBezTo>
                  <a:cubicBezTo>
                    <a:pt x="353" y="5"/>
                    <a:pt x="311" y="1"/>
                    <a:pt x="2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5" name="Google Shape;3755;p65"/>
          <p:cNvGrpSpPr/>
          <p:nvPr/>
        </p:nvGrpSpPr>
        <p:grpSpPr>
          <a:xfrm>
            <a:off x="5006039" y="2508448"/>
            <a:ext cx="2294716" cy="2635055"/>
            <a:chOff x="5882689" y="2014348"/>
            <a:chExt cx="2294716" cy="2635055"/>
          </a:xfrm>
        </p:grpSpPr>
        <p:sp>
          <p:nvSpPr>
            <p:cNvPr id="3756" name="Google Shape;3756;p65"/>
            <p:cNvSpPr/>
            <p:nvPr/>
          </p:nvSpPr>
          <p:spPr>
            <a:xfrm>
              <a:off x="5882689" y="2014348"/>
              <a:ext cx="2294716" cy="2635055"/>
            </a:xfrm>
            <a:custGeom>
              <a:avLst/>
              <a:gdLst/>
              <a:ahLst/>
              <a:cxnLst/>
              <a:rect l="l" t="t" r="r" b="b"/>
              <a:pathLst>
                <a:path w="71598" h="82217" extrusionOk="0">
                  <a:moveTo>
                    <a:pt x="16257" y="1"/>
                  </a:moveTo>
                  <a:cubicBezTo>
                    <a:pt x="14893" y="1"/>
                    <a:pt x="13664" y="957"/>
                    <a:pt x="13384" y="2343"/>
                  </a:cubicBezTo>
                  <a:cubicBezTo>
                    <a:pt x="11045" y="13922"/>
                    <a:pt x="2574" y="57447"/>
                    <a:pt x="302" y="69060"/>
                  </a:cubicBezTo>
                  <a:cubicBezTo>
                    <a:pt x="1" y="70647"/>
                    <a:pt x="1020" y="72184"/>
                    <a:pt x="2607" y="72502"/>
                  </a:cubicBezTo>
                  <a:lnTo>
                    <a:pt x="50260" y="82159"/>
                  </a:lnTo>
                  <a:cubicBezTo>
                    <a:pt x="50455" y="82198"/>
                    <a:pt x="50649" y="82216"/>
                    <a:pt x="50841" y="82216"/>
                  </a:cubicBezTo>
                  <a:cubicBezTo>
                    <a:pt x="52224" y="82216"/>
                    <a:pt x="53457" y="81246"/>
                    <a:pt x="53736" y="79837"/>
                  </a:cubicBezTo>
                  <a:lnTo>
                    <a:pt x="60252" y="46186"/>
                  </a:lnTo>
                  <a:lnTo>
                    <a:pt x="64312" y="46804"/>
                  </a:lnTo>
                  <a:cubicBezTo>
                    <a:pt x="64414" y="46821"/>
                    <a:pt x="64515" y="46829"/>
                    <a:pt x="64614" y="46829"/>
                  </a:cubicBezTo>
                  <a:cubicBezTo>
                    <a:pt x="65497" y="46829"/>
                    <a:pt x="66269" y="46186"/>
                    <a:pt x="66434" y="45300"/>
                  </a:cubicBezTo>
                  <a:lnTo>
                    <a:pt x="71413" y="18132"/>
                  </a:lnTo>
                  <a:cubicBezTo>
                    <a:pt x="71597" y="17113"/>
                    <a:pt x="70929" y="16144"/>
                    <a:pt x="69909" y="15960"/>
                  </a:cubicBezTo>
                  <a:lnTo>
                    <a:pt x="66250" y="15275"/>
                  </a:lnTo>
                  <a:lnTo>
                    <a:pt x="66735" y="12652"/>
                  </a:lnTo>
                  <a:cubicBezTo>
                    <a:pt x="67019" y="11064"/>
                    <a:pt x="65983" y="9561"/>
                    <a:pt x="64412" y="9260"/>
                  </a:cubicBezTo>
                  <a:lnTo>
                    <a:pt x="16810" y="53"/>
                  </a:lnTo>
                  <a:cubicBezTo>
                    <a:pt x="16624" y="18"/>
                    <a:pt x="16440" y="1"/>
                    <a:pt x="162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65"/>
            <p:cNvSpPr/>
            <p:nvPr/>
          </p:nvSpPr>
          <p:spPr>
            <a:xfrm>
              <a:off x="5921245" y="2125305"/>
              <a:ext cx="2060687" cy="2492817"/>
            </a:xfrm>
            <a:custGeom>
              <a:avLst/>
              <a:gdLst/>
              <a:ahLst/>
              <a:cxnLst/>
              <a:rect l="l" t="t" r="r" b="b"/>
              <a:pathLst>
                <a:path w="64296" h="77779" extrusionOk="0">
                  <a:moveTo>
                    <a:pt x="15740" y="0"/>
                  </a:moveTo>
                  <a:lnTo>
                    <a:pt x="1" y="66583"/>
                  </a:lnTo>
                  <a:lnTo>
                    <a:pt x="48890" y="77778"/>
                  </a:lnTo>
                  <a:lnTo>
                    <a:pt x="64295" y="11679"/>
                  </a:lnTo>
                  <a:lnTo>
                    <a:pt x="1574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65"/>
            <p:cNvSpPr/>
            <p:nvPr/>
          </p:nvSpPr>
          <p:spPr>
            <a:xfrm>
              <a:off x="5884292" y="2046045"/>
              <a:ext cx="1936974" cy="2415705"/>
            </a:xfrm>
            <a:custGeom>
              <a:avLst/>
              <a:gdLst/>
              <a:ahLst/>
              <a:cxnLst/>
              <a:rect l="l" t="t" r="r" b="b"/>
              <a:pathLst>
                <a:path w="60436" h="75373" extrusionOk="0">
                  <a:moveTo>
                    <a:pt x="11212" y="0"/>
                  </a:moveTo>
                  <a:lnTo>
                    <a:pt x="1" y="67486"/>
                  </a:lnTo>
                  <a:lnTo>
                    <a:pt x="49542" y="75372"/>
                  </a:lnTo>
                  <a:lnTo>
                    <a:pt x="60436" y="8371"/>
                  </a:lnTo>
                  <a:lnTo>
                    <a:pt x="112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65"/>
            <p:cNvSpPr/>
            <p:nvPr/>
          </p:nvSpPr>
          <p:spPr>
            <a:xfrm>
              <a:off x="5943745" y="2159566"/>
              <a:ext cx="1666536" cy="2229334"/>
            </a:xfrm>
            <a:custGeom>
              <a:avLst/>
              <a:gdLst/>
              <a:ahLst/>
              <a:cxnLst/>
              <a:rect l="l" t="t" r="r" b="b"/>
              <a:pathLst>
                <a:path w="51998" h="69558" extrusionOk="0">
                  <a:moveTo>
                    <a:pt x="2089" y="0"/>
                  </a:moveTo>
                  <a:lnTo>
                    <a:pt x="1" y="68372"/>
                  </a:lnTo>
                  <a:lnTo>
                    <a:pt x="50126" y="69558"/>
                  </a:lnTo>
                  <a:lnTo>
                    <a:pt x="51998" y="1705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Questions?</a:t>
              </a:r>
              <a:br>
                <a:rPr lang="en"/>
              </a:br>
              <a:r>
                <a:rPr lang="en"/>
                <a:t>Feedback!</a:t>
              </a:r>
              <a:endParaRPr/>
            </a:p>
          </p:txBody>
        </p:sp>
        <p:sp>
          <p:nvSpPr>
            <p:cNvPr id="3760" name="Google Shape;3760;p65"/>
            <p:cNvSpPr/>
            <p:nvPr/>
          </p:nvSpPr>
          <p:spPr>
            <a:xfrm>
              <a:off x="5941084" y="2159566"/>
              <a:ext cx="1671343" cy="2232026"/>
            </a:xfrm>
            <a:custGeom>
              <a:avLst/>
              <a:gdLst/>
              <a:ahLst/>
              <a:cxnLst/>
              <a:rect l="l" t="t" r="r" b="b"/>
              <a:pathLst>
                <a:path w="52148" h="69642" extrusionOk="0">
                  <a:moveTo>
                    <a:pt x="2172" y="0"/>
                  </a:moveTo>
                  <a:lnTo>
                    <a:pt x="52012" y="1769"/>
                  </a:lnTo>
                  <a:lnTo>
                    <a:pt x="52012" y="1769"/>
                  </a:lnTo>
                  <a:cubicBezTo>
                    <a:pt x="51478" y="20804"/>
                    <a:pt x="50845" y="44213"/>
                    <a:pt x="50144" y="69487"/>
                  </a:cubicBezTo>
                  <a:lnTo>
                    <a:pt x="50144" y="69487"/>
                  </a:lnTo>
                  <a:lnTo>
                    <a:pt x="49858" y="69474"/>
                  </a:lnTo>
                  <a:cubicBezTo>
                    <a:pt x="32024" y="69057"/>
                    <a:pt x="15123" y="68657"/>
                    <a:pt x="152" y="68306"/>
                  </a:cubicBezTo>
                  <a:lnTo>
                    <a:pt x="152" y="68306"/>
                  </a:lnTo>
                  <a:cubicBezTo>
                    <a:pt x="1354" y="27904"/>
                    <a:pt x="2155" y="635"/>
                    <a:pt x="2172" y="1"/>
                  </a:cubicBezTo>
                  <a:lnTo>
                    <a:pt x="2172" y="1"/>
                  </a:lnTo>
                  <a:cubicBezTo>
                    <a:pt x="2155" y="636"/>
                    <a:pt x="1286" y="27933"/>
                    <a:pt x="17" y="68372"/>
                  </a:cubicBezTo>
                  <a:lnTo>
                    <a:pt x="0" y="68438"/>
                  </a:lnTo>
                  <a:lnTo>
                    <a:pt x="84" y="68438"/>
                  </a:lnTo>
                  <a:cubicBezTo>
                    <a:pt x="15071" y="68806"/>
                    <a:pt x="31997" y="69207"/>
                    <a:pt x="49842" y="69641"/>
                  </a:cubicBezTo>
                  <a:lnTo>
                    <a:pt x="50293" y="69641"/>
                  </a:lnTo>
                  <a:lnTo>
                    <a:pt x="50293" y="69558"/>
                  </a:lnTo>
                  <a:cubicBezTo>
                    <a:pt x="50978" y="44228"/>
                    <a:pt x="51630" y="20786"/>
                    <a:pt x="52148" y="1721"/>
                  </a:cubicBezTo>
                  <a:lnTo>
                    <a:pt x="52148" y="1655"/>
                  </a:lnTo>
                  <a:lnTo>
                    <a:pt x="52081" y="1655"/>
                  </a:lnTo>
                  <a:lnTo>
                    <a:pt x="21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65"/>
            <p:cNvSpPr/>
            <p:nvPr/>
          </p:nvSpPr>
          <p:spPr>
            <a:xfrm>
              <a:off x="6178286" y="3020654"/>
              <a:ext cx="1234919" cy="22756"/>
            </a:xfrm>
            <a:custGeom>
              <a:avLst/>
              <a:gdLst/>
              <a:ahLst/>
              <a:cxnLst/>
              <a:rect l="l" t="t" r="r" b="b"/>
              <a:pathLst>
                <a:path w="38531" h="710" extrusionOk="0">
                  <a:moveTo>
                    <a:pt x="5008" y="0"/>
                  </a:moveTo>
                  <a:cubicBezTo>
                    <a:pt x="1898" y="0"/>
                    <a:pt x="1" y="29"/>
                    <a:pt x="1" y="84"/>
                  </a:cubicBezTo>
                  <a:cubicBezTo>
                    <a:pt x="1" y="218"/>
                    <a:pt x="8623" y="435"/>
                    <a:pt x="19266" y="585"/>
                  </a:cubicBezTo>
                  <a:cubicBezTo>
                    <a:pt x="25047" y="667"/>
                    <a:pt x="30239" y="710"/>
                    <a:pt x="33773" y="710"/>
                  </a:cubicBezTo>
                  <a:cubicBezTo>
                    <a:pt x="36735" y="710"/>
                    <a:pt x="38531" y="680"/>
                    <a:pt x="38531" y="619"/>
                  </a:cubicBezTo>
                  <a:cubicBezTo>
                    <a:pt x="38531" y="485"/>
                    <a:pt x="29909" y="268"/>
                    <a:pt x="19266" y="118"/>
                  </a:cubicBezTo>
                  <a:cubicBezTo>
                    <a:pt x="13619" y="38"/>
                    <a:pt x="8534" y="0"/>
                    <a:pt x="5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65"/>
            <p:cNvSpPr/>
            <p:nvPr/>
          </p:nvSpPr>
          <p:spPr>
            <a:xfrm>
              <a:off x="6159569" y="3606496"/>
              <a:ext cx="1234919" cy="22531"/>
            </a:xfrm>
            <a:custGeom>
              <a:avLst/>
              <a:gdLst/>
              <a:ahLst/>
              <a:cxnLst/>
              <a:rect l="l" t="t" r="r" b="b"/>
              <a:pathLst>
                <a:path w="38531" h="703" extrusionOk="0">
                  <a:moveTo>
                    <a:pt x="5014" y="0"/>
                  </a:moveTo>
                  <a:cubicBezTo>
                    <a:pt x="1906" y="0"/>
                    <a:pt x="8" y="30"/>
                    <a:pt x="0" y="84"/>
                  </a:cubicBezTo>
                  <a:cubicBezTo>
                    <a:pt x="0" y="218"/>
                    <a:pt x="8622" y="435"/>
                    <a:pt x="19265" y="586"/>
                  </a:cubicBezTo>
                  <a:cubicBezTo>
                    <a:pt x="24921" y="666"/>
                    <a:pt x="30005" y="703"/>
                    <a:pt x="33529" y="703"/>
                  </a:cubicBezTo>
                  <a:cubicBezTo>
                    <a:pt x="36637" y="703"/>
                    <a:pt x="38530" y="674"/>
                    <a:pt x="38530" y="619"/>
                  </a:cubicBezTo>
                  <a:cubicBezTo>
                    <a:pt x="38530" y="485"/>
                    <a:pt x="29909" y="268"/>
                    <a:pt x="19265" y="118"/>
                  </a:cubicBezTo>
                  <a:cubicBezTo>
                    <a:pt x="13618" y="38"/>
                    <a:pt x="8538" y="0"/>
                    <a:pt x="50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65"/>
            <p:cNvSpPr/>
            <p:nvPr/>
          </p:nvSpPr>
          <p:spPr>
            <a:xfrm>
              <a:off x="6156332" y="3812673"/>
              <a:ext cx="1234406" cy="22756"/>
            </a:xfrm>
            <a:custGeom>
              <a:avLst/>
              <a:gdLst/>
              <a:ahLst/>
              <a:cxnLst/>
              <a:rect l="l" t="t" r="r" b="b"/>
              <a:pathLst>
                <a:path w="38515" h="710" extrusionOk="0">
                  <a:moveTo>
                    <a:pt x="5002" y="0"/>
                  </a:moveTo>
                  <a:cubicBezTo>
                    <a:pt x="1894" y="0"/>
                    <a:pt x="1" y="29"/>
                    <a:pt x="1" y="84"/>
                  </a:cubicBezTo>
                  <a:cubicBezTo>
                    <a:pt x="1" y="218"/>
                    <a:pt x="8623" y="435"/>
                    <a:pt x="19249" y="585"/>
                  </a:cubicBezTo>
                  <a:cubicBezTo>
                    <a:pt x="25039" y="667"/>
                    <a:pt x="30231" y="709"/>
                    <a:pt x="33762" y="709"/>
                  </a:cubicBezTo>
                  <a:cubicBezTo>
                    <a:pt x="36721" y="709"/>
                    <a:pt x="38514" y="680"/>
                    <a:pt x="38514" y="619"/>
                  </a:cubicBezTo>
                  <a:cubicBezTo>
                    <a:pt x="38514" y="485"/>
                    <a:pt x="29893" y="268"/>
                    <a:pt x="19266" y="118"/>
                  </a:cubicBezTo>
                  <a:cubicBezTo>
                    <a:pt x="13610" y="38"/>
                    <a:pt x="8526" y="0"/>
                    <a:pt x="5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65"/>
            <p:cNvSpPr/>
            <p:nvPr/>
          </p:nvSpPr>
          <p:spPr>
            <a:xfrm>
              <a:off x="6152582" y="4018819"/>
              <a:ext cx="1234919" cy="22788"/>
            </a:xfrm>
            <a:custGeom>
              <a:avLst/>
              <a:gdLst/>
              <a:ahLst/>
              <a:cxnLst/>
              <a:rect l="l" t="t" r="r" b="b"/>
              <a:pathLst>
                <a:path w="38531" h="711" extrusionOk="0">
                  <a:moveTo>
                    <a:pt x="5002" y="1"/>
                  </a:moveTo>
                  <a:cubicBezTo>
                    <a:pt x="1894" y="1"/>
                    <a:pt x="1" y="30"/>
                    <a:pt x="1" y="85"/>
                  </a:cubicBezTo>
                  <a:cubicBezTo>
                    <a:pt x="1" y="219"/>
                    <a:pt x="8623" y="452"/>
                    <a:pt x="19266" y="586"/>
                  </a:cubicBezTo>
                  <a:cubicBezTo>
                    <a:pt x="25047" y="668"/>
                    <a:pt x="30234" y="710"/>
                    <a:pt x="33763" y="710"/>
                  </a:cubicBezTo>
                  <a:cubicBezTo>
                    <a:pt x="36721" y="710"/>
                    <a:pt x="38514" y="681"/>
                    <a:pt x="38514" y="620"/>
                  </a:cubicBezTo>
                  <a:lnTo>
                    <a:pt x="38531" y="620"/>
                  </a:lnTo>
                  <a:cubicBezTo>
                    <a:pt x="38531" y="486"/>
                    <a:pt x="29909" y="269"/>
                    <a:pt x="19266" y="118"/>
                  </a:cubicBezTo>
                  <a:cubicBezTo>
                    <a:pt x="13610" y="38"/>
                    <a:pt x="8526" y="1"/>
                    <a:pt x="5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65"/>
            <p:cNvSpPr/>
            <p:nvPr/>
          </p:nvSpPr>
          <p:spPr>
            <a:xfrm>
              <a:off x="6161685" y="2802425"/>
              <a:ext cx="1234919" cy="22499"/>
            </a:xfrm>
            <a:custGeom>
              <a:avLst/>
              <a:gdLst/>
              <a:ahLst/>
              <a:cxnLst/>
              <a:rect l="l" t="t" r="r" b="b"/>
              <a:pathLst>
                <a:path w="38531" h="702" extrusionOk="0">
                  <a:moveTo>
                    <a:pt x="5022" y="1"/>
                  </a:moveTo>
                  <a:cubicBezTo>
                    <a:pt x="1913" y="1"/>
                    <a:pt x="18" y="30"/>
                    <a:pt x="18" y="93"/>
                  </a:cubicBezTo>
                  <a:cubicBezTo>
                    <a:pt x="1" y="210"/>
                    <a:pt x="8623" y="444"/>
                    <a:pt x="19266" y="577"/>
                  </a:cubicBezTo>
                  <a:cubicBezTo>
                    <a:pt x="25056" y="659"/>
                    <a:pt x="30248" y="701"/>
                    <a:pt x="33779" y="701"/>
                  </a:cubicBezTo>
                  <a:cubicBezTo>
                    <a:pt x="36738" y="701"/>
                    <a:pt x="38531" y="672"/>
                    <a:pt x="38531" y="611"/>
                  </a:cubicBezTo>
                  <a:cubicBezTo>
                    <a:pt x="38531" y="477"/>
                    <a:pt x="29909" y="260"/>
                    <a:pt x="19266" y="110"/>
                  </a:cubicBezTo>
                  <a:cubicBezTo>
                    <a:pt x="13622" y="39"/>
                    <a:pt x="8543" y="1"/>
                    <a:pt x="50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66" name="Google Shape;3766;p65"/>
          <p:cNvSpPr txBox="1"/>
          <p:nvPr/>
        </p:nvSpPr>
        <p:spPr>
          <a:xfrm>
            <a:off x="6891475" y="4701525"/>
            <a:ext cx="36669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Josefin Sans"/>
                <a:ea typeface="Josefin Sans"/>
                <a:cs typeface="Josefin Sans"/>
                <a:sym typeface="Josefin Sans"/>
              </a:rPr>
              <a:t>Template credits: www.slidesgo.com</a:t>
            </a:r>
            <a:endParaRPr sz="1000"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research">
  <a:themeElements>
    <a:clrScheme name="Simple Light">
      <a:dk1>
        <a:srgbClr val="179DE3"/>
      </a:dk1>
      <a:lt1>
        <a:srgbClr val="FFFFFF"/>
      </a:lt1>
      <a:dk2>
        <a:srgbClr val="263238"/>
      </a:dk2>
      <a:lt2>
        <a:srgbClr val="2771C2"/>
      </a:lt2>
      <a:accent1>
        <a:srgbClr val="002F63"/>
      </a:accent1>
      <a:accent2>
        <a:srgbClr val="53CCF5"/>
      </a:accent2>
      <a:accent3>
        <a:srgbClr val="B78876"/>
      </a:accent3>
      <a:accent4>
        <a:srgbClr val="FFBE9D"/>
      </a:accent4>
      <a:accent5>
        <a:srgbClr val="EBEBEB"/>
      </a:accent5>
      <a:accent6>
        <a:srgbClr val="E0E0E0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705</Words>
  <Application>Microsoft Office PowerPoint</Application>
  <PresentationFormat>On-screen Show (16:9)</PresentationFormat>
  <Paragraphs>136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Josefin Sans</vt:lpstr>
      <vt:lpstr>Arial</vt:lpstr>
      <vt:lpstr>Lilita One</vt:lpstr>
      <vt:lpstr>Project research</vt:lpstr>
      <vt:lpstr>Quicken Loans</vt:lpstr>
      <vt:lpstr>Agenda</vt:lpstr>
      <vt:lpstr>Introduction</vt:lpstr>
      <vt:lpstr>About the Case Study</vt:lpstr>
      <vt:lpstr>Timeline</vt:lpstr>
      <vt:lpstr> 02. Data Analysis</vt:lpstr>
      <vt:lpstr>Data Description</vt:lpstr>
      <vt:lpstr>Exploratory Data Analysis</vt:lpstr>
      <vt:lpstr>Exploratory Data Analysis</vt:lpstr>
      <vt:lpstr>Exploratory Data Analysis</vt:lpstr>
      <vt:lpstr>Exploratory Data Analysis</vt:lpstr>
      <vt:lpstr>Exploratory Data Analysis</vt:lpstr>
      <vt:lpstr>Exploratory Data Analysis</vt:lpstr>
      <vt:lpstr>Exploratory Data Analysis</vt:lpstr>
      <vt:lpstr> 03.  Data Modeling</vt:lpstr>
      <vt:lpstr>Data Preprocessing</vt:lpstr>
      <vt:lpstr>Development Pipeline</vt:lpstr>
      <vt:lpstr> 04. Model Evaluation </vt:lpstr>
      <vt:lpstr>Results from current model</vt:lpstr>
      <vt:lpstr>Results from current model</vt:lpstr>
      <vt:lpstr>05.  Improvements</vt:lpstr>
      <vt:lpstr>Challenges</vt:lpstr>
      <vt:lpstr>Future Work</vt:lpstr>
      <vt:lpstr>Results from XgBoost model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Paychex</dc:title>
  <dc:creator>Srishti Singh</dc:creator>
  <cp:lastModifiedBy>srishtisingh3895@gmail.com</cp:lastModifiedBy>
  <cp:revision>38</cp:revision>
  <dcterms:modified xsi:type="dcterms:W3CDTF">2021-03-01T23:56:18Z</dcterms:modified>
</cp:coreProperties>
</file>